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sldIdLst>
    <p:sldId id="271" r:id="rId5"/>
    <p:sldId id="257" r:id="rId6"/>
    <p:sldId id="259" r:id="rId7"/>
    <p:sldId id="258" r:id="rId8"/>
    <p:sldId id="369" r:id="rId9"/>
    <p:sldId id="370" r:id="rId10"/>
    <p:sldId id="378" r:id="rId11"/>
    <p:sldId id="265" r:id="rId12"/>
    <p:sldId id="268" r:id="rId13"/>
    <p:sldId id="269" r:id="rId14"/>
    <p:sldId id="270" r:id="rId15"/>
    <p:sldId id="379" r:id="rId16"/>
    <p:sldId id="380" r:id="rId17"/>
    <p:sldId id="266" r:id="rId18"/>
    <p:sldId id="26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26498A-BB83-4251-9125-3BBF49B452FE}" v="8" dt="2026-05-04T05:57:37.9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94660"/>
  </p:normalViewPr>
  <p:slideViewPr>
    <p:cSldViewPr snapToGrid="0" showGuides="1">
      <p:cViewPr varScale="1">
        <p:scale>
          <a:sx n="111" d="100"/>
          <a:sy n="111" d="100"/>
        </p:scale>
        <p:origin x="534"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 Id="rId4" Type="http://schemas.openxmlformats.org/officeDocument/2006/relationships/image" Target="../media/image11.svg"/></Relationships>
</file>

<file path=ppt/diagrams/_rels/data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3.svg"/><Relationship Id="rId1" Type="http://schemas.openxmlformats.org/officeDocument/2006/relationships/image" Target="../media/image12.svg"/></Relationships>
</file>

<file path=ppt/diagrams/_rels/data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2.svg"/><Relationship Id="rId1" Type="http://schemas.openxmlformats.org/officeDocument/2006/relationships/image" Target="../media/image15.svg"/><Relationship Id="rId4" Type="http://schemas.openxmlformats.org/officeDocument/2006/relationships/image" Target="../media/image17.svg"/></Relationships>
</file>

<file path=ppt/diagrams/_rels/data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image" Target="../media/image22.svg"/><Relationship Id="rId4" Type="http://schemas.openxmlformats.org/officeDocument/2006/relationships/image" Target="../media/image9.svg"/></Relationships>
</file>

<file path=ppt/diagrams/_rels/data7.xml.rels><?xml version="1.0" encoding="UTF-8" standalone="yes"?>
<Relationships xmlns="http://schemas.openxmlformats.org/package/2006/relationships"><Relationship Id="rId3" Type="http://schemas.openxmlformats.org/officeDocument/2006/relationships/hyperlink" Target="https://game-dashboard-frontend-5kni.onrender.com/" TargetMode="External"/><Relationship Id="rId2" Type="http://schemas.openxmlformats.org/officeDocument/2006/relationships/hyperlink" Target="https://github.com/Cassius-K/Game-Dashboard-Frontend" TargetMode="External"/><Relationship Id="rId1" Type="http://schemas.openxmlformats.org/officeDocument/2006/relationships/hyperlink" Target="https://github.com/Cassius-K/Game-Dashboard-Backend" TargetMode="External"/></Relationships>
</file>

<file path=ppt/diagrams/_rels/drawing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image" Target="../media/image8.svg"/><Relationship Id="rId4" Type="http://schemas.openxmlformats.org/officeDocument/2006/relationships/image" Target="../media/image11.svg"/></Relationships>
</file>

<file path=ppt/diagrams/_rels/drawing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3.svg"/><Relationship Id="rId1" Type="http://schemas.openxmlformats.org/officeDocument/2006/relationships/image" Target="../media/image12.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2.svg"/><Relationship Id="rId1" Type="http://schemas.openxmlformats.org/officeDocument/2006/relationships/image" Target="../media/image15.svg"/><Relationship Id="rId4" Type="http://schemas.openxmlformats.org/officeDocument/2006/relationships/image" Target="../media/image17.svg"/></Relationships>
</file>

<file path=ppt/diagrams/_rels/drawing6.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svg"/><Relationship Id="rId1" Type="http://schemas.openxmlformats.org/officeDocument/2006/relationships/image" Target="../media/image22.svg"/><Relationship Id="rId4" Type="http://schemas.openxmlformats.org/officeDocument/2006/relationships/image" Target="../media/image9.svg"/></Relationships>
</file>

<file path=ppt/diagrams/_rels/drawing7.xml.rels><?xml version="1.0" encoding="UTF-8" standalone="yes"?>
<Relationships xmlns="http://schemas.openxmlformats.org/package/2006/relationships"><Relationship Id="rId3" Type="http://schemas.openxmlformats.org/officeDocument/2006/relationships/hyperlink" Target="https://game-dashboard-frontend-5kni.onrender.com/" TargetMode="External"/><Relationship Id="rId2" Type="http://schemas.openxmlformats.org/officeDocument/2006/relationships/hyperlink" Target="https://github.com/Cassius-K/Game-Dashboard-Frontend" TargetMode="External"/><Relationship Id="rId1" Type="http://schemas.openxmlformats.org/officeDocument/2006/relationships/hyperlink" Target="https://github.com/Cassius-K/Game-Dashboard-Backend"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FC0642-941E-4F98-AAF4-358162D66E6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AF479E58-B0B1-435D-B8A2-56019BAB2D75}">
      <dgm:prSet/>
      <dgm:spPr>
        <a:solidFill>
          <a:schemeClr val="bg2">
            <a:lumMod val="50000"/>
          </a:schemeClr>
        </a:solidFill>
      </dgm:spPr>
      <dgm:t>
        <a:bodyPr/>
        <a:lstStyle/>
        <a:p>
          <a:r>
            <a:rPr lang="en-US"/>
            <a:t>Players game across all types of systems</a:t>
          </a:r>
        </a:p>
      </dgm:t>
    </dgm:pt>
    <dgm:pt modelId="{1C6B4B55-1AED-445B-AB04-4D6C526CE719}" type="parTrans" cxnId="{C317C08E-3748-4587-960E-2A7A1CEF23D7}">
      <dgm:prSet/>
      <dgm:spPr/>
      <dgm:t>
        <a:bodyPr/>
        <a:lstStyle/>
        <a:p>
          <a:endParaRPr lang="en-US"/>
        </a:p>
      </dgm:t>
    </dgm:pt>
    <dgm:pt modelId="{17600DFC-283A-4368-8092-DEAD415A80AF}" type="sibTrans" cxnId="{C317C08E-3748-4587-960E-2A7A1CEF23D7}">
      <dgm:prSet/>
      <dgm:spPr/>
      <dgm:t>
        <a:bodyPr/>
        <a:lstStyle/>
        <a:p>
          <a:endParaRPr lang="en-US"/>
        </a:p>
      </dgm:t>
    </dgm:pt>
    <dgm:pt modelId="{23BD384C-6909-4F1F-B9FB-6D8EE0D4DBCD}">
      <dgm:prSet/>
      <dgm:spPr>
        <a:solidFill>
          <a:schemeClr val="bg2">
            <a:lumMod val="50000"/>
          </a:schemeClr>
        </a:solidFill>
      </dgm:spPr>
      <dgm:t>
        <a:bodyPr/>
        <a:lstStyle/>
        <a:p>
          <a:r>
            <a:rPr lang="en-US"/>
            <a:t>Each platform stores their own data</a:t>
          </a:r>
        </a:p>
      </dgm:t>
    </dgm:pt>
    <dgm:pt modelId="{A4BFC34B-CF89-4F35-B803-DECD0DBDB7D8}" type="parTrans" cxnId="{D41C8AD9-A915-4877-B478-96BC83F3A1DF}">
      <dgm:prSet/>
      <dgm:spPr/>
      <dgm:t>
        <a:bodyPr/>
        <a:lstStyle/>
        <a:p>
          <a:endParaRPr lang="en-US"/>
        </a:p>
      </dgm:t>
    </dgm:pt>
    <dgm:pt modelId="{67E39A41-5179-4BDF-86FA-B018AD0F16A1}" type="sibTrans" cxnId="{D41C8AD9-A915-4877-B478-96BC83F3A1DF}">
      <dgm:prSet/>
      <dgm:spPr/>
      <dgm:t>
        <a:bodyPr/>
        <a:lstStyle/>
        <a:p>
          <a:endParaRPr lang="en-US"/>
        </a:p>
      </dgm:t>
    </dgm:pt>
    <dgm:pt modelId="{8A6944AA-B9B7-429F-B0F4-B31A8660C9A1}">
      <dgm:prSet/>
      <dgm:spPr>
        <a:solidFill>
          <a:schemeClr val="bg2">
            <a:lumMod val="50000"/>
          </a:schemeClr>
        </a:solidFill>
      </dgm:spPr>
      <dgm:t>
        <a:bodyPr/>
        <a:lstStyle/>
        <a:p>
          <a:r>
            <a:rPr lang="en-US"/>
            <a:t>There is no simple way to see all of your game data in one place</a:t>
          </a:r>
        </a:p>
      </dgm:t>
    </dgm:pt>
    <dgm:pt modelId="{717D548A-2B1E-42C5-AF6B-0D93DCAB944B}" type="parTrans" cxnId="{8D09AAC0-4236-4B1A-B3AB-60217BE56879}">
      <dgm:prSet/>
      <dgm:spPr/>
      <dgm:t>
        <a:bodyPr/>
        <a:lstStyle/>
        <a:p>
          <a:endParaRPr lang="en-US"/>
        </a:p>
      </dgm:t>
    </dgm:pt>
    <dgm:pt modelId="{5D35C695-64F0-46FD-9415-146655568494}" type="sibTrans" cxnId="{8D09AAC0-4236-4B1A-B3AB-60217BE56879}">
      <dgm:prSet/>
      <dgm:spPr/>
      <dgm:t>
        <a:bodyPr/>
        <a:lstStyle/>
        <a:p>
          <a:endParaRPr lang="en-US"/>
        </a:p>
      </dgm:t>
    </dgm:pt>
    <dgm:pt modelId="{62B6C3AC-31E8-4CE3-9949-64096A51BAEA}" type="pres">
      <dgm:prSet presAssocID="{A6FC0642-941E-4F98-AAF4-358162D66E65}" presName="linear" presStyleCnt="0">
        <dgm:presLayoutVars>
          <dgm:animLvl val="lvl"/>
          <dgm:resizeHandles val="exact"/>
        </dgm:presLayoutVars>
      </dgm:prSet>
      <dgm:spPr/>
    </dgm:pt>
    <dgm:pt modelId="{B2D63137-CFE3-46CB-896B-B9261FF582E5}" type="pres">
      <dgm:prSet presAssocID="{AF479E58-B0B1-435D-B8A2-56019BAB2D75}" presName="parentText" presStyleLbl="node1" presStyleIdx="0" presStyleCnt="3">
        <dgm:presLayoutVars>
          <dgm:chMax val="0"/>
          <dgm:bulletEnabled val="1"/>
        </dgm:presLayoutVars>
      </dgm:prSet>
      <dgm:spPr/>
    </dgm:pt>
    <dgm:pt modelId="{EBBB3A87-93A2-4FA6-B66D-BF1DDDCB034A}" type="pres">
      <dgm:prSet presAssocID="{17600DFC-283A-4368-8092-DEAD415A80AF}" presName="spacer" presStyleCnt="0"/>
      <dgm:spPr/>
    </dgm:pt>
    <dgm:pt modelId="{AD6ECE95-1B4B-4BD2-B032-38D95A9CAB78}" type="pres">
      <dgm:prSet presAssocID="{23BD384C-6909-4F1F-B9FB-6D8EE0D4DBCD}" presName="parentText" presStyleLbl="node1" presStyleIdx="1" presStyleCnt="3">
        <dgm:presLayoutVars>
          <dgm:chMax val="0"/>
          <dgm:bulletEnabled val="1"/>
        </dgm:presLayoutVars>
      </dgm:prSet>
      <dgm:spPr/>
    </dgm:pt>
    <dgm:pt modelId="{E3DDBEE0-DF59-4347-96C3-7841E819F20B}" type="pres">
      <dgm:prSet presAssocID="{67E39A41-5179-4BDF-86FA-B018AD0F16A1}" presName="spacer" presStyleCnt="0"/>
      <dgm:spPr/>
    </dgm:pt>
    <dgm:pt modelId="{5C4EB185-9140-4AC5-900A-C0A681D1FF99}" type="pres">
      <dgm:prSet presAssocID="{8A6944AA-B9B7-429F-B0F4-B31A8660C9A1}" presName="parentText" presStyleLbl="node1" presStyleIdx="2" presStyleCnt="3">
        <dgm:presLayoutVars>
          <dgm:chMax val="0"/>
          <dgm:bulletEnabled val="1"/>
        </dgm:presLayoutVars>
      </dgm:prSet>
      <dgm:spPr/>
    </dgm:pt>
  </dgm:ptLst>
  <dgm:cxnLst>
    <dgm:cxn modelId="{0F764E5B-B30A-4ECC-89DD-CA27919935D7}" type="presOf" srcId="{AF479E58-B0B1-435D-B8A2-56019BAB2D75}" destId="{B2D63137-CFE3-46CB-896B-B9261FF582E5}" srcOrd="0" destOrd="0" presId="urn:microsoft.com/office/officeart/2005/8/layout/vList2"/>
    <dgm:cxn modelId="{0B922760-B11C-4161-8398-042B28EB97C4}" type="presOf" srcId="{A6FC0642-941E-4F98-AAF4-358162D66E65}" destId="{62B6C3AC-31E8-4CE3-9949-64096A51BAEA}" srcOrd="0" destOrd="0" presId="urn:microsoft.com/office/officeart/2005/8/layout/vList2"/>
    <dgm:cxn modelId="{C317C08E-3748-4587-960E-2A7A1CEF23D7}" srcId="{A6FC0642-941E-4F98-AAF4-358162D66E65}" destId="{AF479E58-B0B1-435D-B8A2-56019BAB2D75}" srcOrd="0" destOrd="0" parTransId="{1C6B4B55-1AED-445B-AB04-4D6C526CE719}" sibTransId="{17600DFC-283A-4368-8092-DEAD415A80AF}"/>
    <dgm:cxn modelId="{8D09AAC0-4236-4B1A-B3AB-60217BE56879}" srcId="{A6FC0642-941E-4F98-AAF4-358162D66E65}" destId="{8A6944AA-B9B7-429F-B0F4-B31A8660C9A1}" srcOrd="2" destOrd="0" parTransId="{717D548A-2B1E-42C5-AF6B-0D93DCAB944B}" sibTransId="{5D35C695-64F0-46FD-9415-146655568494}"/>
    <dgm:cxn modelId="{D41C8AD9-A915-4877-B478-96BC83F3A1DF}" srcId="{A6FC0642-941E-4F98-AAF4-358162D66E65}" destId="{23BD384C-6909-4F1F-B9FB-6D8EE0D4DBCD}" srcOrd="1" destOrd="0" parTransId="{A4BFC34B-CF89-4F35-B803-DECD0DBDB7D8}" sibTransId="{67E39A41-5179-4BDF-86FA-B018AD0F16A1}"/>
    <dgm:cxn modelId="{7273FEE8-2347-4EC6-AA7D-D04927710CB9}" type="presOf" srcId="{8A6944AA-B9B7-429F-B0F4-B31A8660C9A1}" destId="{5C4EB185-9140-4AC5-900A-C0A681D1FF99}" srcOrd="0" destOrd="0" presId="urn:microsoft.com/office/officeart/2005/8/layout/vList2"/>
    <dgm:cxn modelId="{E93E4BF8-508F-4010-A97C-6EC6E6D3CE7B}" type="presOf" srcId="{23BD384C-6909-4F1F-B9FB-6D8EE0D4DBCD}" destId="{AD6ECE95-1B4B-4BD2-B032-38D95A9CAB78}" srcOrd="0" destOrd="0" presId="urn:microsoft.com/office/officeart/2005/8/layout/vList2"/>
    <dgm:cxn modelId="{F8C0086C-E140-4609-9C66-F2B2600024CF}" type="presParOf" srcId="{62B6C3AC-31E8-4CE3-9949-64096A51BAEA}" destId="{B2D63137-CFE3-46CB-896B-B9261FF582E5}" srcOrd="0" destOrd="0" presId="urn:microsoft.com/office/officeart/2005/8/layout/vList2"/>
    <dgm:cxn modelId="{AB1E09BB-5CF6-42BC-80BF-690E0CD1DC9E}" type="presParOf" srcId="{62B6C3AC-31E8-4CE3-9949-64096A51BAEA}" destId="{EBBB3A87-93A2-4FA6-B66D-BF1DDDCB034A}" srcOrd="1" destOrd="0" presId="urn:microsoft.com/office/officeart/2005/8/layout/vList2"/>
    <dgm:cxn modelId="{8B363A62-8826-4797-BB83-D063CFB88950}" type="presParOf" srcId="{62B6C3AC-31E8-4CE3-9949-64096A51BAEA}" destId="{AD6ECE95-1B4B-4BD2-B032-38D95A9CAB78}" srcOrd="2" destOrd="0" presId="urn:microsoft.com/office/officeart/2005/8/layout/vList2"/>
    <dgm:cxn modelId="{EAF80918-4403-43B6-97E3-E14A433F4F06}" type="presParOf" srcId="{62B6C3AC-31E8-4CE3-9949-64096A51BAEA}" destId="{E3DDBEE0-DF59-4347-96C3-7841E819F20B}" srcOrd="3" destOrd="0" presId="urn:microsoft.com/office/officeart/2005/8/layout/vList2"/>
    <dgm:cxn modelId="{E00ECD8F-F87C-4AD2-AE6B-575FD721E87F}" type="presParOf" srcId="{62B6C3AC-31E8-4CE3-9949-64096A51BAEA}" destId="{5C4EB185-9140-4AC5-900A-C0A681D1FF99}"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E5F56B7-1060-437F-8EAE-4459BD3C3313}" type="doc">
      <dgm:prSet loTypeId="urn:microsoft.com/office/officeart/2018/2/layout/IconVerticalSolidList" loCatId="icon" qsTypeId="urn:microsoft.com/office/officeart/2005/8/quickstyle/simple1" qsCatId="simple" csTypeId="urn:microsoft.com/office/officeart/2005/8/colors/accent0_1" csCatId="mainScheme" phldr="1"/>
      <dgm:spPr/>
      <dgm:t>
        <a:bodyPr/>
        <a:lstStyle/>
        <a:p>
          <a:endParaRPr lang="en-US"/>
        </a:p>
      </dgm:t>
    </dgm:pt>
    <dgm:pt modelId="{E579B3A6-B2E6-40A1-9722-A58B73D2E56A}">
      <dgm:prSet/>
      <dgm:spPr/>
      <dgm:t>
        <a:bodyPr/>
        <a:lstStyle/>
        <a:p>
          <a:pPr>
            <a:lnSpc>
              <a:spcPct val="100000"/>
            </a:lnSpc>
          </a:pPr>
          <a:r>
            <a:rPr lang="en-US" dirty="0">
              <a:solidFill>
                <a:schemeClr val="bg1"/>
              </a:solidFill>
            </a:rPr>
            <a:t>Players want to compare statistics across systems</a:t>
          </a:r>
        </a:p>
      </dgm:t>
    </dgm:pt>
    <dgm:pt modelId="{21C4360F-BCDB-4336-8337-FBE9D2B207E8}" type="parTrans" cxnId="{E3B6B6A3-24F9-431D-A00A-DE3748EF5322}">
      <dgm:prSet/>
      <dgm:spPr/>
      <dgm:t>
        <a:bodyPr/>
        <a:lstStyle/>
        <a:p>
          <a:endParaRPr lang="en-US"/>
        </a:p>
      </dgm:t>
    </dgm:pt>
    <dgm:pt modelId="{CFC0F2F1-AF05-4DFA-A8AA-5DE46F829EAF}" type="sibTrans" cxnId="{E3B6B6A3-24F9-431D-A00A-DE3748EF5322}">
      <dgm:prSet/>
      <dgm:spPr/>
      <dgm:t>
        <a:bodyPr/>
        <a:lstStyle/>
        <a:p>
          <a:endParaRPr lang="en-US"/>
        </a:p>
      </dgm:t>
    </dgm:pt>
    <dgm:pt modelId="{D8446572-C383-4F6C-8474-EA79D2BAEF84}">
      <dgm:prSet/>
      <dgm:spPr/>
      <dgm:t>
        <a:bodyPr/>
        <a:lstStyle/>
        <a:p>
          <a:pPr>
            <a:lnSpc>
              <a:spcPct val="100000"/>
            </a:lnSpc>
          </a:pPr>
          <a:r>
            <a:rPr lang="en-US" dirty="0">
              <a:solidFill>
                <a:schemeClr val="bg1"/>
              </a:solidFill>
            </a:rPr>
            <a:t>Players may want to see others statistics in a convenient manner</a:t>
          </a:r>
        </a:p>
      </dgm:t>
    </dgm:pt>
    <dgm:pt modelId="{4827EAE9-3D41-475C-80A6-588A14D2CA22}" type="parTrans" cxnId="{C36B8C2F-3B0D-4A39-9DEC-6CD0681250F2}">
      <dgm:prSet/>
      <dgm:spPr/>
      <dgm:t>
        <a:bodyPr/>
        <a:lstStyle/>
        <a:p>
          <a:endParaRPr lang="en-US"/>
        </a:p>
      </dgm:t>
    </dgm:pt>
    <dgm:pt modelId="{DE4A6D39-5F78-463F-84B7-6F28269E1551}" type="sibTrans" cxnId="{C36B8C2F-3B0D-4A39-9DEC-6CD0681250F2}">
      <dgm:prSet/>
      <dgm:spPr/>
      <dgm:t>
        <a:bodyPr/>
        <a:lstStyle/>
        <a:p>
          <a:endParaRPr lang="en-US"/>
        </a:p>
      </dgm:t>
    </dgm:pt>
    <dgm:pt modelId="{54488E3A-7235-47F2-A2B7-25760DDB79B3}">
      <dgm:prSet/>
      <dgm:spPr/>
      <dgm:t>
        <a:bodyPr/>
        <a:lstStyle/>
        <a:p>
          <a:pPr>
            <a:lnSpc>
              <a:spcPct val="100000"/>
            </a:lnSpc>
          </a:pPr>
          <a:r>
            <a:rPr lang="en-US" dirty="0">
              <a:solidFill>
                <a:schemeClr val="bg1"/>
              </a:solidFill>
            </a:rPr>
            <a:t>A single site can solve all of these issues</a:t>
          </a:r>
        </a:p>
      </dgm:t>
    </dgm:pt>
    <dgm:pt modelId="{11612E9C-5B2D-47B5-8799-80B2EDB6C532}" type="parTrans" cxnId="{5A5CBD41-CA08-4B58-892D-52CD4AB4854D}">
      <dgm:prSet/>
      <dgm:spPr/>
      <dgm:t>
        <a:bodyPr/>
        <a:lstStyle/>
        <a:p>
          <a:endParaRPr lang="en-US"/>
        </a:p>
      </dgm:t>
    </dgm:pt>
    <dgm:pt modelId="{A1424443-B5B7-4CC3-BDFC-C1E9632E401E}" type="sibTrans" cxnId="{5A5CBD41-CA08-4B58-892D-52CD4AB4854D}">
      <dgm:prSet/>
      <dgm:spPr/>
      <dgm:t>
        <a:bodyPr/>
        <a:lstStyle/>
        <a:p>
          <a:endParaRPr lang="en-US"/>
        </a:p>
      </dgm:t>
    </dgm:pt>
    <dgm:pt modelId="{8BC60C11-A280-42D6-BF6A-0014D626F8E3}">
      <dgm:prSet/>
      <dgm:spPr/>
      <dgm:t>
        <a:bodyPr/>
        <a:lstStyle/>
        <a:p>
          <a:pPr>
            <a:lnSpc>
              <a:spcPct val="100000"/>
            </a:lnSpc>
          </a:pPr>
          <a:r>
            <a:rPr lang="en-US" dirty="0">
              <a:solidFill>
                <a:schemeClr val="bg1"/>
              </a:solidFill>
            </a:rPr>
            <a:t>One platform’s data draw may be worse than others (or not available at all)</a:t>
          </a:r>
        </a:p>
      </dgm:t>
    </dgm:pt>
    <dgm:pt modelId="{79058071-3E07-4971-BBB4-78E106A6852F}" type="sibTrans" cxnId="{A2EA1F59-79E4-44CE-9278-511C773A0DC7}">
      <dgm:prSet/>
      <dgm:spPr/>
      <dgm:t>
        <a:bodyPr/>
        <a:lstStyle/>
        <a:p>
          <a:endParaRPr lang="en-US"/>
        </a:p>
      </dgm:t>
    </dgm:pt>
    <dgm:pt modelId="{609B2B75-1FE9-4902-A2CF-87751894C2AD}" type="parTrans" cxnId="{A2EA1F59-79E4-44CE-9278-511C773A0DC7}">
      <dgm:prSet/>
      <dgm:spPr/>
      <dgm:t>
        <a:bodyPr/>
        <a:lstStyle/>
        <a:p>
          <a:endParaRPr lang="en-US"/>
        </a:p>
      </dgm:t>
    </dgm:pt>
    <dgm:pt modelId="{9DB2B1F7-A1D7-4356-918A-15D648DFE26D}" type="pres">
      <dgm:prSet presAssocID="{3E5F56B7-1060-437F-8EAE-4459BD3C3313}" presName="root" presStyleCnt="0">
        <dgm:presLayoutVars>
          <dgm:dir/>
          <dgm:resizeHandles val="exact"/>
        </dgm:presLayoutVars>
      </dgm:prSet>
      <dgm:spPr/>
    </dgm:pt>
    <dgm:pt modelId="{9C8CB29D-D1CA-42B2-83DA-8D14815FFF41}" type="pres">
      <dgm:prSet presAssocID="{E579B3A6-B2E6-40A1-9722-A58B73D2E56A}" presName="compNode" presStyleCnt="0"/>
      <dgm:spPr/>
    </dgm:pt>
    <dgm:pt modelId="{B497C457-ADB4-4F25-B6AD-A9ACDF26FF3C}" type="pres">
      <dgm:prSet presAssocID="{E579B3A6-B2E6-40A1-9722-A58B73D2E56A}" presName="bgRect" presStyleLbl="bgShp" presStyleIdx="0" presStyleCnt="4"/>
      <dgm:spPr>
        <a:solidFill>
          <a:schemeClr val="bg2">
            <a:lumMod val="50000"/>
          </a:schemeClr>
        </a:solidFill>
      </dgm:spPr>
    </dgm:pt>
    <dgm:pt modelId="{549EC9AE-4FB2-4728-8D1B-26FA86697F87}" type="pres">
      <dgm:prSet presAssocID="{E579B3A6-B2E6-40A1-9722-A58B73D2E56A}"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Bar chart"/>
        </a:ext>
      </dgm:extLst>
    </dgm:pt>
    <dgm:pt modelId="{4F53595D-4F75-42D3-8DFA-ECBDE23EC312}" type="pres">
      <dgm:prSet presAssocID="{E579B3A6-B2E6-40A1-9722-A58B73D2E56A}" presName="spaceRect" presStyleCnt="0"/>
      <dgm:spPr/>
    </dgm:pt>
    <dgm:pt modelId="{B489C446-AE31-42A9-A2D7-627BB5DEE797}" type="pres">
      <dgm:prSet presAssocID="{E579B3A6-B2E6-40A1-9722-A58B73D2E56A}" presName="parTx" presStyleLbl="revTx" presStyleIdx="0" presStyleCnt="4">
        <dgm:presLayoutVars>
          <dgm:chMax val="0"/>
          <dgm:chPref val="0"/>
        </dgm:presLayoutVars>
      </dgm:prSet>
      <dgm:spPr/>
    </dgm:pt>
    <dgm:pt modelId="{22C5F2E7-259F-40E9-8FA5-8BEDD0BB13B4}" type="pres">
      <dgm:prSet presAssocID="{CFC0F2F1-AF05-4DFA-A8AA-5DE46F829EAF}" presName="sibTrans" presStyleCnt="0"/>
      <dgm:spPr/>
    </dgm:pt>
    <dgm:pt modelId="{2C7D6D0E-2861-4D2C-8877-878261A0F17C}" type="pres">
      <dgm:prSet presAssocID="{8BC60C11-A280-42D6-BF6A-0014D626F8E3}" presName="compNode" presStyleCnt="0"/>
      <dgm:spPr/>
    </dgm:pt>
    <dgm:pt modelId="{72F9D1E8-C21B-478C-9F57-EB179F72F2B3}" type="pres">
      <dgm:prSet presAssocID="{8BC60C11-A280-42D6-BF6A-0014D626F8E3}" presName="bgRect" presStyleLbl="bgShp" presStyleIdx="1" presStyleCnt="4"/>
      <dgm:spPr>
        <a:solidFill>
          <a:schemeClr val="bg2">
            <a:lumMod val="50000"/>
          </a:schemeClr>
        </a:solidFill>
      </dgm:spPr>
    </dgm:pt>
    <dgm:pt modelId="{E8FFBF76-FDC5-4ECE-9EE4-B44CFBF8F835}" type="pres">
      <dgm:prSet presAssocID="{8BC60C11-A280-42D6-BF6A-0014D626F8E3}"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mart Phone"/>
        </a:ext>
      </dgm:extLst>
    </dgm:pt>
    <dgm:pt modelId="{825463E7-70AA-45F0-9076-A14B1C7CFDBB}" type="pres">
      <dgm:prSet presAssocID="{8BC60C11-A280-42D6-BF6A-0014D626F8E3}" presName="spaceRect" presStyleCnt="0"/>
      <dgm:spPr/>
    </dgm:pt>
    <dgm:pt modelId="{E6278D4B-00DF-4209-B8B6-8F9E46F91602}" type="pres">
      <dgm:prSet presAssocID="{8BC60C11-A280-42D6-BF6A-0014D626F8E3}" presName="parTx" presStyleLbl="revTx" presStyleIdx="1" presStyleCnt="4">
        <dgm:presLayoutVars>
          <dgm:chMax val="0"/>
          <dgm:chPref val="0"/>
        </dgm:presLayoutVars>
      </dgm:prSet>
      <dgm:spPr/>
    </dgm:pt>
    <dgm:pt modelId="{A3D6DFB2-B1EE-434D-97C3-26444F451D69}" type="pres">
      <dgm:prSet presAssocID="{79058071-3E07-4971-BBB4-78E106A6852F}" presName="sibTrans" presStyleCnt="0"/>
      <dgm:spPr/>
    </dgm:pt>
    <dgm:pt modelId="{9D109F67-A335-4689-B48C-CB5F3C5A433C}" type="pres">
      <dgm:prSet presAssocID="{D8446572-C383-4F6C-8474-EA79D2BAEF84}" presName="compNode" presStyleCnt="0"/>
      <dgm:spPr/>
    </dgm:pt>
    <dgm:pt modelId="{38A1E20B-5C90-488A-A3D2-6B23203C0917}" type="pres">
      <dgm:prSet presAssocID="{D8446572-C383-4F6C-8474-EA79D2BAEF84}" presName="bgRect" presStyleLbl="bgShp" presStyleIdx="2" presStyleCnt="4"/>
      <dgm:spPr>
        <a:solidFill>
          <a:schemeClr val="bg2">
            <a:lumMod val="50000"/>
          </a:schemeClr>
        </a:solidFill>
      </dgm:spPr>
    </dgm:pt>
    <dgm:pt modelId="{CDEA8E67-5697-4239-B23E-540E4C68B82C}" type="pres">
      <dgm:prSet presAssocID="{D8446572-C383-4F6C-8474-EA79D2BAEF84}"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Warning"/>
        </a:ext>
      </dgm:extLst>
    </dgm:pt>
    <dgm:pt modelId="{ADF4A855-3355-4071-9621-7B5E1F8DFC89}" type="pres">
      <dgm:prSet presAssocID="{D8446572-C383-4F6C-8474-EA79D2BAEF84}" presName="spaceRect" presStyleCnt="0"/>
      <dgm:spPr/>
    </dgm:pt>
    <dgm:pt modelId="{93BB3B45-6146-4877-A2F4-C45C248284CF}" type="pres">
      <dgm:prSet presAssocID="{D8446572-C383-4F6C-8474-EA79D2BAEF84}" presName="parTx" presStyleLbl="revTx" presStyleIdx="2" presStyleCnt="4">
        <dgm:presLayoutVars>
          <dgm:chMax val="0"/>
          <dgm:chPref val="0"/>
        </dgm:presLayoutVars>
      </dgm:prSet>
      <dgm:spPr/>
    </dgm:pt>
    <dgm:pt modelId="{307FA1D4-BB16-4EF2-B5AF-0E72BC5C7316}" type="pres">
      <dgm:prSet presAssocID="{DE4A6D39-5F78-463F-84B7-6F28269E1551}" presName="sibTrans" presStyleCnt="0"/>
      <dgm:spPr/>
    </dgm:pt>
    <dgm:pt modelId="{A2E98FA3-D724-4AEA-8580-A418B8AF9875}" type="pres">
      <dgm:prSet presAssocID="{54488E3A-7235-47F2-A2B7-25760DDB79B3}" presName="compNode" presStyleCnt="0"/>
      <dgm:spPr/>
    </dgm:pt>
    <dgm:pt modelId="{09820FBF-1720-44D8-9F6F-9BA89D298E22}" type="pres">
      <dgm:prSet presAssocID="{54488E3A-7235-47F2-A2B7-25760DDB79B3}" presName="bgRect" presStyleLbl="bgShp" presStyleIdx="3" presStyleCnt="4"/>
      <dgm:spPr>
        <a:solidFill>
          <a:schemeClr val="bg2">
            <a:lumMod val="50000"/>
          </a:schemeClr>
        </a:solidFill>
      </dgm:spPr>
    </dgm:pt>
    <dgm:pt modelId="{912F58EB-F222-4453-B1DD-5188BE442A70}" type="pres">
      <dgm:prSet presAssocID="{54488E3A-7235-47F2-A2B7-25760DDB79B3}"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raille"/>
        </a:ext>
      </dgm:extLst>
    </dgm:pt>
    <dgm:pt modelId="{48ADBBF5-07B2-46EA-AF07-92EE0B0744A9}" type="pres">
      <dgm:prSet presAssocID="{54488E3A-7235-47F2-A2B7-25760DDB79B3}" presName="spaceRect" presStyleCnt="0"/>
      <dgm:spPr/>
    </dgm:pt>
    <dgm:pt modelId="{8E9AEB93-9034-41CD-A26D-546878F1C421}" type="pres">
      <dgm:prSet presAssocID="{54488E3A-7235-47F2-A2B7-25760DDB79B3}" presName="parTx" presStyleLbl="revTx" presStyleIdx="3" presStyleCnt="4">
        <dgm:presLayoutVars>
          <dgm:chMax val="0"/>
          <dgm:chPref val="0"/>
        </dgm:presLayoutVars>
      </dgm:prSet>
      <dgm:spPr/>
    </dgm:pt>
  </dgm:ptLst>
  <dgm:cxnLst>
    <dgm:cxn modelId="{C36B8C2F-3B0D-4A39-9DEC-6CD0681250F2}" srcId="{3E5F56B7-1060-437F-8EAE-4459BD3C3313}" destId="{D8446572-C383-4F6C-8474-EA79D2BAEF84}" srcOrd="2" destOrd="0" parTransId="{4827EAE9-3D41-475C-80A6-588A14D2CA22}" sibTransId="{DE4A6D39-5F78-463F-84B7-6F28269E1551}"/>
    <dgm:cxn modelId="{03A56761-25BB-4536-BC72-DFAF872440B7}" type="presOf" srcId="{3E5F56B7-1060-437F-8EAE-4459BD3C3313}" destId="{9DB2B1F7-A1D7-4356-918A-15D648DFE26D}" srcOrd="0" destOrd="0" presId="urn:microsoft.com/office/officeart/2018/2/layout/IconVerticalSolidList"/>
    <dgm:cxn modelId="{5A5CBD41-CA08-4B58-892D-52CD4AB4854D}" srcId="{3E5F56B7-1060-437F-8EAE-4459BD3C3313}" destId="{54488E3A-7235-47F2-A2B7-25760DDB79B3}" srcOrd="3" destOrd="0" parTransId="{11612E9C-5B2D-47B5-8799-80B2EDB6C532}" sibTransId="{A1424443-B5B7-4CC3-BDFC-C1E9632E401E}"/>
    <dgm:cxn modelId="{13B65375-8295-4325-93EF-3E2F0B2641B3}" type="presOf" srcId="{D8446572-C383-4F6C-8474-EA79D2BAEF84}" destId="{93BB3B45-6146-4877-A2F4-C45C248284CF}" srcOrd="0" destOrd="0" presId="urn:microsoft.com/office/officeart/2018/2/layout/IconVerticalSolidList"/>
    <dgm:cxn modelId="{A2EA1F59-79E4-44CE-9278-511C773A0DC7}" srcId="{3E5F56B7-1060-437F-8EAE-4459BD3C3313}" destId="{8BC60C11-A280-42D6-BF6A-0014D626F8E3}" srcOrd="1" destOrd="0" parTransId="{609B2B75-1FE9-4902-A2CF-87751894C2AD}" sibTransId="{79058071-3E07-4971-BBB4-78E106A6852F}"/>
    <dgm:cxn modelId="{638F239A-201C-4B9E-BDA6-2960FDB21DC3}" type="presOf" srcId="{54488E3A-7235-47F2-A2B7-25760DDB79B3}" destId="{8E9AEB93-9034-41CD-A26D-546878F1C421}" srcOrd="0" destOrd="0" presId="urn:microsoft.com/office/officeart/2018/2/layout/IconVerticalSolidList"/>
    <dgm:cxn modelId="{E3B6B6A3-24F9-431D-A00A-DE3748EF5322}" srcId="{3E5F56B7-1060-437F-8EAE-4459BD3C3313}" destId="{E579B3A6-B2E6-40A1-9722-A58B73D2E56A}" srcOrd="0" destOrd="0" parTransId="{21C4360F-BCDB-4336-8337-FBE9D2B207E8}" sibTransId="{CFC0F2F1-AF05-4DFA-A8AA-5DE46F829EAF}"/>
    <dgm:cxn modelId="{8A7FA9C9-77D4-4652-AC1A-1F2FF202D423}" type="presOf" srcId="{8BC60C11-A280-42D6-BF6A-0014D626F8E3}" destId="{E6278D4B-00DF-4209-B8B6-8F9E46F91602}" srcOrd="0" destOrd="0" presId="urn:microsoft.com/office/officeart/2018/2/layout/IconVerticalSolidList"/>
    <dgm:cxn modelId="{04A4D1D8-1783-4C0C-99C2-56301FFADF8B}" type="presOf" srcId="{E579B3A6-B2E6-40A1-9722-A58B73D2E56A}" destId="{B489C446-AE31-42A9-A2D7-627BB5DEE797}" srcOrd="0" destOrd="0" presId="urn:microsoft.com/office/officeart/2018/2/layout/IconVerticalSolidList"/>
    <dgm:cxn modelId="{E58173E7-4FBB-4E82-996E-DDE600BEB498}" type="presParOf" srcId="{9DB2B1F7-A1D7-4356-918A-15D648DFE26D}" destId="{9C8CB29D-D1CA-42B2-83DA-8D14815FFF41}" srcOrd="0" destOrd="0" presId="urn:microsoft.com/office/officeart/2018/2/layout/IconVerticalSolidList"/>
    <dgm:cxn modelId="{9B7756BF-FE19-4324-8919-B553CA4C98B6}" type="presParOf" srcId="{9C8CB29D-D1CA-42B2-83DA-8D14815FFF41}" destId="{B497C457-ADB4-4F25-B6AD-A9ACDF26FF3C}" srcOrd="0" destOrd="0" presId="urn:microsoft.com/office/officeart/2018/2/layout/IconVerticalSolidList"/>
    <dgm:cxn modelId="{297E3D8C-ACD6-4C66-BB9D-BC3A286ED39D}" type="presParOf" srcId="{9C8CB29D-D1CA-42B2-83DA-8D14815FFF41}" destId="{549EC9AE-4FB2-4728-8D1B-26FA86697F87}" srcOrd="1" destOrd="0" presId="urn:microsoft.com/office/officeart/2018/2/layout/IconVerticalSolidList"/>
    <dgm:cxn modelId="{2345E855-88BB-48DD-A887-E593BA50992D}" type="presParOf" srcId="{9C8CB29D-D1CA-42B2-83DA-8D14815FFF41}" destId="{4F53595D-4F75-42D3-8DFA-ECBDE23EC312}" srcOrd="2" destOrd="0" presId="urn:microsoft.com/office/officeart/2018/2/layout/IconVerticalSolidList"/>
    <dgm:cxn modelId="{F94F700B-D771-414C-BA7E-6D997F054BEB}" type="presParOf" srcId="{9C8CB29D-D1CA-42B2-83DA-8D14815FFF41}" destId="{B489C446-AE31-42A9-A2D7-627BB5DEE797}" srcOrd="3" destOrd="0" presId="urn:microsoft.com/office/officeart/2018/2/layout/IconVerticalSolidList"/>
    <dgm:cxn modelId="{EFFB815F-55C1-4859-B20B-A54E60D2426F}" type="presParOf" srcId="{9DB2B1F7-A1D7-4356-918A-15D648DFE26D}" destId="{22C5F2E7-259F-40E9-8FA5-8BEDD0BB13B4}" srcOrd="1" destOrd="0" presId="urn:microsoft.com/office/officeart/2018/2/layout/IconVerticalSolidList"/>
    <dgm:cxn modelId="{201C2355-A54B-41F9-A271-C6E917EAFCBA}" type="presParOf" srcId="{9DB2B1F7-A1D7-4356-918A-15D648DFE26D}" destId="{2C7D6D0E-2861-4D2C-8877-878261A0F17C}" srcOrd="2" destOrd="0" presId="urn:microsoft.com/office/officeart/2018/2/layout/IconVerticalSolidList"/>
    <dgm:cxn modelId="{E475656C-3779-4C3D-9FEE-5609D2540A87}" type="presParOf" srcId="{2C7D6D0E-2861-4D2C-8877-878261A0F17C}" destId="{72F9D1E8-C21B-478C-9F57-EB179F72F2B3}" srcOrd="0" destOrd="0" presId="urn:microsoft.com/office/officeart/2018/2/layout/IconVerticalSolidList"/>
    <dgm:cxn modelId="{ABA9351B-EA96-42D4-A119-F37C84EDC337}" type="presParOf" srcId="{2C7D6D0E-2861-4D2C-8877-878261A0F17C}" destId="{E8FFBF76-FDC5-4ECE-9EE4-B44CFBF8F835}" srcOrd="1" destOrd="0" presId="urn:microsoft.com/office/officeart/2018/2/layout/IconVerticalSolidList"/>
    <dgm:cxn modelId="{7124E8B5-1B27-42A2-A974-655CC97519A8}" type="presParOf" srcId="{2C7D6D0E-2861-4D2C-8877-878261A0F17C}" destId="{825463E7-70AA-45F0-9076-A14B1C7CFDBB}" srcOrd="2" destOrd="0" presId="urn:microsoft.com/office/officeart/2018/2/layout/IconVerticalSolidList"/>
    <dgm:cxn modelId="{4A3CA4A6-C67F-42C5-81AF-D9CD9CB4AC58}" type="presParOf" srcId="{2C7D6D0E-2861-4D2C-8877-878261A0F17C}" destId="{E6278D4B-00DF-4209-B8B6-8F9E46F91602}" srcOrd="3" destOrd="0" presId="urn:microsoft.com/office/officeart/2018/2/layout/IconVerticalSolidList"/>
    <dgm:cxn modelId="{8A67BAE6-259E-4503-A199-753C5556D0A8}" type="presParOf" srcId="{9DB2B1F7-A1D7-4356-918A-15D648DFE26D}" destId="{A3D6DFB2-B1EE-434D-97C3-26444F451D69}" srcOrd="3" destOrd="0" presId="urn:microsoft.com/office/officeart/2018/2/layout/IconVerticalSolidList"/>
    <dgm:cxn modelId="{51B1EBC7-B8B1-4654-B50F-D7CE1030016F}" type="presParOf" srcId="{9DB2B1F7-A1D7-4356-918A-15D648DFE26D}" destId="{9D109F67-A335-4689-B48C-CB5F3C5A433C}" srcOrd="4" destOrd="0" presId="urn:microsoft.com/office/officeart/2018/2/layout/IconVerticalSolidList"/>
    <dgm:cxn modelId="{3510DEF2-AA91-4442-B899-E8071399E8F6}" type="presParOf" srcId="{9D109F67-A335-4689-B48C-CB5F3C5A433C}" destId="{38A1E20B-5C90-488A-A3D2-6B23203C0917}" srcOrd="0" destOrd="0" presId="urn:microsoft.com/office/officeart/2018/2/layout/IconVerticalSolidList"/>
    <dgm:cxn modelId="{B3E937F3-4919-41D5-9FB1-C642C8E76934}" type="presParOf" srcId="{9D109F67-A335-4689-B48C-CB5F3C5A433C}" destId="{CDEA8E67-5697-4239-B23E-540E4C68B82C}" srcOrd="1" destOrd="0" presId="urn:microsoft.com/office/officeart/2018/2/layout/IconVerticalSolidList"/>
    <dgm:cxn modelId="{B522F041-AAF2-466E-BA41-CD6BFF4DE0B9}" type="presParOf" srcId="{9D109F67-A335-4689-B48C-CB5F3C5A433C}" destId="{ADF4A855-3355-4071-9621-7B5E1F8DFC89}" srcOrd="2" destOrd="0" presId="urn:microsoft.com/office/officeart/2018/2/layout/IconVerticalSolidList"/>
    <dgm:cxn modelId="{D601D1F2-A77A-40E4-B2F4-04723D6FB310}" type="presParOf" srcId="{9D109F67-A335-4689-B48C-CB5F3C5A433C}" destId="{93BB3B45-6146-4877-A2F4-C45C248284CF}" srcOrd="3" destOrd="0" presId="urn:microsoft.com/office/officeart/2018/2/layout/IconVerticalSolidList"/>
    <dgm:cxn modelId="{490DBE3E-4863-468E-BCB5-DCD88A7C5225}" type="presParOf" srcId="{9DB2B1F7-A1D7-4356-918A-15D648DFE26D}" destId="{307FA1D4-BB16-4EF2-B5AF-0E72BC5C7316}" srcOrd="5" destOrd="0" presId="urn:microsoft.com/office/officeart/2018/2/layout/IconVerticalSolidList"/>
    <dgm:cxn modelId="{67F2BF87-E2D5-4DD0-9901-CE8D7F6BADD5}" type="presParOf" srcId="{9DB2B1F7-A1D7-4356-918A-15D648DFE26D}" destId="{A2E98FA3-D724-4AEA-8580-A418B8AF9875}" srcOrd="6" destOrd="0" presId="urn:microsoft.com/office/officeart/2018/2/layout/IconVerticalSolidList"/>
    <dgm:cxn modelId="{59D95460-4B2B-4283-922F-136F6A690292}" type="presParOf" srcId="{A2E98FA3-D724-4AEA-8580-A418B8AF9875}" destId="{09820FBF-1720-44D8-9F6F-9BA89D298E22}" srcOrd="0" destOrd="0" presId="urn:microsoft.com/office/officeart/2018/2/layout/IconVerticalSolidList"/>
    <dgm:cxn modelId="{3702451F-6D2A-4A69-87F1-58167ED368C4}" type="presParOf" srcId="{A2E98FA3-D724-4AEA-8580-A418B8AF9875}" destId="{912F58EB-F222-4453-B1DD-5188BE442A70}" srcOrd="1" destOrd="0" presId="urn:microsoft.com/office/officeart/2018/2/layout/IconVerticalSolidList"/>
    <dgm:cxn modelId="{4B57E7F4-717E-4677-92B0-9DF7671D09C3}" type="presParOf" srcId="{A2E98FA3-D724-4AEA-8580-A418B8AF9875}" destId="{48ADBBF5-07B2-46EA-AF07-92EE0B0744A9}" srcOrd="2" destOrd="0" presId="urn:microsoft.com/office/officeart/2018/2/layout/IconVerticalSolidList"/>
    <dgm:cxn modelId="{9BCC6D8F-E6F5-4C39-B410-2CA17E5D9097}" type="presParOf" srcId="{A2E98FA3-D724-4AEA-8580-A418B8AF9875}" destId="{8E9AEB93-9034-41CD-A26D-546878F1C42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130ECBA-D8DF-4122-9C92-9F329CD4E4A5}" type="doc">
      <dgm:prSet loTypeId="urn:microsoft.com/office/officeart/2018/2/layout/IconVerticalSolidList" loCatId="icon" qsTypeId="urn:microsoft.com/office/officeart/2005/8/quickstyle/simple1" qsCatId="simple" csTypeId="urn:microsoft.com/office/officeart/2005/8/colors/accent0_1" csCatId="mainScheme" phldr="1"/>
      <dgm:spPr/>
      <dgm:t>
        <a:bodyPr/>
        <a:lstStyle/>
        <a:p>
          <a:endParaRPr lang="en-US"/>
        </a:p>
      </dgm:t>
    </dgm:pt>
    <dgm:pt modelId="{1B205FB0-2098-47D2-A448-8E2696DB832D}">
      <dgm:prSet/>
      <dgm:spPr/>
      <dgm:t>
        <a:bodyPr/>
        <a:lstStyle/>
        <a:p>
          <a:pPr>
            <a:lnSpc>
              <a:spcPct val="100000"/>
            </a:lnSpc>
          </a:pPr>
          <a:r>
            <a:rPr lang="en-US" dirty="0">
              <a:solidFill>
                <a:schemeClr val="bg1"/>
              </a:solidFill>
            </a:rPr>
            <a:t>The Game Dashboard provides players with a centralized web application</a:t>
          </a:r>
        </a:p>
      </dgm:t>
    </dgm:pt>
    <dgm:pt modelId="{DD6D1DC5-BC2D-4C7D-AA4A-CE3DBB13E643}" type="parTrans" cxnId="{6E86A6FB-ECD7-4273-82A2-623A0C707BF4}">
      <dgm:prSet/>
      <dgm:spPr/>
      <dgm:t>
        <a:bodyPr/>
        <a:lstStyle/>
        <a:p>
          <a:endParaRPr lang="en-US"/>
        </a:p>
      </dgm:t>
    </dgm:pt>
    <dgm:pt modelId="{CA2DBC96-5DDE-450B-985E-B8D9D248E1EB}" type="sibTrans" cxnId="{6E86A6FB-ECD7-4273-82A2-623A0C707BF4}">
      <dgm:prSet/>
      <dgm:spPr/>
      <dgm:t>
        <a:bodyPr/>
        <a:lstStyle/>
        <a:p>
          <a:endParaRPr lang="en-US"/>
        </a:p>
      </dgm:t>
    </dgm:pt>
    <dgm:pt modelId="{829F9566-1C3C-4C0C-A0C6-0F4C9C1626F0}">
      <dgm:prSet/>
      <dgm:spPr/>
      <dgm:t>
        <a:bodyPr/>
        <a:lstStyle/>
        <a:p>
          <a:pPr>
            <a:lnSpc>
              <a:spcPct val="100000"/>
            </a:lnSpc>
          </a:pPr>
          <a:r>
            <a:rPr lang="en-US" dirty="0">
              <a:solidFill>
                <a:schemeClr val="bg1"/>
              </a:solidFill>
            </a:rPr>
            <a:t>Players can access data from the 3 Major platforms (PlayStation, Steam, Xbox)</a:t>
          </a:r>
        </a:p>
      </dgm:t>
    </dgm:pt>
    <dgm:pt modelId="{802E3D84-F0FB-4FED-BF57-90D8FAFCDEA2}" type="parTrans" cxnId="{8BDAC474-840A-493C-9D85-678D4B6B1EB5}">
      <dgm:prSet/>
      <dgm:spPr/>
      <dgm:t>
        <a:bodyPr/>
        <a:lstStyle/>
        <a:p>
          <a:endParaRPr lang="en-US"/>
        </a:p>
      </dgm:t>
    </dgm:pt>
    <dgm:pt modelId="{62304708-1FDC-4614-997C-62187064D3EA}" type="sibTrans" cxnId="{8BDAC474-840A-493C-9D85-678D4B6B1EB5}">
      <dgm:prSet/>
      <dgm:spPr/>
      <dgm:t>
        <a:bodyPr/>
        <a:lstStyle/>
        <a:p>
          <a:endParaRPr lang="en-US"/>
        </a:p>
      </dgm:t>
    </dgm:pt>
    <dgm:pt modelId="{1523D742-B962-4305-AA4B-F7BAD943CB3E}">
      <dgm:prSet/>
      <dgm:spPr/>
      <dgm:t>
        <a:bodyPr/>
        <a:lstStyle/>
        <a:p>
          <a:pPr>
            <a:lnSpc>
              <a:spcPct val="100000"/>
            </a:lnSpc>
          </a:pPr>
          <a:r>
            <a:rPr lang="en-US" dirty="0">
              <a:solidFill>
                <a:schemeClr val="bg1"/>
              </a:solidFill>
            </a:rPr>
            <a:t>A standardized format for all the player statistics</a:t>
          </a:r>
        </a:p>
      </dgm:t>
    </dgm:pt>
    <dgm:pt modelId="{FF15257D-AA1F-4D16-B0A2-205F8CC5D815}" type="parTrans" cxnId="{E60588B5-5D33-44C0-8D5C-D46FF01A2BEC}">
      <dgm:prSet/>
      <dgm:spPr/>
      <dgm:t>
        <a:bodyPr/>
        <a:lstStyle/>
        <a:p>
          <a:endParaRPr lang="en-US"/>
        </a:p>
      </dgm:t>
    </dgm:pt>
    <dgm:pt modelId="{C2D280F8-7D04-4B7D-B0F8-19616ACED7D6}" type="sibTrans" cxnId="{E60588B5-5D33-44C0-8D5C-D46FF01A2BEC}">
      <dgm:prSet/>
      <dgm:spPr/>
      <dgm:t>
        <a:bodyPr/>
        <a:lstStyle/>
        <a:p>
          <a:endParaRPr lang="en-US"/>
        </a:p>
      </dgm:t>
    </dgm:pt>
    <dgm:pt modelId="{42710707-0254-43F2-89E6-B65A413C5F97}" type="pres">
      <dgm:prSet presAssocID="{9130ECBA-D8DF-4122-9C92-9F329CD4E4A5}" presName="root" presStyleCnt="0">
        <dgm:presLayoutVars>
          <dgm:dir/>
          <dgm:resizeHandles val="exact"/>
        </dgm:presLayoutVars>
      </dgm:prSet>
      <dgm:spPr/>
    </dgm:pt>
    <dgm:pt modelId="{59D20B12-C888-4903-955B-99F084C6D13D}" type="pres">
      <dgm:prSet presAssocID="{1B205FB0-2098-47D2-A448-8E2696DB832D}" presName="compNode" presStyleCnt="0"/>
      <dgm:spPr/>
    </dgm:pt>
    <dgm:pt modelId="{1A285DDC-14D6-4700-BE3E-700DFCAEF8E0}" type="pres">
      <dgm:prSet presAssocID="{1B205FB0-2098-47D2-A448-8E2696DB832D}" presName="bgRect" presStyleLbl="bgShp" presStyleIdx="0" presStyleCnt="3"/>
      <dgm:spPr>
        <a:solidFill>
          <a:schemeClr val="bg2">
            <a:lumMod val="50000"/>
          </a:schemeClr>
        </a:solidFill>
      </dgm:spPr>
    </dgm:pt>
    <dgm:pt modelId="{96C9E083-FC3F-4E14-84CC-EE38D32F2D39}" type="pres">
      <dgm:prSet presAssocID="{1B205FB0-2098-47D2-A448-8E2696DB832D}"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Database"/>
        </a:ext>
      </dgm:extLst>
    </dgm:pt>
    <dgm:pt modelId="{20120B9D-0F3C-4571-AC90-F8612071DA6D}" type="pres">
      <dgm:prSet presAssocID="{1B205FB0-2098-47D2-A448-8E2696DB832D}" presName="spaceRect" presStyleCnt="0"/>
      <dgm:spPr/>
    </dgm:pt>
    <dgm:pt modelId="{136EB2A3-5B44-4E7B-A333-091028B8D75A}" type="pres">
      <dgm:prSet presAssocID="{1B205FB0-2098-47D2-A448-8E2696DB832D}" presName="parTx" presStyleLbl="revTx" presStyleIdx="0" presStyleCnt="3">
        <dgm:presLayoutVars>
          <dgm:chMax val="0"/>
          <dgm:chPref val="0"/>
        </dgm:presLayoutVars>
      </dgm:prSet>
      <dgm:spPr/>
    </dgm:pt>
    <dgm:pt modelId="{03E98808-235A-431A-B3E9-121C68EF7AA7}" type="pres">
      <dgm:prSet presAssocID="{CA2DBC96-5DDE-450B-985E-B8D9D248E1EB}" presName="sibTrans" presStyleCnt="0"/>
      <dgm:spPr/>
    </dgm:pt>
    <dgm:pt modelId="{D6EF1950-91A7-4598-9B9F-6A48D37BE6B0}" type="pres">
      <dgm:prSet presAssocID="{829F9566-1C3C-4C0C-A0C6-0F4C9C1626F0}" presName="compNode" presStyleCnt="0"/>
      <dgm:spPr/>
    </dgm:pt>
    <dgm:pt modelId="{DDDFA9E3-847F-4BB1-9895-EDD9ACA2C735}" type="pres">
      <dgm:prSet presAssocID="{829F9566-1C3C-4C0C-A0C6-0F4C9C1626F0}" presName="bgRect" presStyleLbl="bgShp" presStyleIdx="1" presStyleCnt="3"/>
      <dgm:spPr>
        <a:solidFill>
          <a:schemeClr val="bg2">
            <a:lumMod val="50000"/>
          </a:schemeClr>
        </a:solidFill>
      </dgm:spPr>
    </dgm:pt>
    <dgm:pt modelId="{820ED4B8-EDB6-4988-B4BF-E8BA9E64CA7D}" type="pres">
      <dgm:prSet presAssocID="{829F9566-1C3C-4C0C-A0C6-0F4C9C1626F0}"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ame controller"/>
        </a:ext>
      </dgm:extLst>
    </dgm:pt>
    <dgm:pt modelId="{7701AF43-C86A-43AE-BC57-00F0F3CFA094}" type="pres">
      <dgm:prSet presAssocID="{829F9566-1C3C-4C0C-A0C6-0F4C9C1626F0}" presName="spaceRect" presStyleCnt="0"/>
      <dgm:spPr/>
    </dgm:pt>
    <dgm:pt modelId="{E4EF1F86-A68F-4CA5-8580-38B3412160CE}" type="pres">
      <dgm:prSet presAssocID="{829F9566-1C3C-4C0C-A0C6-0F4C9C1626F0}" presName="parTx" presStyleLbl="revTx" presStyleIdx="1" presStyleCnt="3">
        <dgm:presLayoutVars>
          <dgm:chMax val="0"/>
          <dgm:chPref val="0"/>
        </dgm:presLayoutVars>
      </dgm:prSet>
      <dgm:spPr/>
    </dgm:pt>
    <dgm:pt modelId="{B59C6F03-6F9E-41B7-AFA4-ADA0CE551FBB}" type="pres">
      <dgm:prSet presAssocID="{62304708-1FDC-4614-997C-62187064D3EA}" presName="sibTrans" presStyleCnt="0"/>
      <dgm:spPr/>
    </dgm:pt>
    <dgm:pt modelId="{E0DE8771-8972-495B-B3FE-0E3CEB0E0C2B}" type="pres">
      <dgm:prSet presAssocID="{1523D742-B962-4305-AA4B-F7BAD943CB3E}" presName="compNode" presStyleCnt="0"/>
      <dgm:spPr/>
    </dgm:pt>
    <dgm:pt modelId="{4935893F-F1DD-4045-A960-CC2D676BBB21}" type="pres">
      <dgm:prSet presAssocID="{1523D742-B962-4305-AA4B-F7BAD943CB3E}" presName="bgRect" presStyleLbl="bgShp" presStyleIdx="2" presStyleCnt="3" custLinFactNeighborX="-7045" custLinFactNeighborY="1022"/>
      <dgm:spPr>
        <a:solidFill>
          <a:schemeClr val="bg2">
            <a:lumMod val="50000"/>
          </a:schemeClr>
        </a:solidFill>
      </dgm:spPr>
    </dgm:pt>
    <dgm:pt modelId="{AAEFE9E9-2C6B-4BBE-A4E4-74B817563F65}" type="pres">
      <dgm:prSet presAssocID="{1523D742-B962-4305-AA4B-F7BAD943CB3E}"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Bar chart"/>
        </a:ext>
      </dgm:extLst>
    </dgm:pt>
    <dgm:pt modelId="{D808FB27-483E-436E-B134-268A380F0462}" type="pres">
      <dgm:prSet presAssocID="{1523D742-B962-4305-AA4B-F7BAD943CB3E}" presName="spaceRect" presStyleCnt="0"/>
      <dgm:spPr/>
    </dgm:pt>
    <dgm:pt modelId="{66BFB569-9927-4FCC-A178-D66133AB4C33}" type="pres">
      <dgm:prSet presAssocID="{1523D742-B962-4305-AA4B-F7BAD943CB3E}" presName="parTx" presStyleLbl="revTx" presStyleIdx="2" presStyleCnt="3">
        <dgm:presLayoutVars>
          <dgm:chMax val="0"/>
          <dgm:chPref val="0"/>
        </dgm:presLayoutVars>
      </dgm:prSet>
      <dgm:spPr/>
    </dgm:pt>
  </dgm:ptLst>
  <dgm:cxnLst>
    <dgm:cxn modelId="{8BDAC474-840A-493C-9D85-678D4B6B1EB5}" srcId="{9130ECBA-D8DF-4122-9C92-9F329CD4E4A5}" destId="{829F9566-1C3C-4C0C-A0C6-0F4C9C1626F0}" srcOrd="1" destOrd="0" parTransId="{802E3D84-F0FB-4FED-BF57-90D8FAFCDEA2}" sibTransId="{62304708-1FDC-4614-997C-62187064D3EA}"/>
    <dgm:cxn modelId="{1D05DC8B-6815-4162-B1CD-60E38FA0198D}" type="presOf" srcId="{1523D742-B962-4305-AA4B-F7BAD943CB3E}" destId="{66BFB569-9927-4FCC-A178-D66133AB4C33}" srcOrd="0" destOrd="0" presId="urn:microsoft.com/office/officeart/2018/2/layout/IconVerticalSolidList"/>
    <dgm:cxn modelId="{BCFA1294-DE16-4A23-8FF2-4E421B6DD898}" type="presOf" srcId="{1B205FB0-2098-47D2-A448-8E2696DB832D}" destId="{136EB2A3-5B44-4E7B-A333-091028B8D75A}" srcOrd="0" destOrd="0" presId="urn:microsoft.com/office/officeart/2018/2/layout/IconVerticalSolidList"/>
    <dgm:cxn modelId="{D096E99D-3E57-436D-AEDC-51429154A94B}" type="presOf" srcId="{829F9566-1C3C-4C0C-A0C6-0F4C9C1626F0}" destId="{E4EF1F86-A68F-4CA5-8580-38B3412160CE}" srcOrd="0" destOrd="0" presId="urn:microsoft.com/office/officeart/2018/2/layout/IconVerticalSolidList"/>
    <dgm:cxn modelId="{8687B5AE-2386-49CD-BB45-B92EB73D3B39}" type="presOf" srcId="{9130ECBA-D8DF-4122-9C92-9F329CD4E4A5}" destId="{42710707-0254-43F2-89E6-B65A413C5F97}" srcOrd="0" destOrd="0" presId="urn:microsoft.com/office/officeart/2018/2/layout/IconVerticalSolidList"/>
    <dgm:cxn modelId="{E60588B5-5D33-44C0-8D5C-D46FF01A2BEC}" srcId="{9130ECBA-D8DF-4122-9C92-9F329CD4E4A5}" destId="{1523D742-B962-4305-AA4B-F7BAD943CB3E}" srcOrd="2" destOrd="0" parTransId="{FF15257D-AA1F-4D16-B0A2-205F8CC5D815}" sibTransId="{C2D280F8-7D04-4B7D-B0F8-19616ACED7D6}"/>
    <dgm:cxn modelId="{6E86A6FB-ECD7-4273-82A2-623A0C707BF4}" srcId="{9130ECBA-D8DF-4122-9C92-9F329CD4E4A5}" destId="{1B205FB0-2098-47D2-A448-8E2696DB832D}" srcOrd="0" destOrd="0" parTransId="{DD6D1DC5-BC2D-4C7D-AA4A-CE3DBB13E643}" sibTransId="{CA2DBC96-5DDE-450B-985E-B8D9D248E1EB}"/>
    <dgm:cxn modelId="{A7900353-8FCC-42E4-89A0-BE2C66594A44}" type="presParOf" srcId="{42710707-0254-43F2-89E6-B65A413C5F97}" destId="{59D20B12-C888-4903-955B-99F084C6D13D}" srcOrd="0" destOrd="0" presId="urn:microsoft.com/office/officeart/2018/2/layout/IconVerticalSolidList"/>
    <dgm:cxn modelId="{963DC3CC-5003-4CB6-8F7B-2647D909BC16}" type="presParOf" srcId="{59D20B12-C888-4903-955B-99F084C6D13D}" destId="{1A285DDC-14D6-4700-BE3E-700DFCAEF8E0}" srcOrd="0" destOrd="0" presId="urn:microsoft.com/office/officeart/2018/2/layout/IconVerticalSolidList"/>
    <dgm:cxn modelId="{7A8995D5-B289-4374-A378-A96C9EA5B1E9}" type="presParOf" srcId="{59D20B12-C888-4903-955B-99F084C6D13D}" destId="{96C9E083-FC3F-4E14-84CC-EE38D32F2D39}" srcOrd="1" destOrd="0" presId="urn:microsoft.com/office/officeart/2018/2/layout/IconVerticalSolidList"/>
    <dgm:cxn modelId="{0E64B2D6-84F1-481A-914D-3A65E05FCBC1}" type="presParOf" srcId="{59D20B12-C888-4903-955B-99F084C6D13D}" destId="{20120B9D-0F3C-4571-AC90-F8612071DA6D}" srcOrd="2" destOrd="0" presId="urn:microsoft.com/office/officeart/2018/2/layout/IconVerticalSolidList"/>
    <dgm:cxn modelId="{8CF8FA1D-7A01-4D20-99F8-461FA40E35E9}" type="presParOf" srcId="{59D20B12-C888-4903-955B-99F084C6D13D}" destId="{136EB2A3-5B44-4E7B-A333-091028B8D75A}" srcOrd="3" destOrd="0" presId="urn:microsoft.com/office/officeart/2018/2/layout/IconVerticalSolidList"/>
    <dgm:cxn modelId="{1194F9F2-4771-4859-BE27-5EAAEEBBBED7}" type="presParOf" srcId="{42710707-0254-43F2-89E6-B65A413C5F97}" destId="{03E98808-235A-431A-B3E9-121C68EF7AA7}" srcOrd="1" destOrd="0" presId="urn:microsoft.com/office/officeart/2018/2/layout/IconVerticalSolidList"/>
    <dgm:cxn modelId="{D5AD954E-CB81-4C2E-8995-2C997D93B5A4}" type="presParOf" srcId="{42710707-0254-43F2-89E6-B65A413C5F97}" destId="{D6EF1950-91A7-4598-9B9F-6A48D37BE6B0}" srcOrd="2" destOrd="0" presId="urn:microsoft.com/office/officeart/2018/2/layout/IconVerticalSolidList"/>
    <dgm:cxn modelId="{4E819D99-BDBD-4DEE-A356-AAB9927D9027}" type="presParOf" srcId="{D6EF1950-91A7-4598-9B9F-6A48D37BE6B0}" destId="{DDDFA9E3-847F-4BB1-9895-EDD9ACA2C735}" srcOrd="0" destOrd="0" presId="urn:microsoft.com/office/officeart/2018/2/layout/IconVerticalSolidList"/>
    <dgm:cxn modelId="{74F12B9D-1DC8-46C2-A805-0DA2E20EA41F}" type="presParOf" srcId="{D6EF1950-91A7-4598-9B9F-6A48D37BE6B0}" destId="{820ED4B8-EDB6-4988-B4BF-E8BA9E64CA7D}" srcOrd="1" destOrd="0" presId="urn:microsoft.com/office/officeart/2018/2/layout/IconVerticalSolidList"/>
    <dgm:cxn modelId="{2EA40AB0-8334-46A2-90F5-07D7709F7346}" type="presParOf" srcId="{D6EF1950-91A7-4598-9B9F-6A48D37BE6B0}" destId="{7701AF43-C86A-43AE-BC57-00F0F3CFA094}" srcOrd="2" destOrd="0" presId="urn:microsoft.com/office/officeart/2018/2/layout/IconVerticalSolidList"/>
    <dgm:cxn modelId="{C27D67D7-07C9-4C8D-B044-DA55F501C2F3}" type="presParOf" srcId="{D6EF1950-91A7-4598-9B9F-6A48D37BE6B0}" destId="{E4EF1F86-A68F-4CA5-8580-38B3412160CE}" srcOrd="3" destOrd="0" presId="urn:microsoft.com/office/officeart/2018/2/layout/IconVerticalSolidList"/>
    <dgm:cxn modelId="{4592AB75-1CB7-4B55-9410-518A60E6E7E7}" type="presParOf" srcId="{42710707-0254-43F2-89E6-B65A413C5F97}" destId="{B59C6F03-6F9E-41B7-AFA4-ADA0CE551FBB}" srcOrd="3" destOrd="0" presId="urn:microsoft.com/office/officeart/2018/2/layout/IconVerticalSolidList"/>
    <dgm:cxn modelId="{4066F0E6-2C08-4228-A498-BDF2111D2CE6}" type="presParOf" srcId="{42710707-0254-43F2-89E6-B65A413C5F97}" destId="{E0DE8771-8972-495B-B3FE-0E3CEB0E0C2B}" srcOrd="4" destOrd="0" presId="urn:microsoft.com/office/officeart/2018/2/layout/IconVerticalSolidList"/>
    <dgm:cxn modelId="{093727E4-9108-4751-B859-26621BD2F974}" type="presParOf" srcId="{E0DE8771-8972-495B-B3FE-0E3CEB0E0C2B}" destId="{4935893F-F1DD-4045-A960-CC2D676BBB21}" srcOrd="0" destOrd="0" presId="urn:microsoft.com/office/officeart/2018/2/layout/IconVerticalSolidList"/>
    <dgm:cxn modelId="{67159E30-EBBB-4C48-84C1-B94FC81EF057}" type="presParOf" srcId="{E0DE8771-8972-495B-B3FE-0E3CEB0E0C2B}" destId="{AAEFE9E9-2C6B-4BBE-A4E4-74B817563F65}" srcOrd="1" destOrd="0" presId="urn:microsoft.com/office/officeart/2018/2/layout/IconVerticalSolidList"/>
    <dgm:cxn modelId="{3ACA8FDB-A6D7-48E2-9F6C-8C145C31DB89}" type="presParOf" srcId="{E0DE8771-8972-495B-B3FE-0E3CEB0E0C2B}" destId="{D808FB27-483E-436E-B134-268A380F0462}" srcOrd="2" destOrd="0" presId="urn:microsoft.com/office/officeart/2018/2/layout/IconVerticalSolidList"/>
    <dgm:cxn modelId="{B74BB979-958E-4CC3-B5C2-D9667E28BD6D}" type="presParOf" srcId="{E0DE8771-8972-495B-B3FE-0E3CEB0E0C2B}" destId="{66BFB569-9927-4FCC-A178-D66133AB4C3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CD70A90-3110-42DB-8C6B-2D1A8BDE2521}" type="doc">
      <dgm:prSet loTypeId="urn:microsoft.com/office/officeart/2018/2/layout/IconVerticalSolidList" loCatId="icon" qsTypeId="urn:microsoft.com/office/officeart/2005/8/quickstyle/simple1" qsCatId="simple" csTypeId="urn:microsoft.com/office/officeart/2005/8/colors/accent0_1" csCatId="mainScheme" phldr="1"/>
      <dgm:spPr/>
      <dgm:t>
        <a:bodyPr/>
        <a:lstStyle/>
        <a:p>
          <a:endParaRPr lang="en-US"/>
        </a:p>
      </dgm:t>
    </dgm:pt>
    <dgm:pt modelId="{E352FE41-E9F6-48A6-9CD7-2E4FF410BD04}">
      <dgm:prSet/>
      <dgm:spPr/>
      <dgm:t>
        <a:bodyPr/>
        <a:lstStyle/>
        <a:p>
          <a:pPr>
            <a:lnSpc>
              <a:spcPct val="100000"/>
            </a:lnSpc>
          </a:pPr>
          <a:r>
            <a:rPr lang="en-US" dirty="0">
              <a:solidFill>
                <a:schemeClr val="bg1"/>
              </a:solidFill>
            </a:rPr>
            <a:t>User Browser (React) → Sends JWT Token → Express Backend</a:t>
          </a:r>
        </a:p>
      </dgm:t>
    </dgm:pt>
    <dgm:pt modelId="{08F217E5-5A5E-484D-95EA-DEAF0CCA3CDC}" type="parTrans" cxnId="{016B77EF-EE85-4C84-9EBC-3CA22EE0652B}">
      <dgm:prSet/>
      <dgm:spPr/>
      <dgm:t>
        <a:bodyPr/>
        <a:lstStyle/>
        <a:p>
          <a:endParaRPr lang="en-US"/>
        </a:p>
      </dgm:t>
    </dgm:pt>
    <dgm:pt modelId="{1E0B0AC7-AE68-4922-9A46-8231744D304D}" type="sibTrans" cxnId="{016B77EF-EE85-4C84-9EBC-3CA22EE0652B}">
      <dgm:prSet/>
      <dgm:spPr/>
      <dgm:t>
        <a:bodyPr/>
        <a:lstStyle/>
        <a:p>
          <a:endParaRPr lang="en-US"/>
        </a:p>
      </dgm:t>
    </dgm:pt>
    <dgm:pt modelId="{BFB1136E-B370-4DE5-ABF1-61BA32C2AE9B}">
      <dgm:prSet/>
      <dgm:spPr/>
      <dgm:t>
        <a:bodyPr/>
        <a:lstStyle/>
        <a:p>
          <a:pPr>
            <a:lnSpc>
              <a:spcPct val="100000"/>
            </a:lnSpc>
          </a:pPr>
          <a:r>
            <a:rPr lang="en-US" dirty="0">
              <a:solidFill>
                <a:schemeClr val="bg1"/>
              </a:solidFill>
            </a:rPr>
            <a:t>Express Backend → Checks local cache in MongoDB</a:t>
          </a:r>
        </a:p>
      </dgm:t>
    </dgm:pt>
    <dgm:pt modelId="{7BC4289F-3C8A-4B93-9F54-5D965F645272}" type="parTrans" cxnId="{52EC2443-392E-46E8-AFDC-E1AEA9953720}">
      <dgm:prSet/>
      <dgm:spPr/>
      <dgm:t>
        <a:bodyPr/>
        <a:lstStyle/>
        <a:p>
          <a:endParaRPr lang="en-US"/>
        </a:p>
      </dgm:t>
    </dgm:pt>
    <dgm:pt modelId="{A8757A8E-730B-4AF6-9A76-1EF722162E6F}" type="sibTrans" cxnId="{52EC2443-392E-46E8-AFDC-E1AEA9953720}">
      <dgm:prSet/>
      <dgm:spPr/>
      <dgm:t>
        <a:bodyPr/>
        <a:lstStyle/>
        <a:p>
          <a:endParaRPr lang="en-US"/>
        </a:p>
      </dgm:t>
    </dgm:pt>
    <dgm:pt modelId="{652D7029-8214-4482-B872-8ACA6789F57C}">
      <dgm:prSet/>
      <dgm:spPr/>
      <dgm:t>
        <a:bodyPr/>
        <a:lstStyle/>
        <a:p>
          <a:pPr>
            <a:lnSpc>
              <a:spcPct val="100000"/>
            </a:lnSpc>
          </a:pPr>
          <a:r>
            <a:rPr lang="en-US" dirty="0">
              <a:solidFill>
                <a:schemeClr val="bg1"/>
              </a:solidFill>
            </a:rPr>
            <a:t>If data is missing or stale → Express Backend → Queries Steam/Sony/</a:t>
          </a:r>
          <a:r>
            <a:rPr lang="en-US" dirty="0" err="1">
              <a:solidFill>
                <a:schemeClr val="bg1"/>
              </a:solidFill>
            </a:rPr>
            <a:t>OpenXBL</a:t>
          </a:r>
          <a:r>
            <a:rPr lang="en-US" dirty="0">
              <a:solidFill>
                <a:schemeClr val="bg1"/>
              </a:solidFill>
            </a:rPr>
            <a:t> APIs respectively</a:t>
          </a:r>
        </a:p>
      </dgm:t>
    </dgm:pt>
    <dgm:pt modelId="{8DA919AF-A290-4C51-AB33-B361DDF0198F}" type="parTrans" cxnId="{981E921E-752C-46D1-BED9-4097449EE739}">
      <dgm:prSet/>
      <dgm:spPr/>
      <dgm:t>
        <a:bodyPr/>
        <a:lstStyle/>
        <a:p>
          <a:endParaRPr lang="en-US"/>
        </a:p>
      </dgm:t>
    </dgm:pt>
    <dgm:pt modelId="{22510CA1-CBC3-4468-92B6-244F39DE7887}" type="sibTrans" cxnId="{981E921E-752C-46D1-BED9-4097449EE739}">
      <dgm:prSet/>
      <dgm:spPr/>
      <dgm:t>
        <a:bodyPr/>
        <a:lstStyle/>
        <a:p>
          <a:endParaRPr lang="en-US"/>
        </a:p>
      </dgm:t>
    </dgm:pt>
    <dgm:pt modelId="{5AC4A842-C1B0-4724-9D05-E655AD327ACE}">
      <dgm:prSet/>
      <dgm:spPr/>
      <dgm:t>
        <a:bodyPr/>
        <a:lstStyle/>
        <a:p>
          <a:pPr>
            <a:lnSpc>
              <a:spcPct val="100000"/>
            </a:lnSpc>
          </a:pPr>
          <a:r>
            <a:rPr lang="en-US" dirty="0">
              <a:solidFill>
                <a:schemeClr val="bg1"/>
              </a:solidFill>
            </a:rPr>
            <a:t>Express Backend → Normalizes JSON Data → Saves data to MongoDB → Returns clean data to React UI</a:t>
          </a:r>
        </a:p>
      </dgm:t>
    </dgm:pt>
    <dgm:pt modelId="{C53DDCF6-335E-4F0F-A390-9695611B2B24}" type="parTrans" cxnId="{A98C278C-4F7C-4E6E-8F7E-201A3678C449}">
      <dgm:prSet/>
      <dgm:spPr/>
      <dgm:t>
        <a:bodyPr/>
        <a:lstStyle/>
        <a:p>
          <a:endParaRPr lang="en-US"/>
        </a:p>
      </dgm:t>
    </dgm:pt>
    <dgm:pt modelId="{D288C40E-6F14-4F51-9BA8-92D873348CB5}" type="sibTrans" cxnId="{A98C278C-4F7C-4E6E-8F7E-201A3678C449}">
      <dgm:prSet/>
      <dgm:spPr/>
      <dgm:t>
        <a:bodyPr/>
        <a:lstStyle/>
        <a:p>
          <a:endParaRPr lang="en-US"/>
        </a:p>
      </dgm:t>
    </dgm:pt>
    <dgm:pt modelId="{2767E13E-9441-4BD0-942F-8A39AEEB62D6}" type="pres">
      <dgm:prSet presAssocID="{1CD70A90-3110-42DB-8C6B-2D1A8BDE2521}" presName="root" presStyleCnt="0">
        <dgm:presLayoutVars>
          <dgm:dir/>
          <dgm:resizeHandles val="exact"/>
        </dgm:presLayoutVars>
      </dgm:prSet>
      <dgm:spPr/>
    </dgm:pt>
    <dgm:pt modelId="{2EA439D9-C630-4853-BE97-6A183B88C36F}" type="pres">
      <dgm:prSet presAssocID="{E352FE41-E9F6-48A6-9CD7-2E4FF410BD04}" presName="compNode" presStyleCnt="0"/>
      <dgm:spPr/>
    </dgm:pt>
    <dgm:pt modelId="{FD1DB50E-B0AA-4A69-A3CA-6BAB0B2022EF}" type="pres">
      <dgm:prSet presAssocID="{E352FE41-E9F6-48A6-9CD7-2E4FF410BD04}" presName="bgRect" presStyleLbl="bgShp" presStyleIdx="0" presStyleCnt="4"/>
      <dgm:spPr>
        <a:solidFill>
          <a:schemeClr val="bg2">
            <a:lumMod val="50000"/>
          </a:schemeClr>
        </a:solidFill>
      </dgm:spPr>
    </dgm:pt>
    <dgm:pt modelId="{E01B6A40-601E-4E10-806F-B67C7CFE7E19}" type="pres">
      <dgm:prSet presAssocID="{E352FE41-E9F6-48A6-9CD7-2E4FF410BD04}"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User"/>
        </a:ext>
      </dgm:extLst>
    </dgm:pt>
    <dgm:pt modelId="{9B287978-D642-4CEC-9FE2-66D53CF8771D}" type="pres">
      <dgm:prSet presAssocID="{E352FE41-E9F6-48A6-9CD7-2E4FF410BD04}" presName="spaceRect" presStyleCnt="0"/>
      <dgm:spPr/>
    </dgm:pt>
    <dgm:pt modelId="{DB084960-EB31-4CD2-B7BB-75FC9396A2B8}" type="pres">
      <dgm:prSet presAssocID="{E352FE41-E9F6-48A6-9CD7-2E4FF410BD04}" presName="parTx" presStyleLbl="revTx" presStyleIdx="0" presStyleCnt="4">
        <dgm:presLayoutVars>
          <dgm:chMax val="0"/>
          <dgm:chPref val="0"/>
        </dgm:presLayoutVars>
      </dgm:prSet>
      <dgm:spPr/>
    </dgm:pt>
    <dgm:pt modelId="{A9CD5121-9768-4010-BDE6-87C434706811}" type="pres">
      <dgm:prSet presAssocID="{1E0B0AC7-AE68-4922-9A46-8231744D304D}" presName="sibTrans" presStyleCnt="0"/>
      <dgm:spPr/>
    </dgm:pt>
    <dgm:pt modelId="{A2A3F554-809F-4533-8201-C60E896EBC87}" type="pres">
      <dgm:prSet presAssocID="{BFB1136E-B370-4DE5-ABF1-61BA32C2AE9B}" presName="compNode" presStyleCnt="0"/>
      <dgm:spPr/>
    </dgm:pt>
    <dgm:pt modelId="{C989461F-0ACB-4AA1-A491-76289743A064}" type="pres">
      <dgm:prSet presAssocID="{BFB1136E-B370-4DE5-ABF1-61BA32C2AE9B}" presName="bgRect" presStyleLbl="bgShp" presStyleIdx="1" presStyleCnt="4"/>
      <dgm:spPr>
        <a:solidFill>
          <a:schemeClr val="bg2">
            <a:lumMod val="50000"/>
          </a:schemeClr>
        </a:solidFill>
      </dgm:spPr>
    </dgm:pt>
    <dgm:pt modelId="{C4AC0891-FC4F-465C-B9A5-EB7A322C2827}" type="pres">
      <dgm:prSet presAssocID="{BFB1136E-B370-4DE5-ABF1-61BA32C2AE9B}"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99718071-2A25-493A-8496-718EAA4B49BA}" type="pres">
      <dgm:prSet presAssocID="{BFB1136E-B370-4DE5-ABF1-61BA32C2AE9B}" presName="spaceRect" presStyleCnt="0"/>
      <dgm:spPr/>
    </dgm:pt>
    <dgm:pt modelId="{EBB00762-D28A-4287-B4A9-E31D6E290063}" type="pres">
      <dgm:prSet presAssocID="{BFB1136E-B370-4DE5-ABF1-61BA32C2AE9B}" presName="parTx" presStyleLbl="revTx" presStyleIdx="1" presStyleCnt="4">
        <dgm:presLayoutVars>
          <dgm:chMax val="0"/>
          <dgm:chPref val="0"/>
        </dgm:presLayoutVars>
      </dgm:prSet>
      <dgm:spPr/>
    </dgm:pt>
    <dgm:pt modelId="{2303C9E0-DD16-4D4B-8AF3-005833B4450B}" type="pres">
      <dgm:prSet presAssocID="{A8757A8E-730B-4AF6-9A76-1EF722162E6F}" presName="sibTrans" presStyleCnt="0"/>
      <dgm:spPr/>
    </dgm:pt>
    <dgm:pt modelId="{336C9672-C7DB-429F-BA8B-7C2C6E6FCEBE}" type="pres">
      <dgm:prSet presAssocID="{652D7029-8214-4482-B872-8ACA6789F57C}" presName="compNode" presStyleCnt="0"/>
      <dgm:spPr/>
    </dgm:pt>
    <dgm:pt modelId="{023F8205-4D4B-42E5-93E8-308F133BE73B}" type="pres">
      <dgm:prSet presAssocID="{652D7029-8214-4482-B872-8ACA6789F57C}" presName="bgRect" presStyleLbl="bgShp" presStyleIdx="2" presStyleCnt="4"/>
      <dgm:spPr>
        <a:solidFill>
          <a:schemeClr val="bg2">
            <a:lumMod val="50000"/>
          </a:schemeClr>
        </a:solidFill>
      </dgm:spPr>
    </dgm:pt>
    <dgm:pt modelId="{B2913CAB-B1BB-4A8F-83DA-FB6736EC4D6F}" type="pres">
      <dgm:prSet presAssocID="{652D7029-8214-4482-B872-8ACA6789F57C}"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Processor"/>
        </a:ext>
      </dgm:extLst>
    </dgm:pt>
    <dgm:pt modelId="{A51E568D-4D61-45D5-8832-33D34B71E3EE}" type="pres">
      <dgm:prSet presAssocID="{652D7029-8214-4482-B872-8ACA6789F57C}" presName="spaceRect" presStyleCnt="0"/>
      <dgm:spPr/>
    </dgm:pt>
    <dgm:pt modelId="{C16C3E68-09DC-4FC6-87FE-BDB2D900D09A}" type="pres">
      <dgm:prSet presAssocID="{652D7029-8214-4482-B872-8ACA6789F57C}" presName="parTx" presStyleLbl="revTx" presStyleIdx="2" presStyleCnt="4">
        <dgm:presLayoutVars>
          <dgm:chMax val="0"/>
          <dgm:chPref val="0"/>
        </dgm:presLayoutVars>
      </dgm:prSet>
      <dgm:spPr/>
    </dgm:pt>
    <dgm:pt modelId="{1D26B8B4-CE64-40CF-BC24-8C02E235962C}" type="pres">
      <dgm:prSet presAssocID="{22510CA1-CBC3-4468-92B6-244F39DE7887}" presName="sibTrans" presStyleCnt="0"/>
      <dgm:spPr/>
    </dgm:pt>
    <dgm:pt modelId="{91302E12-73F8-4FBE-B3C2-B9B205872804}" type="pres">
      <dgm:prSet presAssocID="{5AC4A842-C1B0-4724-9D05-E655AD327ACE}" presName="compNode" presStyleCnt="0"/>
      <dgm:spPr/>
    </dgm:pt>
    <dgm:pt modelId="{005BC5B2-DB77-4DEF-BA23-48CD7F0213C3}" type="pres">
      <dgm:prSet presAssocID="{5AC4A842-C1B0-4724-9D05-E655AD327ACE}" presName="bgRect" presStyleLbl="bgShp" presStyleIdx="3" presStyleCnt="4"/>
      <dgm:spPr>
        <a:solidFill>
          <a:schemeClr val="bg2">
            <a:lumMod val="50000"/>
          </a:schemeClr>
        </a:solidFill>
      </dgm:spPr>
    </dgm:pt>
    <dgm:pt modelId="{3A2E7BB1-8DA6-4D52-A923-5D09A7FE1F9D}" type="pres">
      <dgm:prSet presAssocID="{5AC4A842-C1B0-4724-9D05-E655AD327ACE}"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ears"/>
        </a:ext>
      </dgm:extLst>
    </dgm:pt>
    <dgm:pt modelId="{596E8C2E-5F7A-4BC3-AC2D-E7C083D441F3}" type="pres">
      <dgm:prSet presAssocID="{5AC4A842-C1B0-4724-9D05-E655AD327ACE}" presName="spaceRect" presStyleCnt="0"/>
      <dgm:spPr/>
    </dgm:pt>
    <dgm:pt modelId="{3A9D6CFE-65AE-43EA-B90C-1C780A3C78F8}" type="pres">
      <dgm:prSet presAssocID="{5AC4A842-C1B0-4724-9D05-E655AD327ACE}" presName="parTx" presStyleLbl="revTx" presStyleIdx="3" presStyleCnt="4">
        <dgm:presLayoutVars>
          <dgm:chMax val="0"/>
          <dgm:chPref val="0"/>
        </dgm:presLayoutVars>
      </dgm:prSet>
      <dgm:spPr/>
    </dgm:pt>
  </dgm:ptLst>
  <dgm:cxnLst>
    <dgm:cxn modelId="{B505A40D-B74C-4F47-8B72-62319188FC82}" type="presOf" srcId="{652D7029-8214-4482-B872-8ACA6789F57C}" destId="{C16C3E68-09DC-4FC6-87FE-BDB2D900D09A}" srcOrd="0" destOrd="0" presId="urn:microsoft.com/office/officeart/2018/2/layout/IconVerticalSolidList"/>
    <dgm:cxn modelId="{981E921E-752C-46D1-BED9-4097449EE739}" srcId="{1CD70A90-3110-42DB-8C6B-2D1A8BDE2521}" destId="{652D7029-8214-4482-B872-8ACA6789F57C}" srcOrd="2" destOrd="0" parTransId="{8DA919AF-A290-4C51-AB33-B361DDF0198F}" sibTransId="{22510CA1-CBC3-4468-92B6-244F39DE7887}"/>
    <dgm:cxn modelId="{52EC2443-392E-46E8-AFDC-E1AEA9953720}" srcId="{1CD70A90-3110-42DB-8C6B-2D1A8BDE2521}" destId="{BFB1136E-B370-4DE5-ABF1-61BA32C2AE9B}" srcOrd="1" destOrd="0" parTransId="{7BC4289F-3C8A-4B93-9F54-5D965F645272}" sibTransId="{A8757A8E-730B-4AF6-9A76-1EF722162E6F}"/>
    <dgm:cxn modelId="{587BA757-5B01-4500-AE5B-82E35A7F5629}" type="presOf" srcId="{E352FE41-E9F6-48A6-9CD7-2E4FF410BD04}" destId="{DB084960-EB31-4CD2-B7BB-75FC9396A2B8}" srcOrd="0" destOrd="0" presId="urn:microsoft.com/office/officeart/2018/2/layout/IconVerticalSolidList"/>
    <dgm:cxn modelId="{A98C278C-4F7C-4E6E-8F7E-201A3678C449}" srcId="{1CD70A90-3110-42DB-8C6B-2D1A8BDE2521}" destId="{5AC4A842-C1B0-4724-9D05-E655AD327ACE}" srcOrd="3" destOrd="0" parTransId="{C53DDCF6-335E-4F0F-A390-9695611B2B24}" sibTransId="{D288C40E-6F14-4F51-9BA8-92D873348CB5}"/>
    <dgm:cxn modelId="{A0878EC2-F967-44C1-AF13-698B60F782B0}" type="presOf" srcId="{5AC4A842-C1B0-4724-9D05-E655AD327ACE}" destId="{3A9D6CFE-65AE-43EA-B90C-1C780A3C78F8}" srcOrd="0" destOrd="0" presId="urn:microsoft.com/office/officeart/2018/2/layout/IconVerticalSolidList"/>
    <dgm:cxn modelId="{2CB858C5-5829-4318-938A-12F38B7ED118}" type="presOf" srcId="{1CD70A90-3110-42DB-8C6B-2D1A8BDE2521}" destId="{2767E13E-9441-4BD0-942F-8A39AEEB62D6}" srcOrd="0" destOrd="0" presId="urn:microsoft.com/office/officeart/2018/2/layout/IconVerticalSolidList"/>
    <dgm:cxn modelId="{E99CE2DB-6C84-4807-B9DA-1D020150306C}" type="presOf" srcId="{BFB1136E-B370-4DE5-ABF1-61BA32C2AE9B}" destId="{EBB00762-D28A-4287-B4A9-E31D6E290063}" srcOrd="0" destOrd="0" presId="urn:microsoft.com/office/officeart/2018/2/layout/IconVerticalSolidList"/>
    <dgm:cxn modelId="{016B77EF-EE85-4C84-9EBC-3CA22EE0652B}" srcId="{1CD70A90-3110-42DB-8C6B-2D1A8BDE2521}" destId="{E352FE41-E9F6-48A6-9CD7-2E4FF410BD04}" srcOrd="0" destOrd="0" parTransId="{08F217E5-5A5E-484D-95EA-DEAF0CCA3CDC}" sibTransId="{1E0B0AC7-AE68-4922-9A46-8231744D304D}"/>
    <dgm:cxn modelId="{4421A35A-F407-4690-8984-E71C1BAA03EA}" type="presParOf" srcId="{2767E13E-9441-4BD0-942F-8A39AEEB62D6}" destId="{2EA439D9-C630-4853-BE97-6A183B88C36F}" srcOrd="0" destOrd="0" presId="urn:microsoft.com/office/officeart/2018/2/layout/IconVerticalSolidList"/>
    <dgm:cxn modelId="{384E8731-4C6A-4A31-B3CD-0B76B3A27409}" type="presParOf" srcId="{2EA439D9-C630-4853-BE97-6A183B88C36F}" destId="{FD1DB50E-B0AA-4A69-A3CA-6BAB0B2022EF}" srcOrd="0" destOrd="0" presId="urn:microsoft.com/office/officeart/2018/2/layout/IconVerticalSolidList"/>
    <dgm:cxn modelId="{940BC94C-FDA0-40CA-A7CA-F8070924F8BF}" type="presParOf" srcId="{2EA439D9-C630-4853-BE97-6A183B88C36F}" destId="{E01B6A40-601E-4E10-806F-B67C7CFE7E19}" srcOrd="1" destOrd="0" presId="urn:microsoft.com/office/officeart/2018/2/layout/IconVerticalSolidList"/>
    <dgm:cxn modelId="{69BA833F-393A-4544-8F99-CB0F5997C000}" type="presParOf" srcId="{2EA439D9-C630-4853-BE97-6A183B88C36F}" destId="{9B287978-D642-4CEC-9FE2-66D53CF8771D}" srcOrd="2" destOrd="0" presId="urn:microsoft.com/office/officeart/2018/2/layout/IconVerticalSolidList"/>
    <dgm:cxn modelId="{106BC50E-AAC9-4DF7-B057-9461571A8D45}" type="presParOf" srcId="{2EA439D9-C630-4853-BE97-6A183B88C36F}" destId="{DB084960-EB31-4CD2-B7BB-75FC9396A2B8}" srcOrd="3" destOrd="0" presId="urn:microsoft.com/office/officeart/2018/2/layout/IconVerticalSolidList"/>
    <dgm:cxn modelId="{B8512B6E-9AD9-4CE4-93CB-D1C07459C7B0}" type="presParOf" srcId="{2767E13E-9441-4BD0-942F-8A39AEEB62D6}" destId="{A9CD5121-9768-4010-BDE6-87C434706811}" srcOrd="1" destOrd="0" presId="urn:microsoft.com/office/officeart/2018/2/layout/IconVerticalSolidList"/>
    <dgm:cxn modelId="{56F6E6D4-E0B3-48DB-8D8E-9D46D2C6D713}" type="presParOf" srcId="{2767E13E-9441-4BD0-942F-8A39AEEB62D6}" destId="{A2A3F554-809F-4533-8201-C60E896EBC87}" srcOrd="2" destOrd="0" presId="urn:microsoft.com/office/officeart/2018/2/layout/IconVerticalSolidList"/>
    <dgm:cxn modelId="{BC5A2902-313B-4CF8-B839-C68FBF97F72A}" type="presParOf" srcId="{A2A3F554-809F-4533-8201-C60E896EBC87}" destId="{C989461F-0ACB-4AA1-A491-76289743A064}" srcOrd="0" destOrd="0" presId="urn:microsoft.com/office/officeart/2018/2/layout/IconVerticalSolidList"/>
    <dgm:cxn modelId="{A9FED700-689C-4A5A-9D99-6B3672EB9460}" type="presParOf" srcId="{A2A3F554-809F-4533-8201-C60E896EBC87}" destId="{C4AC0891-FC4F-465C-B9A5-EB7A322C2827}" srcOrd="1" destOrd="0" presId="urn:microsoft.com/office/officeart/2018/2/layout/IconVerticalSolidList"/>
    <dgm:cxn modelId="{78872C1D-618D-4EB3-83D9-B21A828E830B}" type="presParOf" srcId="{A2A3F554-809F-4533-8201-C60E896EBC87}" destId="{99718071-2A25-493A-8496-718EAA4B49BA}" srcOrd="2" destOrd="0" presId="urn:microsoft.com/office/officeart/2018/2/layout/IconVerticalSolidList"/>
    <dgm:cxn modelId="{0E79616D-FF91-45D7-BB18-5902A5F7844A}" type="presParOf" srcId="{A2A3F554-809F-4533-8201-C60E896EBC87}" destId="{EBB00762-D28A-4287-B4A9-E31D6E290063}" srcOrd="3" destOrd="0" presId="urn:microsoft.com/office/officeart/2018/2/layout/IconVerticalSolidList"/>
    <dgm:cxn modelId="{ED9E7D30-82CB-489A-9944-6C02127BEA85}" type="presParOf" srcId="{2767E13E-9441-4BD0-942F-8A39AEEB62D6}" destId="{2303C9E0-DD16-4D4B-8AF3-005833B4450B}" srcOrd="3" destOrd="0" presId="urn:microsoft.com/office/officeart/2018/2/layout/IconVerticalSolidList"/>
    <dgm:cxn modelId="{09674D4E-9A93-4D94-8114-40BCFF3B07EA}" type="presParOf" srcId="{2767E13E-9441-4BD0-942F-8A39AEEB62D6}" destId="{336C9672-C7DB-429F-BA8B-7C2C6E6FCEBE}" srcOrd="4" destOrd="0" presId="urn:microsoft.com/office/officeart/2018/2/layout/IconVerticalSolidList"/>
    <dgm:cxn modelId="{BB510BF6-26C7-4AB6-8257-0E55C896AEFF}" type="presParOf" srcId="{336C9672-C7DB-429F-BA8B-7C2C6E6FCEBE}" destId="{023F8205-4D4B-42E5-93E8-308F133BE73B}" srcOrd="0" destOrd="0" presId="urn:microsoft.com/office/officeart/2018/2/layout/IconVerticalSolidList"/>
    <dgm:cxn modelId="{350F9935-01A5-416A-8217-2D92D7455889}" type="presParOf" srcId="{336C9672-C7DB-429F-BA8B-7C2C6E6FCEBE}" destId="{B2913CAB-B1BB-4A8F-83DA-FB6736EC4D6F}" srcOrd="1" destOrd="0" presId="urn:microsoft.com/office/officeart/2018/2/layout/IconVerticalSolidList"/>
    <dgm:cxn modelId="{7FE15E44-DF2C-4C1F-85B0-649581445C6B}" type="presParOf" srcId="{336C9672-C7DB-429F-BA8B-7C2C6E6FCEBE}" destId="{A51E568D-4D61-45D5-8832-33D34B71E3EE}" srcOrd="2" destOrd="0" presId="urn:microsoft.com/office/officeart/2018/2/layout/IconVerticalSolidList"/>
    <dgm:cxn modelId="{8DC56809-983D-42D4-8779-3BD412B067AF}" type="presParOf" srcId="{336C9672-C7DB-429F-BA8B-7C2C6E6FCEBE}" destId="{C16C3E68-09DC-4FC6-87FE-BDB2D900D09A}" srcOrd="3" destOrd="0" presId="urn:microsoft.com/office/officeart/2018/2/layout/IconVerticalSolidList"/>
    <dgm:cxn modelId="{1BAD9C8A-B0F9-4C83-A6BA-447D61753D33}" type="presParOf" srcId="{2767E13E-9441-4BD0-942F-8A39AEEB62D6}" destId="{1D26B8B4-CE64-40CF-BC24-8C02E235962C}" srcOrd="5" destOrd="0" presId="urn:microsoft.com/office/officeart/2018/2/layout/IconVerticalSolidList"/>
    <dgm:cxn modelId="{C39F1E8B-ED5C-44AF-B8A9-CAFDB0CD5C2A}" type="presParOf" srcId="{2767E13E-9441-4BD0-942F-8A39AEEB62D6}" destId="{91302E12-73F8-4FBE-B3C2-B9B205872804}" srcOrd="6" destOrd="0" presId="urn:microsoft.com/office/officeart/2018/2/layout/IconVerticalSolidList"/>
    <dgm:cxn modelId="{7E2E7844-DDD5-4F1B-959E-6CFBD74F5B3C}" type="presParOf" srcId="{91302E12-73F8-4FBE-B3C2-B9B205872804}" destId="{005BC5B2-DB77-4DEF-BA23-48CD7F0213C3}" srcOrd="0" destOrd="0" presId="urn:microsoft.com/office/officeart/2018/2/layout/IconVerticalSolidList"/>
    <dgm:cxn modelId="{87475CBF-9651-4A50-A559-118184861FAC}" type="presParOf" srcId="{91302E12-73F8-4FBE-B3C2-B9B205872804}" destId="{3A2E7BB1-8DA6-4D52-A923-5D09A7FE1F9D}" srcOrd="1" destOrd="0" presId="urn:microsoft.com/office/officeart/2018/2/layout/IconVerticalSolidList"/>
    <dgm:cxn modelId="{C9AC95A3-CEB2-49A0-A56C-699EFD7AF927}" type="presParOf" srcId="{91302E12-73F8-4FBE-B3C2-B9B205872804}" destId="{596E8C2E-5F7A-4BC3-AC2D-E7C083D441F3}" srcOrd="2" destOrd="0" presId="urn:microsoft.com/office/officeart/2018/2/layout/IconVerticalSolidList"/>
    <dgm:cxn modelId="{FE55908F-964B-4485-B36F-C2D272637461}" type="presParOf" srcId="{91302E12-73F8-4FBE-B3C2-B9B205872804}" destId="{3A9D6CFE-65AE-43EA-B90C-1C780A3C78F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5.xml><?xml version="1.0" encoding="utf-8"?>
<dgm:dataModel xmlns:dgm="http://schemas.openxmlformats.org/drawingml/2006/diagram" xmlns:a="http://schemas.openxmlformats.org/drawingml/2006/main">
  <dgm:ptLst>
    <dgm:pt modelId="{CF2D0DDF-3A2B-478D-A337-BF5EF2A9CB38}" type="doc">
      <dgm:prSet loTypeId="urn:microsoft.com/office/officeart/2005/8/layout/vList5" loCatId="list" qsTypeId="urn:microsoft.com/office/officeart/2005/8/quickstyle/simple1" qsCatId="simple" csTypeId="urn:microsoft.com/office/officeart/2005/8/colors/accent0_3" csCatId="mainScheme" phldr="1"/>
      <dgm:spPr/>
      <dgm:t>
        <a:bodyPr/>
        <a:lstStyle/>
        <a:p>
          <a:endParaRPr lang="en-US"/>
        </a:p>
      </dgm:t>
    </dgm:pt>
    <dgm:pt modelId="{B64A52F4-4005-4F4A-8B5A-1EC1C14D41A3}">
      <dgm:prSet/>
      <dgm:spPr>
        <a:solidFill>
          <a:schemeClr val="bg2">
            <a:lumMod val="50000"/>
          </a:schemeClr>
        </a:solidFill>
      </dgm:spPr>
      <dgm:t>
        <a:bodyPr/>
        <a:lstStyle/>
        <a:p>
          <a:r>
            <a:rPr lang="en-US"/>
            <a:t>Initial concept</a:t>
          </a:r>
        </a:p>
      </dgm:t>
    </dgm:pt>
    <dgm:pt modelId="{560E4CAA-60DD-43EC-AEB1-FB0744BBEB07}" type="parTrans" cxnId="{3555A9B6-6C1F-429C-8AA6-761FACC5D22F}">
      <dgm:prSet/>
      <dgm:spPr/>
      <dgm:t>
        <a:bodyPr/>
        <a:lstStyle/>
        <a:p>
          <a:endParaRPr lang="en-US"/>
        </a:p>
      </dgm:t>
    </dgm:pt>
    <dgm:pt modelId="{DBDAC5B0-6CFA-4086-8641-E9548BB86018}" type="sibTrans" cxnId="{3555A9B6-6C1F-429C-8AA6-761FACC5D22F}">
      <dgm:prSet/>
      <dgm:spPr/>
      <dgm:t>
        <a:bodyPr/>
        <a:lstStyle/>
        <a:p>
          <a:endParaRPr lang="en-US"/>
        </a:p>
      </dgm:t>
    </dgm:pt>
    <dgm:pt modelId="{184EB0D1-6E9B-4D44-8692-1AC8B252DD04}">
      <dgm:prSet/>
      <dgm:spPr/>
      <dgm:t>
        <a:bodyPr/>
        <a:lstStyle/>
        <a:p>
          <a:r>
            <a:rPr lang="en-US"/>
            <a:t>A highly relational 5 collection schema (Users, Platform Accounts, Games, Achievements, User Achievements).</a:t>
          </a:r>
        </a:p>
      </dgm:t>
    </dgm:pt>
    <dgm:pt modelId="{F1FCBBDB-4EF8-496B-AA99-B9863AE1D61C}" type="parTrans" cxnId="{39C81EF6-7C31-43FC-8BBA-55E1D2AD1DA7}">
      <dgm:prSet/>
      <dgm:spPr/>
      <dgm:t>
        <a:bodyPr/>
        <a:lstStyle/>
        <a:p>
          <a:endParaRPr lang="en-US"/>
        </a:p>
      </dgm:t>
    </dgm:pt>
    <dgm:pt modelId="{37836C4C-3D87-48B2-BB98-E19C957B4B14}" type="sibTrans" cxnId="{39C81EF6-7C31-43FC-8BBA-55E1D2AD1DA7}">
      <dgm:prSet/>
      <dgm:spPr/>
      <dgm:t>
        <a:bodyPr/>
        <a:lstStyle/>
        <a:p>
          <a:endParaRPr lang="en-US"/>
        </a:p>
      </dgm:t>
    </dgm:pt>
    <dgm:pt modelId="{5EA5094E-2066-4536-96F2-504D7D3609EC}">
      <dgm:prSet/>
      <dgm:spPr>
        <a:solidFill>
          <a:schemeClr val="bg2">
            <a:lumMod val="50000"/>
          </a:schemeClr>
        </a:solidFill>
      </dgm:spPr>
      <dgm:t>
        <a:bodyPr/>
        <a:lstStyle/>
        <a:p>
          <a:r>
            <a:rPr lang="en-US"/>
            <a:t>Optimization</a:t>
          </a:r>
        </a:p>
      </dgm:t>
    </dgm:pt>
    <dgm:pt modelId="{A0BA7403-A088-4876-84AD-20461A4388D5}" type="parTrans" cxnId="{82CF3EF8-AB57-46E4-ADB8-884CCBB63A30}">
      <dgm:prSet/>
      <dgm:spPr/>
      <dgm:t>
        <a:bodyPr/>
        <a:lstStyle/>
        <a:p>
          <a:endParaRPr lang="en-US"/>
        </a:p>
      </dgm:t>
    </dgm:pt>
    <dgm:pt modelId="{5E6BA720-5AB9-473A-80A6-2301CFA7596C}" type="sibTrans" cxnId="{82CF3EF8-AB57-46E4-ADB8-884CCBB63A30}">
      <dgm:prSet/>
      <dgm:spPr/>
      <dgm:t>
        <a:bodyPr/>
        <a:lstStyle/>
        <a:p>
          <a:endParaRPr lang="en-US"/>
        </a:p>
      </dgm:t>
    </dgm:pt>
    <dgm:pt modelId="{7C2D234A-2D0F-4401-9D6C-E93C542FA3EF}">
      <dgm:prSet/>
      <dgm:spPr/>
      <dgm:t>
        <a:bodyPr/>
        <a:lstStyle/>
        <a:p>
          <a:r>
            <a:rPr lang="en-US"/>
            <a:t>Denormalized this into SuperUser, Game, and Achievement schemas.</a:t>
          </a:r>
        </a:p>
      </dgm:t>
    </dgm:pt>
    <dgm:pt modelId="{47C7C353-E3D8-47D4-A908-1EA8BF751617}" type="parTrans" cxnId="{3934716C-3DA6-4575-B10C-F6EA117A662F}">
      <dgm:prSet/>
      <dgm:spPr/>
      <dgm:t>
        <a:bodyPr/>
        <a:lstStyle/>
        <a:p>
          <a:endParaRPr lang="en-US"/>
        </a:p>
      </dgm:t>
    </dgm:pt>
    <dgm:pt modelId="{118D387B-7DD9-4C49-883F-05233680AE22}" type="sibTrans" cxnId="{3934716C-3DA6-4575-B10C-F6EA117A662F}">
      <dgm:prSet/>
      <dgm:spPr/>
      <dgm:t>
        <a:bodyPr/>
        <a:lstStyle/>
        <a:p>
          <a:endParaRPr lang="en-US"/>
        </a:p>
      </dgm:t>
    </dgm:pt>
    <dgm:pt modelId="{1E1419D7-AFD5-410D-BDB4-E22855316516}">
      <dgm:prSet/>
      <dgm:spPr>
        <a:solidFill>
          <a:schemeClr val="bg2">
            <a:lumMod val="50000"/>
          </a:schemeClr>
        </a:solidFill>
      </dgm:spPr>
      <dgm:t>
        <a:bodyPr/>
        <a:lstStyle/>
        <a:p>
          <a:r>
            <a:rPr lang="en-US"/>
            <a:t>Why?</a:t>
          </a:r>
        </a:p>
      </dgm:t>
    </dgm:pt>
    <dgm:pt modelId="{21C09387-924B-4F69-A5A6-A8CD4F6C47E7}" type="parTrans" cxnId="{1F356F2C-CC90-4712-A6C2-559BCA815936}">
      <dgm:prSet/>
      <dgm:spPr/>
      <dgm:t>
        <a:bodyPr/>
        <a:lstStyle/>
        <a:p>
          <a:endParaRPr lang="en-US"/>
        </a:p>
      </dgm:t>
    </dgm:pt>
    <dgm:pt modelId="{04D20B9E-FCA2-4143-86DD-D48E434406B7}" type="sibTrans" cxnId="{1F356F2C-CC90-4712-A6C2-559BCA815936}">
      <dgm:prSet/>
      <dgm:spPr/>
      <dgm:t>
        <a:bodyPr/>
        <a:lstStyle/>
        <a:p>
          <a:endParaRPr lang="en-US"/>
        </a:p>
      </dgm:t>
    </dgm:pt>
    <dgm:pt modelId="{8076529C-9A7F-44E1-AE9E-C1EDD4C88E76}">
      <dgm:prSet/>
      <dgm:spPr/>
      <dgm:t>
        <a:bodyPr/>
        <a:lstStyle/>
        <a:p>
          <a:r>
            <a:rPr lang="en-US"/>
            <a:t>Using embedded platfrom IDs allowed us to minimize or completely get rid of lookups and vastly speed up the system.</a:t>
          </a:r>
        </a:p>
      </dgm:t>
    </dgm:pt>
    <dgm:pt modelId="{1353D269-EAF2-4F34-A9DF-F73AE9D8B790}" type="parTrans" cxnId="{94A4A70C-60E7-47EA-A2CF-1381163A3F3E}">
      <dgm:prSet/>
      <dgm:spPr/>
      <dgm:t>
        <a:bodyPr/>
        <a:lstStyle/>
        <a:p>
          <a:endParaRPr lang="en-US"/>
        </a:p>
      </dgm:t>
    </dgm:pt>
    <dgm:pt modelId="{4AD17F7B-63ED-45A5-808D-4A823DA675F1}" type="sibTrans" cxnId="{94A4A70C-60E7-47EA-A2CF-1381163A3F3E}">
      <dgm:prSet/>
      <dgm:spPr/>
      <dgm:t>
        <a:bodyPr/>
        <a:lstStyle/>
        <a:p>
          <a:endParaRPr lang="en-US"/>
        </a:p>
      </dgm:t>
    </dgm:pt>
    <dgm:pt modelId="{871CE75B-46ED-40B5-8EC5-C10B8254D805}" type="pres">
      <dgm:prSet presAssocID="{CF2D0DDF-3A2B-478D-A337-BF5EF2A9CB38}" presName="Name0" presStyleCnt="0">
        <dgm:presLayoutVars>
          <dgm:dir/>
          <dgm:animLvl val="lvl"/>
          <dgm:resizeHandles val="exact"/>
        </dgm:presLayoutVars>
      </dgm:prSet>
      <dgm:spPr/>
    </dgm:pt>
    <dgm:pt modelId="{F57A6D90-8DD9-4E2C-84B0-DC3F8E7FAF02}" type="pres">
      <dgm:prSet presAssocID="{B64A52F4-4005-4F4A-8B5A-1EC1C14D41A3}" presName="linNode" presStyleCnt="0"/>
      <dgm:spPr/>
    </dgm:pt>
    <dgm:pt modelId="{1F23B00C-BC9C-4C9A-92DC-B3A3DCB4E3E3}" type="pres">
      <dgm:prSet presAssocID="{B64A52F4-4005-4F4A-8B5A-1EC1C14D41A3}" presName="parentText" presStyleLbl="node1" presStyleIdx="0" presStyleCnt="3">
        <dgm:presLayoutVars>
          <dgm:chMax val="1"/>
          <dgm:bulletEnabled val="1"/>
        </dgm:presLayoutVars>
      </dgm:prSet>
      <dgm:spPr/>
    </dgm:pt>
    <dgm:pt modelId="{80E6BA40-D620-4B68-9824-1D58DA9B9ACE}" type="pres">
      <dgm:prSet presAssocID="{B64A52F4-4005-4F4A-8B5A-1EC1C14D41A3}" presName="descendantText" presStyleLbl="alignAccFollowNode1" presStyleIdx="0" presStyleCnt="3">
        <dgm:presLayoutVars>
          <dgm:bulletEnabled val="1"/>
        </dgm:presLayoutVars>
      </dgm:prSet>
      <dgm:spPr/>
    </dgm:pt>
    <dgm:pt modelId="{441BAC35-F8D1-4B04-8E1A-A1AFC2174506}" type="pres">
      <dgm:prSet presAssocID="{DBDAC5B0-6CFA-4086-8641-E9548BB86018}" presName="sp" presStyleCnt="0"/>
      <dgm:spPr/>
    </dgm:pt>
    <dgm:pt modelId="{890312C4-9BD3-46EB-B6E1-B25B05ADFE67}" type="pres">
      <dgm:prSet presAssocID="{5EA5094E-2066-4536-96F2-504D7D3609EC}" presName="linNode" presStyleCnt="0"/>
      <dgm:spPr/>
    </dgm:pt>
    <dgm:pt modelId="{78CC6536-A09A-45BA-B2DB-CAD503451A5C}" type="pres">
      <dgm:prSet presAssocID="{5EA5094E-2066-4536-96F2-504D7D3609EC}" presName="parentText" presStyleLbl="node1" presStyleIdx="1" presStyleCnt="3">
        <dgm:presLayoutVars>
          <dgm:chMax val="1"/>
          <dgm:bulletEnabled val="1"/>
        </dgm:presLayoutVars>
      </dgm:prSet>
      <dgm:spPr/>
    </dgm:pt>
    <dgm:pt modelId="{220439BC-292E-4C9C-AAEC-450A4DC89B88}" type="pres">
      <dgm:prSet presAssocID="{5EA5094E-2066-4536-96F2-504D7D3609EC}" presName="descendantText" presStyleLbl="alignAccFollowNode1" presStyleIdx="1" presStyleCnt="3">
        <dgm:presLayoutVars>
          <dgm:bulletEnabled val="1"/>
        </dgm:presLayoutVars>
      </dgm:prSet>
      <dgm:spPr/>
    </dgm:pt>
    <dgm:pt modelId="{E45D2BC2-71A3-4C96-A507-0106481C1608}" type="pres">
      <dgm:prSet presAssocID="{5E6BA720-5AB9-473A-80A6-2301CFA7596C}" presName="sp" presStyleCnt="0"/>
      <dgm:spPr/>
    </dgm:pt>
    <dgm:pt modelId="{0F7DDB47-1587-4FDD-A56E-98469761D8F6}" type="pres">
      <dgm:prSet presAssocID="{1E1419D7-AFD5-410D-BDB4-E22855316516}" presName="linNode" presStyleCnt="0"/>
      <dgm:spPr/>
    </dgm:pt>
    <dgm:pt modelId="{1B2388FD-0AEA-4C8A-9C39-595470CA7CC1}" type="pres">
      <dgm:prSet presAssocID="{1E1419D7-AFD5-410D-BDB4-E22855316516}" presName="parentText" presStyleLbl="node1" presStyleIdx="2" presStyleCnt="3">
        <dgm:presLayoutVars>
          <dgm:chMax val="1"/>
          <dgm:bulletEnabled val="1"/>
        </dgm:presLayoutVars>
      </dgm:prSet>
      <dgm:spPr/>
    </dgm:pt>
    <dgm:pt modelId="{71E9235C-1B74-4ACD-A6E1-AA8E1CAD0F10}" type="pres">
      <dgm:prSet presAssocID="{1E1419D7-AFD5-410D-BDB4-E22855316516}" presName="descendantText" presStyleLbl="alignAccFollowNode1" presStyleIdx="2" presStyleCnt="3">
        <dgm:presLayoutVars>
          <dgm:bulletEnabled val="1"/>
        </dgm:presLayoutVars>
      </dgm:prSet>
      <dgm:spPr/>
    </dgm:pt>
  </dgm:ptLst>
  <dgm:cxnLst>
    <dgm:cxn modelId="{94A4A70C-60E7-47EA-A2CF-1381163A3F3E}" srcId="{1E1419D7-AFD5-410D-BDB4-E22855316516}" destId="{8076529C-9A7F-44E1-AE9E-C1EDD4C88E76}" srcOrd="0" destOrd="0" parTransId="{1353D269-EAF2-4F34-A9DF-F73AE9D8B790}" sibTransId="{4AD17F7B-63ED-45A5-808D-4A823DA675F1}"/>
    <dgm:cxn modelId="{83471822-9A45-47F6-B04F-C6111A3EA3CE}" type="presOf" srcId="{184EB0D1-6E9B-4D44-8692-1AC8B252DD04}" destId="{80E6BA40-D620-4B68-9824-1D58DA9B9ACE}" srcOrd="0" destOrd="0" presId="urn:microsoft.com/office/officeart/2005/8/layout/vList5"/>
    <dgm:cxn modelId="{1F356F2C-CC90-4712-A6C2-559BCA815936}" srcId="{CF2D0DDF-3A2B-478D-A337-BF5EF2A9CB38}" destId="{1E1419D7-AFD5-410D-BDB4-E22855316516}" srcOrd="2" destOrd="0" parTransId="{21C09387-924B-4F69-A5A6-A8CD4F6C47E7}" sibTransId="{04D20B9E-FCA2-4143-86DD-D48E434406B7}"/>
    <dgm:cxn modelId="{FBE45D5B-ACAB-425E-84B0-851EF56A7A9B}" type="presOf" srcId="{8076529C-9A7F-44E1-AE9E-C1EDD4C88E76}" destId="{71E9235C-1B74-4ACD-A6E1-AA8E1CAD0F10}" srcOrd="0" destOrd="0" presId="urn:microsoft.com/office/officeart/2005/8/layout/vList5"/>
    <dgm:cxn modelId="{3934716C-3DA6-4575-B10C-F6EA117A662F}" srcId="{5EA5094E-2066-4536-96F2-504D7D3609EC}" destId="{7C2D234A-2D0F-4401-9D6C-E93C542FA3EF}" srcOrd="0" destOrd="0" parTransId="{47C7C353-E3D8-47D4-A908-1EA8BF751617}" sibTransId="{118D387B-7DD9-4C49-883F-05233680AE22}"/>
    <dgm:cxn modelId="{CA545692-7FFF-4369-B0C9-C84825565647}" type="presOf" srcId="{5EA5094E-2066-4536-96F2-504D7D3609EC}" destId="{78CC6536-A09A-45BA-B2DB-CAD503451A5C}" srcOrd="0" destOrd="0" presId="urn:microsoft.com/office/officeart/2005/8/layout/vList5"/>
    <dgm:cxn modelId="{F618D1A4-9D18-488C-B602-E777232FF8D2}" type="presOf" srcId="{CF2D0DDF-3A2B-478D-A337-BF5EF2A9CB38}" destId="{871CE75B-46ED-40B5-8EC5-C10B8254D805}" srcOrd="0" destOrd="0" presId="urn:microsoft.com/office/officeart/2005/8/layout/vList5"/>
    <dgm:cxn modelId="{3555A9B6-6C1F-429C-8AA6-761FACC5D22F}" srcId="{CF2D0DDF-3A2B-478D-A337-BF5EF2A9CB38}" destId="{B64A52F4-4005-4F4A-8B5A-1EC1C14D41A3}" srcOrd="0" destOrd="0" parTransId="{560E4CAA-60DD-43EC-AEB1-FB0744BBEB07}" sibTransId="{DBDAC5B0-6CFA-4086-8641-E9548BB86018}"/>
    <dgm:cxn modelId="{C1FB3BC1-1D83-478C-9948-E86EBA4DA63A}" type="presOf" srcId="{1E1419D7-AFD5-410D-BDB4-E22855316516}" destId="{1B2388FD-0AEA-4C8A-9C39-595470CA7CC1}" srcOrd="0" destOrd="0" presId="urn:microsoft.com/office/officeart/2005/8/layout/vList5"/>
    <dgm:cxn modelId="{B9B2E5E0-00A0-47A1-9B2D-8010158D25E1}" type="presOf" srcId="{7C2D234A-2D0F-4401-9D6C-E93C542FA3EF}" destId="{220439BC-292E-4C9C-AAEC-450A4DC89B88}" srcOrd="0" destOrd="0" presId="urn:microsoft.com/office/officeart/2005/8/layout/vList5"/>
    <dgm:cxn modelId="{CB4523F2-6B01-46FE-BCE2-05FEE8D21BA2}" type="presOf" srcId="{B64A52F4-4005-4F4A-8B5A-1EC1C14D41A3}" destId="{1F23B00C-BC9C-4C9A-92DC-B3A3DCB4E3E3}" srcOrd="0" destOrd="0" presId="urn:microsoft.com/office/officeart/2005/8/layout/vList5"/>
    <dgm:cxn modelId="{39C81EF6-7C31-43FC-8BBA-55E1D2AD1DA7}" srcId="{B64A52F4-4005-4F4A-8B5A-1EC1C14D41A3}" destId="{184EB0D1-6E9B-4D44-8692-1AC8B252DD04}" srcOrd="0" destOrd="0" parTransId="{F1FCBBDB-4EF8-496B-AA99-B9863AE1D61C}" sibTransId="{37836C4C-3D87-48B2-BB98-E19C957B4B14}"/>
    <dgm:cxn modelId="{82CF3EF8-AB57-46E4-ADB8-884CCBB63A30}" srcId="{CF2D0DDF-3A2B-478D-A337-BF5EF2A9CB38}" destId="{5EA5094E-2066-4536-96F2-504D7D3609EC}" srcOrd="1" destOrd="0" parTransId="{A0BA7403-A088-4876-84AD-20461A4388D5}" sibTransId="{5E6BA720-5AB9-473A-80A6-2301CFA7596C}"/>
    <dgm:cxn modelId="{D132E151-19B8-49AF-A8AD-328D675A58C0}" type="presParOf" srcId="{871CE75B-46ED-40B5-8EC5-C10B8254D805}" destId="{F57A6D90-8DD9-4E2C-84B0-DC3F8E7FAF02}" srcOrd="0" destOrd="0" presId="urn:microsoft.com/office/officeart/2005/8/layout/vList5"/>
    <dgm:cxn modelId="{6F2EAEEC-9EB5-4F56-A438-99BE94D88010}" type="presParOf" srcId="{F57A6D90-8DD9-4E2C-84B0-DC3F8E7FAF02}" destId="{1F23B00C-BC9C-4C9A-92DC-B3A3DCB4E3E3}" srcOrd="0" destOrd="0" presId="urn:microsoft.com/office/officeart/2005/8/layout/vList5"/>
    <dgm:cxn modelId="{7C3103C9-1712-4DA7-8C66-FC483C9486A2}" type="presParOf" srcId="{F57A6D90-8DD9-4E2C-84B0-DC3F8E7FAF02}" destId="{80E6BA40-D620-4B68-9824-1D58DA9B9ACE}" srcOrd="1" destOrd="0" presId="urn:microsoft.com/office/officeart/2005/8/layout/vList5"/>
    <dgm:cxn modelId="{5CE30CD2-4D59-42EC-887A-3D323B129D68}" type="presParOf" srcId="{871CE75B-46ED-40B5-8EC5-C10B8254D805}" destId="{441BAC35-F8D1-4B04-8E1A-A1AFC2174506}" srcOrd="1" destOrd="0" presId="urn:microsoft.com/office/officeart/2005/8/layout/vList5"/>
    <dgm:cxn modelId="{E380CB45-F43A-4ABD-A168-96270C29EE5B}" type="presParOf" srcId="{871CE75B-46ED-40B5-8EC5-C10B8254D805}" destId="{890312C4-9BD3-46EB-B6E1-B25B05ADFE67}" srcOrd="2" destOrd="0" presId="urn:microsoft.com/office/officeart/2005/8/layout/vList5"/>
    <dgm:cxn modelId="{7DEE2051-4CB7-415A-BB1C-710F4CC59C75}" type="presParOf" srcId="{890312C4-9BD3-46EB-B6E1-B25B05ADFE67}" destId="{78CC6536-A09A-45BA-B2DB-CAD503451A5C}" srcOrd="0" destOrd="0" presId="urn:microsoft.com/office/officeart/2005/8/layout/vList5"/>
    <dgm:cxn modelId="{D7C7D614-ACA7-4057-B641-D05B4A80B054}" type="presParOf" srcId="{890312C4-9BD3-46EB-B6E1-B25B05ADFE67}" destId="{220439BC-292E-4C9C-AAEC-450A4DC89B88}" srcOrd="1" destOrd="0" presId="urn:microsoft.com/office/officeart/2005/8/layout/vList5"/>
    <dgm:cxn modelId="{ABB5330D-5CCE-4850-A4A6-1C5F9C6BC388}" type="presParOf" srcId="{871CE75B-46ED-40B5-8EC5-C10B8254D805}" destId="{E45D2BC2-71A3-4C96-A507-0106481C1608}" srcOrd="3" destOrd="0" presId="urn:microsoft.com/office/officeart/2005/8/layout/vList5"/>
    <dgm:cxn modelId="{E43DDD3F-6C21-4153-9027-3C47D20B584C}" type="presParOf" srcId="{871CE75B-46ED-40B5-8EC5-C10B8254D805}" destId="{0F7DDB47-1587-4FDD-A56E-98469761D8F6}" srcOrd="4" destOrd="0" presId="urn:microsoft.com/office/officeart/2005/8/layout/vList5"/>
    <dgm:cxn modelId="{82E237D3-75E8-495C-B992-19F1749D3EC7}" type="presParOf" srcId="{0F7DDB47-1587-4FDD-A56E-98469761D8F6}" destId="{1B2388FD-0AEA-4C8A-9C39-595470CA7CC1}" srcOrd="0" destOrd="0" presId="urn:microsoft.com/office/officeart/2005/8/layout/vList5"/>
    <dgm:cxn modelId="{044D4DBA-6E4A-4A4B-ACED-5B37B6E0C3E5}" type="presParOf" srcId="{0F7DDB47-1587-4FDD-A56E-98469761D8F6}" destId="{71E9235C-1B74-4ACD-A6E1-AA8E1CAD0F10}"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9495D28-A5BA-4480-BFA3-38899F89CAE5}" type="doc">
      <dgm:prSet loTypeId="urn:microsoft.com/office/officeart/2018/2/layout/IconVerticalSolidList" loCatId="icon" qsTypeId="urn:microsoft.com/office/officeart/2005/8/quickstyle/simple1" qsCatId="simple" csTypeId="urn:microsoft.com/office/officeart/2005/8/colors/accent0_1" csCatId="mainScheme" phldr="1"/>
      <dgm:spPr/>
      <dgm:t>
        <a:bodyPr/>
        <a:lstStyle/>
        <a:p>
          <a:endParaRPr lang="en-US"/>
        </a:p>
      </dgm:t>
    </dgm:pt>
    <dgm:pt modelId="{B7695FFD-6466-4CA1-ABEA-5D779D7F637F}">
      <dgm:prSet/>
      <dgm:spPr/>
      <dgm:t>
        <a:bodyPr/>
        <a:lstStyle/>
        <a:p>
          <a:pPr>
            <a:lnSpc>
              <a:spcPct val="100000"/>
            </a:lnSpc>
          </a:pPr>
          <a:r>
            <a:rPr lang="en-US" dirty="0">
              <a:solidFill>
                <a:schemeClr val="bg1"/>
              </a:solidFill>
            </a:rPr>
            <a:t>Modernize the UI</a:t>
          </a:r>
        </a:p>
      </dgm:t>
    </dgm:pt>
    <dgm:pt modelId="{B0025BB1-F59B-4D0D-BFD4-45091CC43F48}" type="parTrans" cxnId="{0875211E-8ABC-49F8-A0D1-4DA263023542}">
      <dgm:prSet/>
      <dgm:spPr/>
      <dgm:t>
        <a:bodyPr/>
        <a:lstStyle/>
        <a:p>
          <a:endParaRPr lang="en-US"/>
        </a:p>
      </dgm:t>
    </dgm:pt>
    <dgm:pt modelId="{1E8F81DF-73D1-407A-8B1F-89CCC6375687}" type="sibTrans" cxnId="{0875211E-8ABC-49F8-A0D1-4DA263023542}">
      <dgm:prSet/>
      <dgm:spPr/>
      <dgm:t>
        <a:bodyPr/>
        <a:lstStyle/>
        <a:p>
          <a:endParaRPr lang="en-US"/>
        </a:p>
      </dgm:t>
    </dgm:pt>
    <dgm:pt modelId="{EA392788-14E8-4453-A169-C53CF30C4DE8}">
      <dgm:prSet/>
      <dgm:spPr/>
      <dgm:t>
        <a:bodyPr/>
        <a:lstStyle/>
        <a:p>
          <a:pPr>
            <a:lnSpc>
              <a:spcPct val="100000"/>
            </a:lnSpc>
          </a:pPr>
          <a:r>
            <a:rPr lang="en-US" dirty="0">
              <a:solidFill>
                <a:schemeClr val="bg1"/>
              </a:solidFill>
            </a:rPr>
            <a:t>Move to Azure for Xbox</a:t>
          </a:r>
        </a:p>
      </dgm:t>
    </dgm:pt>
    <dgm:pt modelId="{30C2EC34-3EC7-4DAF-AD85-A9D6A2308F5E}" type="parTrans" cxnId="{97399FDF-371D-44B2-8D2C-F03D124BEB97}">
      <dgm:prSet/>
      <dgm:spPr/>
      <dgm:t>
        <a:bodyPr/>
        <a:lstStyle/>
        <a:p>
          <a:endParaRPr lang="en-US"/>
        </a:p>
      </dgm:t>
    </dgm:pt>
    <dgm:pt modelId="{7350595B-2C15-4A4B-8431-CE37F3901F9B}" type="sibTrans" cxnId="{97399FDF-371D-44B2-8D2C-F03D124BEB97}">
      <dgm:prSet/>
      <dgm:spPr/>
      <dgm:t>
        <a:bodyPr/>
        <a:lstStyle/>
        <a:p>
          <a:endParaRPr lang="en-US"/>
        </a:p>
      </dgm:t>
    </dgm:pt>
    <dgm:pt modelId="{2A585179-7C99-4ACC-A2FB-1FAC9C370C37}">
      <dgm:prSet/>
      <dgm:spPr/>
      <dgm:t>
        <a:bodyPr/>
        <a:lstStyle/>
        <a:p>
          <a:pPr>
            <a:lnSpc>
              <a:spcPct val="100000"/>
            </a:lnSpc>
          </a:pPr>
          <a:r>
            <a:rPr lang="en-US" dirty="0">
              <a:solidFill>
                <a:schemeClr val="bg1"/>
              </a:solidFill>
            </a:rPr>
            <a:t>Set up bots to run the PlayStation side</a:t>
          </a:r>
        </a:p>
      </dgm:t>
    </dgm:pt>
    <dgm:pt modelId="{3E12839A-22DE-430C-8B94-A30D8EDD0A55}" type="parTrans" cxnId="{59282EFB-EB9C-41DC-A38E-BE1BDACF9E91}">
      <dgm:prSet/>
      <dgm:spPr/>
      <dgm:t>
        <a:bodyPr/>
        <a:lstStyle/>
        <a:p>
          <a:endParaRPr lang="en-US"/>
        </a:p>
      </dgm:t>
    </dgm:pt>
    <dgm:pt modelId="{059FBD18-1103-401B-A4DC-1E8763943B60}" type="sibTrans" cxnId="{59282EFB-EB9C-41DC-A38E-BE1BDACF9E91}">
      <dgm:prSet/>
      <dgm:spPr/>
      <dgm:t>
        <a:bodyPr/>
        <a:lstStyle/>
        <a:p>
          <a:endParaRPr lang="en-US"/>
        </a:p>
      </dgm:t>
    </dgm:pt>
    <dgm:pt modelId="{17A711E6-83D7-4BFB-9B6F-C21481C9D249}">
      <dgm:prSet/>
      <dgm:spPr/>
      <dgm:t>
        <a:bodyPr/>
        <a:lstStyle/>
        <a:p>
          <a:pPr>
            <a:lnSpc>
              <a:spcPct val="100000"/>
            </a:lnSpc>
          </a:pPr>
          <a:r>
            <a:rPr lang="en-US" dirty="0">
              <a:solidFill>
                <a:schemeClr val="bg1"/>
              </a:solidFill>
            </a:rPr>
            <a:t>Add more features to the Application</a:t>
          </a:r>
        </a:p>
      </dgm:t>
    </dgm:pt>
    <dgm:pt modelId="{E01E8CA0-E94D-4B51-876F-4F18A6AFFCE4}" type="parTrans" cxnId="{838C3737-AAE2-46C4-A00B-C1744A55554A}">
      <dgm:prSet/>
      <dgm:spPr/>
      <dgm:t>
        <a:bodyPr/>
        <a:lstStyle/>
        <a:p>
          <a:endParaRPr lang="en-US"/>
        </a:p>
      </dgm:t>
    </dgm:pt>
    <dgm:pt modelId="{36C06554-84A2-4137-8C37-9001B9D75224}" type="sibTrans" cxnId="{838C3737-AAE2-46C4-A00B-C1744A55554A}">
      <dgm:prSet/>
      <dgm:spPr/>
      <dgm:t>
        <a:bodyPr/>
        <a:lstStyle/>
        <a:p>
          <a:endParaRPr lang="en-US"/>
        </a:p>
      </dgm:t>
    </dgm:pt>
    <dgm:pt modelId="{7AB8436C-3627-43A4-BE7F-32A9BE2BC57C}" type="pres">
      <dgm:prSet presAssocID="{F9495D28-A5BA-4480-BFA3-38899F89CAE5}" presName="root" presStyleCnt="0">
        <dgm:presLayoutVars>
          <dgm:dir/>
          <dgm:resizeHandles val="exact"/>
        </dgm:presLayoutVars>
      </dgm:prSet>
      <dgm:spPr/>
    </dgm:pt>
    <dgm:pt modelId="{47147E6F-799B-4BA8-A4BD-B6776AE4EC31}" type="pres">
      <dgm:prSet presAssocID="{B7695FFD-6466-4CA1-ABEA-5D779D7F637F}" presName="compNode" presStyleCnt="0"/>
      <dgm:spPr/>
    </dgm:pt>
    <dgm:pt modelId="{26FEDF74-4266-4AC5-B36F-F4EFC86A7252}" type="pres">
      <dgm:prSet presAssocID="{B7695FFD-6466-4CA1-ABEA-5D779D7F637F}" presName="bgRect" presStyleLbl="bgShp" presStyleIdx="0" presStyleCnt="4"/>
      <dgm:spPr>
        <a:solidFill>
          <a:schemeClr val="bg2">
            <a:lumMod val="50000"/>
          </a:schemeClr>
        </a:solidFill>
      </dgm:spPr>
    </dgm:pt>
    <dgm:pt modelId="{9B8366F5-5AA5-4E08-95D8-46B4926CC214}" type="pres">
      <dgm:prSet presAssocID="{B7695FFD-6466-4CA1-ABEA-5D779D7F637F}"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Web Design"/>
        </a:ext>
      </dgm:extLst>
    </dgm:pt>
    <dgm:pt modelId="{FB5B1AAD-870E-4631-B830-FC70B862CEBC}" type="pres">
      <dgm:prSet presAssocID="{B7695FFD-6466-4CA1-ABEA-5D779D7F637F}" presName="spaceRect" presStyleCnt="0"/>
      <dgm:spPr/>
    </dgm:pt>
    <dgm:pt modelId="{66E20F4E-316E-491F-B808-81F9E23DE8E6}" type="pres">
      <dgm:prSet presAssocID="{B7695FFD-6466-4CA1-ABEA-5D779D7F637F}" presName="parTx" presStyleLbl="revTx" presStyleIdx="0" presStyleCnt="4">
        <dgm:presLayoutVars>
          <dgm:chMax val="0"/>
          <dgm:chPref val="0"/>
        </dgm:presLayoutVars>
      </dgm:prSet>
      <dgm:spPr/>
    </dgm:pt>
    <dgm:pt modelId="{576F1C33-8099-447B-8008-CA65984A2BC6}" type="pres">
      <dgm:prSet presAssocID="{1E8F81DF-73D1-407A-8B1F-89CCC6375687}" presName="sibTrans" presStyleCnt="0"/>
      <dgm:spPr/>
    </dgm:pt>
    <dgm:pt modelId="{571DF8F8-77F7-4A78-94B2-DDC1717A8E96}" type="pres">
      <dgm:prSet presAssocID="{EA392788-14E8-4453-A169-C53CF30C4DE8}" presName="compNode" presStyleCnt="0"/>
      <dgm:spPr/>
    </dgm:pt>
    <dgm:pt modelId="{846EA8EF-9E5E-4CFF-8854-223B17D00849}" type="pres">
      <dgm:prSet presAssocID="{EA392788-14E8-4453-A169-C53CF30C4DE8}" presName="bgRect" presStyleLbl="bgShp" presStyleIdx="1" presStyleCnt="4"/>
      <dgm:spPr>
        <a:solidFill>
          <a:schemeClr val="bg2">
            <a:lumMod val="50000"/>
          </a:schemeClr>
        </a:solidFill>
      </dgm:spPr>
    </dgm:pt>
    <dgm:pt modelId="{69D85BE1-1C14-4815-9F49-00571D89DF01}" type="pres">
      <dgm:prSet presAssocID="{EA392788-14E8-4453-A169-C53CF30C4DE8}"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eckmark"/>
        </a:ext>
      </dgm:extLst>
    </dgm:pt>
    <dgm:pt modelId="{F4DDDBC6-8D3F-47F3-863A-35706FEA8B50}" type="pres">
      <dgm:prSet presAssocID="{EA392788-14E8-4453-A169-C53CF30C4DE8}" presName="spaceRect" presStyleCnt="0"/>
      <dgm:spPr/>
    </dgm:pt>
    <dgm:pt modelId="{97AEC649-2FC7-4588-8E4A-25F16186B5B1}" type="pres">
      <dgm:prSet presAssocID="{EA392788-14E8-4453-A169-C53CF30C4DE8}" presName="parTx" presStyleLbl="revTx" presStyleIdx="1" presStyleCnt="4">
        <dgm:presLayoutVars>
          <dgm:chMax val="0"/>
          <dgm:chPref val="0"/>
        </dgm:presLayoutVars>
      </dgm:prSet>
      <dgm:spPr/>
    </dgm:pt>
    <dgm:pt modelId="{13BD8B6C-83B3-4E9A-860B-F71112933C24}" type="pres">
      <dgm:prSet presAssocID="{7350595B-2C15-4A4B-8431-CE37F3901F9B}" presName="sibTrans" presStyleCnt="0"/>
      <dgm:spPr/>
    </dgm:pt>
    <dgm:pt modelId="{ED71C798-10F4-4F6A-8FA5-B7CBC84771D1}" type="pres">
      <dgm:prSet presAssocID="{2A585179-7C99-4ACC-A2FB-1FAC9C370C37}" presName="compNode" presStyleCnt="0"/>
      <dgm:spPr/>
    </dgm:pt>
    <dgm:pt modelId="{C975A1A2-A2E3-4E91-A0EE-2C1807E7B41B}" type="pres">
      <dgm:prSet presAssocID="{2A585179-7C99-4ACC-A2FB-1FAC9C370C37}" presName="bgRect" presStyleLbl="bgShp" presStyleIdx="2" presStyleCnt="4" custLinFactNeighborX="-1087"/>
      <dgm:spPr>
        <a:solidFill>
          <a:schemeClr val="bg2">
            <a:lumMod val="50000"/>
          </a:schemeClr>
        </a:solidFill>
      </dgm:spPr>
    </dgm:pt>
    <dgm:pt modelId="{02057109-BAD3-461A-B7F6-BB2E943FF284}" type="pres">
      <dgm:prSet presAssocID="{2A585179-7C99-4ACC-A2FB-1FAC9C370C37}"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Laptop"/>
        </a:ext>
      </dgm:extLst>
    </dgm:pt>
    <dgm:pt modelId="{AF7D16F6-9CFE-42DE-A9FA-FAE99F770CB5}" type="pres">
      <dgm:prSet presAssocID="{2A585179-7C99-4ACC-A2FB-1FAC9C370C37}" presName="spaceRect" presStyleCnt="0"/>
      <dgm:spPr/>
    </dgm:pt>
    <dgm:pt modelId="{CCB87935-BD11-4748-9BA8-37093F0A5B59}" type="pres">
      <dgm:prSet presAssocID="{2A585179-7C99-4ACC-A2FB-1FAC9C370C37}" presName="parTx" presStyleLbl="revTx" presStyleIdx="2" presStyleCnt="4">
        <dgm:presLayoutVars>
          <dgm:chMax val="0"/>
          <dgm:chPref val="0"/>
        </dgm:presLayoutVars>
      </dgm:prSet>
      <dgm:spPr/>
    </dgm:pt>
    <dgm:pt modelId="{786373F8-594A-4D83-9E6A-734B1BBFB4B1}" type="pres">
      <dgm:prSet presAssocID="{059FBD18-1103-401B-A4DC-1E8763943B60}" presName="sibTrans" presStyleCnt="0"/>
      <dgm:spPr/>
    </dgm:pt>
    <dgm:pt modelId="{0BB0766C-38CD-483C-8445-10604216E884}" type="pres">
      <dgm:prSet presAssocID="{17A711E6-83D7-4BFB-9B6F-C21481C9D249}" presName="compNode" presStyleCnt="0"/>
      <dgm:spPr/>
    </dgm:pt>
    <dgm:pt modelId="{5CE4AE0F-D08A-4F7E-BC59-5C6D1E3CFE24}" type="pres">
      <dgm:prSet presAssocID="{17A711E6-83D7-4BFB-9B6F-C21481C9D249}" presName="bgRect" presStyleLbl="bgShp" presStyleIdx="3" presStyleCnt="4"/>
      <dgm:spPr>
        <a:solidFill>
          <a:schemeClr val="bg2">
            <a:lumMod val="50000"/>
          </a:schemeClr>
        </a:solidFill>
      </dgm:spPr>
    </dgm:pt>
    <dgm:pt modelId="{BB5720B8-16B1-4921-8A12-3C9B833D1FE1}" type="pres">
      <dgm:prSet presAssocID="{17A711E6-83D7-4BFB-9B6F-C21481C9D249}"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mart Phone"/>
        </a:ext>
      </dgm:extLst>
    </dgm:pt>
    <dgm:pt modelId="{CE33DDB0-28B6-4ADD-9135-B818F8453AE0}" type="pres">
      <dgm:prSet presAssocID="{17A711E6-83D7-4BFB-9B6F-C21481C9D249}" presName="spaceRect" presStyleCnt="0"/>
      <dgm:spPr/>
    </dgm:pt>
    <dgm:pt modelId="{001B19FB-7A6A-4B86-953F-F8699943FB51}" type="pres">
      <dgm:prSet presAssocID="{17A711E6-83D7-4BFB-9B6F-C21481C9D249}" presName="parTx" presStyleLbl="revTx" presStyleIdx="3" presStyleCnt="4">
        <dgm:presLayoutVars>
          <dgm:chMax val="0"/>
          <dgm:chPref val="0"/>
        </dgm:presLayoutVars>
      </dgm:prSet>
      <dgm:spPr/>
    </dgm:pt>
  </dgm:ptLst>
  <dgm:cxnLst>
    <dgm:cxn modelId="{DF0EAC0E-9236-47A9-89A5-676DA50DDDCB}" type="presOf" srcId="{B7695FFD-6466-4CA1-ABEA-5D779D7F637F}" destId="{66E20F4E-316E-491F-B808-81F9E23DE8E6}" srcOrd="0" destOrd="0" presId="urn:microsoft.com/office/officeart/2018/2/layout/IconVerticalSolidList"/>
    <dgm:cxn modelId="{0875211E-8ABC-49F8-A0D1-4DA263023542}" srcId="{F9495D28-A5BA-4480-BFA3-38899F89CAE5}" destId="{B7695FFD-6466-4CA1-ABEA-5D779D7F637F}" srcOrd="0" destOrd="0" parTransId="{B0025BB1-F59B-4D0D-BFD4-45091CC43F48}" sibTransId="{1E8F81DF-73D1-407A-8B1F-89CCC6375687}"/>
    <dgm:cxn modelId="{838C3737-AAE2-46C4-A00B-C1744A55554A}" srcId="{F9495D28-A5BA-4480-BFA3-38899F89CAE5}" destId="{17A711E6-83D7-4BFB-9B6F-C21481C9D249}" srcOrd="3" destOrd="0" parTransId="{E01E8CA0-E94D-4B51-876F-4F18A6AFFCE4}" sibTransId="{36C06554-84A2-4137-8C37-9001B9D75224}"/>
    <dgm:cxn modelId="{0944C45D-2F07-4B31-8A90-08FF9D0BECE3}" type="presOf" srcId="{17A711E6-83D7-4BFB-9B6F-C21481C9D249}" destId="{001B19FB-7A6A-4B86-953F-F8699943FB51}" srcOrd="0" destOrd="0" presId="urn:microsoft.com/office/officeart/2018/2/layout/IconVerticalSolidList"/>
    <dgm:cxn modelId="{4A5E3997-E06D-4FCC-A0B2-6A6A52DB2EF8}" type="presOf" srcId="{F9495D28-A5BA-4480-BFA3-38899F89CAE5}" destId="{7AB8436C-3627-43A4-BE7F-32A9BE2BC57C}" srcOrd="0" destOrd="0" presId="urn:microsoft.com/office/officeart/2018/2/layout/IconVerticalSolidList"/>
    <dgm:cxn modelId="{97399FDF-371D-44B2-8D2C-F03D124BEB97}" srcId="{F9495D28-A5BA-4480-BFA3-38899F89CAE5}" destId="{EA392788-14E8-4453-A169-C53CF30C4DE8}" srcOrd="1" destOrd="0" parTransId="{30C2EC34-3EC7-4DAF-AD85-A9D6A2308F5E}" sibTransId="{7350595B-2C15-4A4B-8431-CE37F3901F9B}"/>
    <dgm:cxn modelId="{372686F2-EC00-47C1-8E39-81001ABD415D}" type="presOf" srcId="{EA392788-14E8-4453-A169-C53CF30C4DE8}" destId="{97AEC649-2FC7-4588-8E4A-25F16186B5B1}" srcOrd="0" destOrd="0" presId="urn:microsoft.com/office/officeart/2018/2/layout/IconVerticalSolidList"/>
    <dgm:cxn modelId="{59282EFB-EB9C-41DC-A38E-BE1BDACF9E91}" srcId="{F9495D28-A5BA-4480-BFA3-38899F89CAE5}" destId="{2A585179-7C99-4ACC-A2FB-1FAC9C370C37}" srcOrd="2" destOrd="0" parTransId="{3E12839A-22DE-430C-8B94-A30D8EDD0A55}" sibTransId="{059FBD18-1103-401B-A4DC-1E8763943B60}"/>
    <dgm:cxn modelId="{2DDC14FE-944E-4F3C-8382-40412F601133}" type="presOf" srcId="{2A585179-7C99-4ACC-A2FB-1FAC9C370C37}" destId="{CCB87935-BD11-4748-9BA8-37093F0A5B59}" srcOrd="0" destOrd="0" presId="urn:microsoft.com/office/officeart/2018/2/layout/IconVerticalSolidList"/>
    <dgm:cxn modelId="{6F4D94B6-09CF-40BF-8102-507EA762CFE0}" type="presParOf" srcId="{7AB8436C-3627-43A4-BE7F-32A9BE2BC57C}" destId="{47147E6F-799B-4BA8-A4BD-B6776AE4EC31}" srcOrd="0" destOrd="0" presId="urn:microsoft.com/office/officeart/2018/2/layout/IconVerticalSolidList"/>
    <dgm:cxn modelId="{6956D397-D979-4B96-BF25-2B42D4ABA982}" type="presParOf" srcId="{47147E6F-799B-4BA8-A4BD-B6776AE4EC31}" destId="{26FEDF74-4266-4AC5-B36F-F4EFC86A7252}" srcOrd="0" destOrd="0" presId="urn:microsoft.com/office/officeart/2018/2/layout/IconVerticalSolidList"/>
    <dgm:cxn modelId="{5201CF94-6BA4-428C-83CB-4F4E0F522E45}" type="presParOf" srcId="{47147E6F-799B-4BA8-A4BD-B6776AE4EC31}" destId="{9B8366F5-5AA5-4E08-95D8-46B4926CC214}" srcOrd="1" destOrd="0" presId="urn:microsoft.com/office/officeart/2018/2/layout/IconVerticalSolidList"/>
    <dgm:cxn modelId="{03E79D07-396B-4BFC-9638-B1154A1D6454}" type="presParOf" srcId="{47147E6F-799B-4BA8-A4BD-B6776AE4EC31}" destId="{FB5B1AAD-870E-4631-B830-FC70B862CEBC}" srcOrd="2" destOrd="0" presId="urn:microsoft.com/office/officeart/2018/2/layout/IconVerticalSolidList"/>
    <dgm:cxn modelId="{9ECBFC6D-CF1E-45DC-A57F-64DA12DF0301}" type="presParOf" srcId="{47147E6F-799B-4BA8-A4BD-B6776AE4EC31}" destId="{66E20F4E-316E-491F-B808-81F9E23DE8E6}" srcOrd="3" destOrd="0" presId="urn:microsoft.com/office/officeart/2018/2/layout/IconVerticalSolidList"/>
    <dgm:cxn modelId="{A4BE7F37-B9E7-4E47-B2E8-15DF92F600D8}" type="presParOf" srcId="{7AB8436C-3627-43A4-BE7F-32A9BE2BC57C}" destId="{576F1C33-8099-447B-8008-CA65984A2BC6}" srcOrd="1" destOrd="0" presId="urn:microsoft.com/office/officeart/2018/2/layout/IconVerticalSolidList"/>
    <dgm:cxn modelId="{0BCA1F69-E53C-4AE7-8A15-A85F8A503253}" type="presParOf" srcId="{7AB8436C-3627-43A4-BE7F-32A9BE2BC57C}" destId="{571DF8F8-77F7-4A78-94B2-DDC1717A8E96}" srcOrd="2" destOrd="0" presId="urn:microsoft.com/office/officeart/2018/2/layout/IconVerticalSolidList"/>
    <dgm:cxn modelId="{6C06CAB2-EE45-47EC-B8B2-9AC5535A32DD}" type="presParOf" srcId="{571DF8F8-77F7-4A78-94B2-DDC1717A8E96}" destId="{846EA8EF-9E5E-4CFF-8854-223B17D00849}" srcOrd="0" destOrd="0" presId="urn:microsoft.com/office/officeart/2018/2/layout/IconVerticalSolidList"/>
    <dgm:cxn modelId="{18BFD2DE-D410-4C4E-9E9A-B83675F73415}" type="presParOf" srcId="{571DF8F8-77F7-4A78-94B2-DDC1717A8E96}" destId="{69D85BE1-1C14-4815-9F49-00571D89DF01}" srcOrd="1" destOrd="0" presId="urn:microsoft.com/office/officeart/2018/2/layout/IconVerticalSolidList"/>
    <dgm:cxn modelId="{A887FA74-B8A6-4C76-BB90-DB991B95D4A6}" type="presParOf" srcId="{571DF8F8-77F7-4A78-94B2-DDC1717A8E96}" destId="{F4DDDBC6-8D3F-47F3-863A-35706FEA8B50}" srcOrd="2" destOrd="0" presId="urn:microsoft.com/office/officeart/2018/2/layout/IconVerticalSolidList"/>
    <dgm:cxn modelId="{ED6FC1FF-F7F7-41B2-A53D-EEABDAC0511A}" type="presParOf" srcId="{571DF8F8-77F7-4A78-94B2-DDC1717A8E96}" destId="{97AEC649-2FC7-4588-8E4A-25F16186B5B1}" srcOrd="3" destOrd="0" presId="urn:microsoft.com/office/officeart/2018/2/layout/IconVerticalSolidList"/>
    <dgm:cxn modelId="{BC6CB7C8-6FD1-4396-B611-B4E93A5E5841}" type="presParOf" srcId="{7AB8436C-3627-43A4-BE7F-32A9BE2BC57C}" destId="{13BD8B6C-83B3-4E9A-860B-F71112933C24}" srcOrd="3" destOrd="0" presId="urn:microsoft.com/office/officeart/2018/2/layout/IconVerticalSolidList"/>
    <dgm:cxn modelId="{18EBF40B-683E-4987-BFEE-28150D8C41F9}" type="presParOf" srcId="{7AB8436C-3627-43A4-BE7F-32A9BE2BC57C}" destId="{ED71C798-10F4-4F6A-8FA5-B7CBC84771D1}" srcOrd="4" destOrd="0" presId="urn:microsoft.com/office/officeart/2018/2/layout/IconVerticalSolidList"/>
    <dgm:cxn modelId="{D6015127-20EA-4193-ACBE-381E9E76EEAE}" type="presParOf" srcId="{ED71C798-10F4-4F6A-8FA5-B7CBC84771D1}" destId="{C975A1A2-A2E3-4E91-A0EE-2C1807E7B41B}" srcOrd="0" destOrd="0" presId="urn:microsoft.com/office/officeart/2018/2/layout/IconVerticalSolidList"/>
    <dgm:cxn modelId="{C04D701D-51CD-4EDF-A1B3-931D0D3B0518}" type="presParOf" srcId="{ED71C798-10F4-4F6A-8FA5-B7CBC84771D1}" destId="{02057109-BAD3-461A-B7F6-BB2E943FF284}" srcOrd="1" destOrd="0" presId="urn:microsoft.com/office/officeart/2018/2/layout/IconVerticalSolidList"/>
    <dgm:cxn modelId="{D70036D0-30C8-4986-B356-A24AC757FDF3}" type="presParOf" srcId="{ED71C798-10F4-4F6A-8FA5-B7CBC84771D1}" destId="{AF7D16F6-9CFE-42DE-A9FA-FAE99F770CB5}" srcOrd="2" destOrd="0" presId="urn:microsoft.com/office/officeart/2018/2/layout/IconVerticalSolidList"/>
    <dgm:cxn modelId="{FB56E62F-1476-45D8-853D-41B4A9EEA30E}" type="presParOf" srcId="{ED71C798-10F4-4F6A-8FA5-B7CBC84771D1}" destId="{CCB87935-BD11-4748-9BA8-37093F0A5B59}" srcOrd="3" destOrd="0" presId="urn:microsoft.com/office/officeart/2018/2/layout/IconVerticalSolidList"/>
    <dgm:cxn modelId="{35F94A57-7997-435D-A0F7-0E6BE2EA92AE}" type="presParOf" srcId="{7AB8436C-3627-43A4-BE7F-32A9BE2BC57C}" destId="{786373F8-594A-4D83-9E6A-734B1BBFB4B1}" srcOrd="5" destOrd="0" presId="urn:microsoft.com/office/officeart/2018/2/layout/IconVerticalSolidList"/>
    <dgm:cxn modelId="{EDE5AE8E-D89C-4C65-B38D-9976734B2C33}" type="presParOf" srcId="{7AB8436C-3627-43A4-BE7F-32A9BE2BC57C}" destId="{0BB0766C-38CD-483C-8445-10604216E884}" srcOrd="6" destOrd="0" presId="urn:microsoft.com/office/officeart/2018/2/layout/IconVerticalSolidList"/>
    <dgm:cxn modelId="{6C752E9D-4982-460B-892D-234E9018E1BA}" type="presParOf" srcId="{0BB0766C-38CD-483C-8445-10604216E884}" destId="{5CE4AE0F-D08A-4F7E-BC59-5C6D1E3CFE24}" srcOrd="0" destOrd="0" presId="urn:microsoft.com/office/officeart/2018/2/layout/IconVerticalSolidList"/>
    <dgm:cxn modelId="{B2BA75BD-2702-4A75-8899-EB4A2189ADA6}" type="presParOf" srcId="{0BB0766C-38CD-483C-8445-10604216E884}" destId="{BB5720B8-16B1-4921-8A12-3C9B833D1FE1}" srcOrd="1" destOrd="0" presId="urn:microsoft.com/office/officeart/2018/2/layout/IconVerticalSolidList"/>
    <dgm:cxn modelId="{501A63CA-6460-403E-A079-0A101BF090B9}" type="presParOf" srcId="{0BB0766C-38CD-483C-8445-10604216E884}" destId="{CE33DDB0-28B6-4ADD-9135-B818F8453AE0}" srcOrd="2" destOrd="0" presId="urn:microsoft.com/office/officeart/2018/2/layout/IconVerticalSolidList"/>
    <dgm:cxn modelId="{56086040-F69A-43A2-BC39-F92E96373C17}" type="presParOf" srcId="{0BB0766C-38CD-483C-8445-10604216E884}" destId="{001B19FB-7A6A-4B86-953F-F8699943FB5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6852A9B-517B-4B90-B815-1E5845DDF60F}"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A8D170FF-EA36-4041-925D-F1B7277379F6}">
      <dgm:prSet/>
      <dgm:spPr/>
      <dgm:t>
        <a:bodyPr/>
        <a:lstStyle/>
        <a:p>
          <a:r>
            <a:rPr lang="en-US"/>
            <a:t>GitHub Backend: </a:t>
          </a:r>
          <a:r>
            <a:rPr lang="en-US">
              <a:hlinkClick xmlns:r="http://schemas.openxmlformats.org/officeDocument/2006/relationships" r:id="rId1"/>
            </a:rPr>
            <a:t>https://github.com/Cassius-K/Game-Dashboard-Backend</a:t>
          </a:r>
          <a:endParaRPr lang="en-US"/>
        </a:p>
      </dgm:t>
    </dgm:pt>
    <dgm:pt modelId="{4320E954-E5D9-4E7B-AB8F-2016AF635290}" type="parTrans" cxnId="{C2DD130B-329F-49C8-A872-11B4A15650D3}">
      <dgm:prSet/>
      <dgm:spPr/>
      <dgm:t>
        <a:bodyPr/>
        <a:lstStyle/>
        <a:p>
          <a:endParaRPr lang="en-US"/>
        </a:p>
      </dgm:t>
    </dgm:pt>
    <dgm:pt modelId="{18BE43D5-4602-4FD6-BE69-C2DC4ABBCE60}" type="sibTrans" cxnId="{C2DD130B-329F-49C8-A872-11B4A15650D3}">
      <dgm:prSet/>
      <dgm:spPr/>
      <dgm:t>
        <a:bodyPr/>
        <a:lstStyle/>
        <a:p>
          <a:endParaRPr lang="en-US"/>
        </a:p>
      </dgm:t>
    </dgm:pt>
    <dgm:pt modelId="{536E920F-777F-4148-B4A9-AE15220A5AC9}">
      <dgm:prSet/>
      <dgm:spPr/>
      <dgm:t>
        <a:bodyPr/>
        <a:lstStyle/>
        <a:p>
          <a:r>
            <a:rPr lang="en-US"/>
            <a:t>GitHub Frontend: </a:t>
          </a:r>
          <a:r>
            <a:rPr lang="en-US">
              <a:hlinkClick xmlns:r="http://schemas.openxmlformats.org/officeDocument/2006/relationships" r:id="rId2"/>
            </a:rPr>
            <a:t>https://github.com/Cassius-K/Game-Dashboard-Frontend</a:t>
          </a:r>
          <a:endParaRPr lang="en-US"/>
        </a:p>
      </dgm:t>
    </dgm:pt>
    <dgm:pt modelId="{50258912-2791-4717-A126-A82B2AB0AED4}" type="parTrans" cxnId="{61A0FD5A-84F5-4554-93EE-24D40EF67F61}">
      <dgm:prSet/>
      <dgm:spPr/>
      <dgm:t>
        <a:bodyPr/>
        <a:lstStyle/>
        <a:p>
          <a:endParaRPr lang="en-US"/>
        </a:p>
      </dgm:t>
    </dgm:pt>
    <dgm:pt modelId="{C1E7F81D-01B9-486F-BE09-52AF32123D55}" type="sibTrans" cxnId="{61A0FD5A-84F5-4554-93EE-24D40EF67F61}">
      <dgm:prSet/>
      <dgm:spPr/>
      <dgm:t>
        <a:bodyPr/>
        <a:lstStyle/>
        <a:p>
          <a:endParaRPr lang="en-US"/>
        </a:p>
      </dgm:t>
    </dgm:pt>
    <dgm:pt modelId="{36ED1351-4A92-4E13-BB47-EA53BA9A6A8B}">
      <dgm:prSet/>
      <dgm:spPr/>
      <dgm:t>
        <a:bodyPr/>
        <a:lstStyle/>
        <a:p>
          <a:r>
            <a:rPr lang="en-US"/>
            <a:t>Render site: </a:t>
          </a:r>
          <a:r>
            <a:rPr lang="en-US">
              <a:hlinkClick xmlns:r="http://schemas.openxmlformats.org/officeDocument/2006/relationships" r:id="rId3"/>
            </a:rPr>
            <a:t>https://game-dashboard-frontend-5kni.onrender.com/</a:t>
          </a:r>
          <a:endParaRPr lang="en-US"/>
        </a:p>
      </dgm:t>
    </dgm:pt>
    <dgm:pt modelId="{B5ECF5A2-3626-4311-8D74-3681108A8A43}" type="parTrans" cxnId="{52AEF7DD-03FC-49A2-9361-9651BE6F19CE}">
      <dgm:prSet/>
      <dgm:spPr/>
      <dgm:t>
        <a:bodyPr/>
        <a:lstStyle/>
        <a:p>
          <a:endParaRPr lang="en-US"/>
        </a:p>
      </dgm:t>
    </dgm:pt>
    <dgm:pt modelId="{EB59A05D-F9AC-4A03-9381-0CAAE261F084}" type="sibTrans" cxnId="{52AEF7DD-03FC-49A2-9361-9651BE6F19CE}">
      <dgm:prSet/>
      <dgm:spPr/>
      <dgm:t>
        <a:bodyPr/>
        <a:lstStyle/>
        <a:p>
          <a:endParaRPr lang="en-US"/>
        </a:p>
      </dgm:t>
    </dgm:pt>
    <dgm:pt modelId="{1C78F114-D532-4935-BE03-798A5DC28ED6}" type="pres">
      <dgm:prSet presAssocID="{E6852A9B-517B-4B90-B815-1E5845DDF60F}" presName="hierChild1" presStyleCnt="0">
        <dgm:presLayoutVars>
          <dgm:chPref val="1"/>
          <dgm:dir/>
          <dgm:animOne val="branch"/>
          <dgm:animLvl val="lvl"/>
          <dgm:resizeHandles/>
        </dgm:presLayoutVars>
      </dgm:prSet>
      <dgm:spPr/>
    </dgm:pt>
    <dgm:pt modelId="{1D0A180C-D4D5-4CD5-973B-361786D2E85A}" type="pres">
      <dgm:prSet presAssocID="{A8D170FF-EA36-4041-925D-F1B7277379F6}" presName="hierRoot1" presStyleCnt="0"/>
      <dgm:spPr/>
    </dgm:pt>
    <dgm:pt modelId="{19842705-B827-4A34-AD25-E0385327B2E2}" type="pres">
      <dgm:prSet presAssocID="{A8D170FF-EA36-4041-925D-F1B7277379F6}" presName="composite" presStyleCnt="0"/>
      <dgm:spPr/>
    </dgm:pt>
    <dgm:pt modelId="{0C745C91-04B3-421E-8BF9-963180C9B253}" type="pres">
      <dgm:prSet presAssocID="{A8D170FF-EA36-4041-925D-F1B7277379F6}" presName="background" presStyleLbl="node0" presStyleIdx="0" presStyleCnt="3"/>
      <dgm:spPr/>
    </dgm:pt>
    <dgm:pt modelId="{180DEBE1-3AC2-4122-B6FD-0E2BE6C069CA}" type="pres">
      <dgm:prSet presAssocID="{A8D170FF-EA36-4041-925D-F1B7277379F6}" presName="text" presStyleLbl="fgAcc0" presStyleIdx="0" presStyleCnt="3">
        <dgm:presLayoutVars>
          <dgm:chPref val="3"/>
        </dgm:presLayoutVars>
      </dgm:prSet>
      <dgm:spPr/>
    </dgm:pt>
    <dgm:pt modelId="{AA9181A7-AE1D-4D48-825C-67C91772BA22}" type="pres">
      <dgm:prSet presAssocID="{A8D170FF-EA36-4041-925D-F1B7277379F6}" presName="hierChild2" presStyleCnt="0"/>
      <dgm:spPr/>
    </dgm:pt>
    <dgm:pt modelId="{943FD2EC-4454-406A-ADAD-E5E726D6EC64}" type="pres">
      <dgm:prSet presAssocID="{536E920F-777F-4148-B4A9-AE15220A5AC9}" presName="hierRoot1" presStyleCnt="0"/>
      <dgm:spPr/>
    </dgm:pt>
    <dgm:pt modelId="{CDE75816-5FC8-496F-8399-3DBD1B4C16E9}" type="pres">
      <dgm:prSet presAssocID="{536E920F-777F-4148-B4A9-AE15220A5AC9}" presName="composite" presStyleCnt="0"/>
      <dgm:spPr/>
    </dgm:pt>
    <dgm:pt modelId="{0DDFAE6E-C19F-4FB8-BBA4-363F35EAEB40}" type="pres">
      <dgm:prSet presAssocID="{536E920F-777F-4148-B4A9-AE15220A5AC9}" presName="background" presStyleLbl="node0" presStyleIdx="1" presStyleCnt="3"/>
      <dgm:spPr/>
    </dgm:pt>
    <dgm:pt modelId="{798A9C8F-3046-44CE-A7A4-8A8CE3DAA954}" type="pres">
      <dgm:prSet presAssocID="{536E920F-777F-4148-B4A9-AE15220A5AC9}" presName="text" presStyleLbl="fgAcc0" presStyleIdx="1" presStyleCnt="3">
        <dgm:presLayoutVars>
          <dgm:chPref val="3"/>
        </dgm:presLayoutVars>
      </dgm:prSet>
      <dgm:spPr/>
    </dgm:pt>
    <dgm:pt modelId="{7E4C7830-298B-477A-B710-3ED65E7B3BCC}" type="pres">
      <dgm:prSet presAssocID="{536E920F-777F-4148-B4A9-AE15220A5AC9}" presName="hierChild2" presStyleCnt="0"/>
      <dgm:spPr/>
    </dgm:pt>
    <dgm:pt modelId="{F6CEB1C4-BF31-44FC-A4CF-44F94BDEE219}" type="pres">
      <dgm:prSet presAssocID="{36ED1351-4A92-4E13-BB47-EA53BA9A6A8B}" presName="hierRoot1" presStyleCnt="0"/>
      <dgm:spPr/>
    </dgm:pt>
    <dgm:pt modelId="{6DC39D33-A4BF-4175-86CB-297A8D51E012}" type="pres">
      <dgm:prSet presAssocID="{36ED1351-4A92-4E13-BB47-EA53BA9A6A8B}" presName="composite" presStyleCnt="0"/>
      <dgm:spPr/>
    </dgm:pt>
    <dgm:pt modelId="{499201B8-1F7E-417E-9850-F213A4132919}" type="pres">
      <dgm:prSet presAssocID="{36ED1351-4A92-4E13-BB47-EA53BA9A6A8B}" presName="background" presStyleLbl="node0" presStyleIdx="2" presStyleCnt="3"/>
      <dgm:spPr/>
    </dgm:pt>
    <dgm:pt modelId="{05C523E4-7824-4DBF-AE9D-EB4ED2EFF346}" type="pres">
      <dgm:prSet presAssocID="{36ED1351-4A92-4E13-BB47-EA53BA9A6A8B}" presName="text" presStyleLbl="fgAcc0" presStyleIdx="2" presStyleCnt="3">
        <dgm:presLayoutVars>
          <dgm:chPref val="3"/>
        </dgm:presLayoutVars>
      </dgm:prSet>
      <dgm:spPr/>
    </dgm:pt>
    <dgm:pt modelId="{DC2CB264-9DB4-4D12-8083-7D782860F6DD}" type="pres">
      <dgm:prSet presAssocID="{36ED1351-4A92-4E13-BB47-EA53BA9A6A8B}" presName="hierChild2" presStyleCnt="0"/>
      <dgm:spPr/>
    </dgm:pt>
  </dgm:ptLst>
  <dgm:cxnLst>
    <dgm:cxn modelId="{C2DD130B-329F-49C8-A872-11B4A15650D3}" srcId="{E6852A9B-517B-4B90-B815-1E5845DDF60F}" destId="{A8D170FF-EA36-4041-925D-F1B7277379F6}" srcOrd="0" destOrd="0" parTransId="{4320E954-E5D9-4E7B-AB8F-2016AF635290}" sibTransId="{18BE43D5-4602-4FD6-BE69-C2DC4ABBCE60}"/>
    <dgm:cxn modelId="{360B931D-8880-43EA-97C7-4D0F0F0600BC}" type="presOf" srcId="{A8D170FF-EA36-4041-925D-F1B7277379F6}" destId="{180DEBE1-3AC2-4122-B6FD-0E2BE6C069CA}" srcOrd="0" destOrd="0" presId="urn:microsoft.com/office/officeart/2005/8/layout/hierarchy1"/>
    <dgm:cxn modelId="{61A0FD5A-84F5-4554-93EE-24D40EF67F61}" srcId="{E6852A9B-517B-4B90-B815-1E5845DDF60F}" destId="{536E920F-777F-4148-B4A9-AE15220A5AC9}" srcOrd="1" destOrd="0" parTransId="{50258912-2791-4717-A126-A82B2AB0AED4}" sibTransId="{C1E7F81D-01B9-486F-BE09-52AF32123D55}"/>
    <dgm:cxn modelId="{9AD19FA0-8A03-48C2-BCFA-F0AECF1C3EBB}" type="presOf" srcId="{36ED1351-4A92-4E13-BB47-EA53BA9A6A8B}" destId="{05C523E4-7824-4DBF-AE9D-EB4ED2EFF346}" srcOrd="0" destOrd="0" presId="urn:microsoft.com/office/officeart/2005/8/layout/hierarchy1"/>
    <dgm:cxn modelId="{B5D240AB-56E8-43A1-8F38-8B780F4B83FC}" type="presOf" srcId="{536E920F-777F-4148-B4A9-AE15220A5AC9}" destId="{798A9C8F-3046-44CE-A7A4-8A8CE3DAA954}" srcOrd="0" destOrd="0" presId="urn:microsoft.com/office/officeart/2005/8/layout/hierarchy1"/>
    <dgm:cxn modelId="{52AEF7DD-03FC-49A2-9361-9651BE6F19CE}" srcId="{E6852A9B-517B-4B90-B815-1E5845DDF60F}" destId="{36ED1351-4A92-4E13-BB47-EA53BA9A6A8B}" srcOrd="2" destOrd="0" parTransId="{B5ECF5A2-3626-4311-8D74-3681108A8A43}" sibTransId="{EB59A05D-F9AC-4A03-9381-0CAAE261F084}"/>
    <dgm:cxn modelId="{E6FAA9EE-B6C0-4056-97D4-A56CBDD9C9A5}" type="presOf" srcId="{E6852A9B-517B-4B90-B815-1E5845DDF60F}" destId="{1C78F114-D532-4935-BE03-798A5DC28ED6}" srcOrd="0" destOrd="0" presId="urn:microsoft.com/office/officeart/2005/8/layout/hierarchy1"/>
    <dgm:cxn modelId="{CE1DBC8C-92FE-442B-A527-14D1FC03C74B}" type="presParOf" srcId="{1C78F114-D532-4935-BE03-798A5DC28ED6}" destId="{1D0A180C-D4D5-4CD5-973B-361786D2E85A}" srcOrd="0" destOrd="0" presId="urn:microsoft.com/office/officeart/2005/8/layout/hierarchy1"/>
    <dgm:cxn modelId="{A41FF53E-DBF2-47CF-8D63-8A3D38DE2F2C}" type="presParOf" srcId="{1D0A180C-D4D5-4CD5-973B-361786D2E85A}" destId="{19842705-B827-4A34-AD25-E0385327B2E2}" srcOrd="0" destOrd="0" presId="urn:microsoft.com/office/officeart/2005/8/layout/hierarchy1"/>
    <dgm:cxn modelId="{5F4672AD-46FF-4E2B-BAFC-65C221512075}" type="presParOf" srcId="{19842705-B827-4A34-AD25-E0385327B2E2}" destId="{0C745C91-04B3-421E-8BF9-963180C9B253}" srcOrd="0" destOrd="0" presId="urn:microsoft.com/office/officeart/2005/8/layout/hierarchy1"/>
    <dgm:cxn modelId="{75667FBA-0EF5-4510-AA90-E384FB2167C7}" type="presParOf" srcId="{19842705-B827-4A34-AD25-E0385327B2E2}" destId="{180DEBE1-3AC2-4122-B6FD-0E2BE6C069CA}" srcOrd="1" destOrd="0" presId="urn:microsoft.com/office/officeart/2005/8/layout/hierarchy1"/>
    <dgm:cxn modelId="{45CFB763-05ED-4A6C-953F-B3CC196AD818}" type="presParOf" srcId="{1D0A180C-D4D5-4CD5-973B-361786D2E85A}" destId="{AA9181A7-AE1D-4D48-825C-67C91772BA22}" srcOrd="1" destOrd="0" presId="urn:microsoft.com/office/officeart/2005/8/layout/hierarchy1"/>
    <dgm:cxn modelId="{F9B28595-86B6-4890-B1AD-DF02005D638F}" type="presParOf" srcId="{1C78F114-D532-4935-BE03-798A5DC28ED6}" destId="{943FD2EC-4454-406A-ADAD-E5E726D6EC64}" srcOrd="1" destOrd="0" presId="urn:microsoft.com/office/officeart/2005/8/layout/hierarchy1"/>
    <dgm:cxn modelId="{817BDD64-C0AC-4829-AEEF-2BC611796076}" type="presParOf" srcId="{943FD2EC-4454-406A-ADAD-E5E726D6EC64}" destId="{CDE75816-5FC8-496F-8399-3DBD1B4C16E9}" srcOrd="0" destOrd="0" presId="urn:microsoft.com/office/officeart/2005/8/layout/hierarchy1"/>
    <dgm:cxn modelId="{EBF6C567-61C6-4088-93DB-E7487AF03774}" type="presParOf" srcId="{CDE75816-5FC8-496F-8399-3DBD1B4C16E9}" destId="{0DDFAE6E-C19F-4FB8-BBA4-363F35EAEB40}" srcOrd="0" destOrd="0" presId="urn:microsoft.com/office/officeart/2005/8/layout/hierarchy1"/>
    <dgm:cxn modelId="{8E3E6D4A-5698-46F3-B409-CD2015CCCB17}" type="presParOf" srcId="{CDE75816-5FC8-496F-8399-3DBD1B4C16E9}" destId="{798A9C8F-3046-44CE-A7A4-8A8CE3DAA954}" srcOrd="1" destOrd="0" presId="urn:microsoft.com/office/officeart/2005/8/layout/hierarchy1"/>
    <dgm:cxn modelId="{7AD1F20F-EADD-49F4-8FD3-55D4F00ED0B6}" type="presParOf" srcId="{943FD2EC-4454-406A-ADAD-E5E726D6EC64}" destId="{7E4C7830-298B-477A-B710-3ED65E7B3BCC}" srcOrd="1" destOrd="0" presId="urn:microsoft.com/office/officeart/2005/8/layout/hierarchy1"/>
    <dgm:cxn modelId="{9AF9B4E0-D4AC-4266-92F8-3ABE2A5970DB}" type="presParOf" srcId="{1C78F114-D532-4935-BE03-798A5DC28ED6}" destId="{F6CEB1C4-BF31-44FC-A4CF-44F94BDEE219}" srcOrd="2" destOrd="0" presId="urn:microsoft.com/office/officeart/2005/8/layout/hierarchy1"/>
    <dgm:cxn modelId="{752E163D-AAEE-40F9-B516-B351BAA7E571}" type="presParOf" srcId="{F6CEB1C4-BF31-44FC-A4CF-44F94BDEE219}" destId="{6DC39D33-A4BF-4175-86CB-297A8D51E012}" srcOrd="0" destOrd="0" presId="urn:microsoft.com/office/officeart/2005/8/layout/hierarchy1"/>
    <dgm:cxn modelId="{A110C23E-6174-4A0D-A088-95210C4C60E0}" type="presParOf" srcId="{6DC39D33-A4BF-4175-86CB-297A8D51E012}" destId="{499201B8-1F7E-417E-9850-F213A4132919}" srcOrd="0" destOrd="0" presId="urn:microsoft.com/office/officeart/2005/8/layout/hierarchy1"/>
    <dgm:cxn modelId="{EEAF6624-B806-4101-9B9E-FA883A723C6C}" type="presParOf" srcId="{6DC39D33-A4BF-4175-86CB-297A8D51E012}" destId="{05C523E4-7824-4DBF-AE9D-EB4ED2EFF346}" srcOrd="1" destOrd="0" presId="urn:microsoft.com/office/officeart/2005/8/layout/hierarchy1"/>
    <dgm:cxn modelId="{AC124909-DE1A-4DC4-B5D1-D29CF74FC3F7}" type="presParOf" srcId="{F6CEB1C4-BF31-44FC-A4CF-44F94BDEE219}" destId="{DC2CB264-9DB4-4D12-8083-7D782860F6DD}"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D63137-CFE3-46CB-896B-B9261FF582E5}">
      <dsp:nvSpPr>
        <dsp:cNvPr id="0" name=""/>
        <dsp:cNvSpPr/>
      </dsp:nvSpPr>
      <dsp:spPr>
        <a:xfrm>
          <a:off x="0" y="41510"/>
          <a:ext cx="10515600" cy="1357492"/>
        </a:xfrm>
        <a:prstGeom prst="roundRect">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Players game across all types of systems</a:t>
          </a:r>
        </a:p>
      </dsp:txBody>
      <dsp:txXfrm>
        <a:off x="66267" y="107777"/>
        <a:ext cx="10383066" cy="1224958"/>
      </dsp:txXfrm>
    </dsp:sp>
    <dsp:sp modelId="{AD6ECE95-1B4B-4BD2-B032-38D95A9CAB78}">
      <dsp:nvSpPr>
        <dsp:cNvPr id="0" name=""/>
        <dsp:cNvSpPr/>
      </dsp:nvSpPr>
      <dsp:spPr>
        <a:xfrm>
          <a:off x="0" y="1496922"/>
          <a:ext cx="10515600" cy="1357492"/>
        </a:xfrm>
        <a:prstGeom prst="roundRect">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Each platform stores their own data</a:t>
          </a:r>
        </a:p>
      </dsp:txBody>
      <dsp:txXfrm>
        <a:off x="66267" y="1563189"/>
        <a:ext cx="10383066" cy="1224958"/>
      </dsp:txXfrm>
    </dsp:sp>
    <dsp:sp modelId="{5C4EB185-9140-4AC5-900A-C0A681D1FF99}">
      <dsp:nvSpPr>
        <dsp:cNvPr id="0" name=""/>
        <dsp:cNvSpPr/>
      </dsp:nvSpPr>
      <dsp:spPr>
        <a:xfrm>
          <a:off x="0" y="2952335"/>
          <a:ext cx="10515600" cy="1357492"/>
        </a:xfrm>
        <a:prstGeom prst="roundRect">
          <a:avLst/>
        </a:prstGeom>
        <a:solidFill>
          <a:schemeClr val="bg2">
            <a:lumMod val="5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There is no simple way to see all of your game data in one place</a:t>
          </a:r>
        </a:p>
      </dsp:txBody>
      <dsp:txXfrm>
        <a:off x="66267" y="3018602"/>
        <a:ext cx="10383066" cy="12249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97C457-ADB4-4F25-B6AD-A9ACDF26FF3C}">
      <dsp:nvSpPr>
        <dsp:cNvPr id="0" name=""/>
        <dsp:cNvSpPr/>
      </dsp:nvSpPr>
      <dsp:spPr>
        <a:xfrm>
          <a:off x="0" y="1805"/>
          <a:ext cx="10515600" cy="915310"/>
        </a:xfrm>
        <a:prstGeom prst="roundRect">
          <a:avLst>
            <a:gd name="adj" fmla="val 10000"/>
          </a:avLst>
        </a:prstGeom>
        <a:solidFill>
          <a:schemeClr val="bg2">
            <a:lumMod val="50000"/>
          </a:schemeClr>
        </a:solidFill>
        <a:ln>
          <a:noFill/>
        </a:ln>
        <a:effectLst/>
      </dsp:spPr>
      <dsp:style>
        <a:lnRef idx="0">
          <a:scrgbClr r="0" g="0" b="0"/>
        </a:lnRef>
        <a:fillRef idx="1">
          <a:scrgbClr r="0" g="0" b="0"/>
        </a:fillRef>
        <a:effectRef idx="0">
          <a:scrgbClr r="0" g="0" b="0"/>
        </a:effectRef>
        <a:fontRef idx="minor"/>
      </dsp:style>
    </dsp:sp>
    <dsp:sp modelId="{549EC9AE-4FB2-4728-8D1B-26FA86697F87}">
      <dsp:nvSpPr>
        <dsp:cNvPr id="0" name=""/>
        <dsp:cNvSpPr/>
      </dsp:nvSpPr>
      <dsp:spPr>
        <a:xfrm>
          <a:off x="276881" y="207750"/>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89C446-AE31-42A9-A2D7-627BB5DEE797}">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dirty="0">
              <a:solidFill>
                <a:schemeClr val="bg1"/>
              </a:solidFill>
            </a:rPr>
            <a:t>Players want to compare statistics across systems</a:t>
          </a:r>
        </a:p>
      </dsp:txBody>
      <dsp:txXfrm>
        <a:off x="1057183" y="1805"/>
        <a:ext cx="9458416" cy="915310"/>
      </dsp:txXfrm>
    </dsp:sp>
    <dsp:sp modelId="{72F9D1E8-C21B-478C-9F57-EB179F72F2B3}">
      <dsp:nvSpPr>
        <dsp:cNvPr id="0" name=""/>
        <dsp:cNvSpPr/>
      </dsp:nvSpPr>
      <dsp:spPr>
        <a:xfrm>
          <a:off x="0" y="1145944"/>
          <a:ext cx="10515600" cy="915310"/>
        </a:xfrm>
        <a:prstGeom prst="roundRect">
          <a:avLst>
            <a:gd name="adj" fmla="val 10000"/>
          </a:avLst>
        </a:prstGeom>
        <a:solidFill>
          <a:schemeClr val="bg2">
            <a:lumMod val="50000"/>
          </a:schemeClr>
        </a:solidFill>
        <a:ln>
          <a:noFill/>
        </a:ln>
        <a:effectLst/>
      </dsp:spPr>
      <dsp:style>
        <a:lnRef idx="0">
          <a:scrgbClr r="0" g="0" b="0"/>
        </a:lnRef>
        <a:fillRef idx="1">
          <a:scrgbClr r="0" g="0" b="0"/>
        </a:fillRef>
        <a:effectRef idx="0">
          <a:scrgbClr r="0" g="0" b="0"/>
        </a:effectRef>
        <a:fontRef idx="minor"/>
      </dsp:style>
    </dsp:sp>
    <dsp:sp modelId="{E8FFBF76-FDC5-4ECE-9EE4-B44CFBF8F835}">
      <dsp:nvSpPr>
        <dsp:cNvPr id="0" name=""/>
        <dsp:cNvSpPr/>
      </dsp:nvSpPr>
      <dsp:spPr>
        <a:xfrm>
          <a:off x="276881" y="1351889"/>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278D4B-00DF-4209-B8B6-8F9E46F91602}">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dirty="0">
              <a:solidFill>
                <a:schemeClr val="bg1"/>
              </a:solidFill>
            </a:rPr>
            <a:t>One platform’s data draw may be worse than others (or not available at all)</a:t>
          </a:r>
        </a:p>
      </dsp:txBody>
      <dsp:txXfrm>
        <a:off x="1057183" y="1145944"/>
        <a:ext cx="9458416" cy="915310"/>
      </dsp:txXfrm>
    </dsp:sp>
    <dsp:sp modelId="{38A1E20B-5C90-488A-A3D2-6B23203C0917}">
      <dsp:nvSpPr>
        <dsp:cNvPr id="0" name=""/>
        <dsp:cNvSpPr/>
      </dsp:nvSpPr>
      <dsp:spPr>
        <a:xfrm>
          <a:off x="0" y="2290082"/>
          <a:ext cx="10515600" cy="915310"/>
        </a:xfrm>
        <a:prstGeom prst="roundRect">
          <a:avLst>
            <a:gd name="adj" fmla="val 10000"/>
          </a:avLst>
        </a:prstGeom>
        <a:solidFill>
          <a:schemeClr val="bg2">
            <a:lumMod val="50000"/>
          </a:schemeClr>
        </a:solidFill>
        <a:ln>
          <a:noFill/>
        </a:ln>
        <a:effectLst/>
      </dsp:spPr>
      <dsp:style>
        <a:lnRef idx="0">
          <a:scrgbClr r="0" g="0" b="0"/>
        </a:lnRef>
        <a:fillRef idx="1">
          <a:scrgbClr r="0" g="0" b="0"/>
        </a:fillRef>
        <a:effectRef idx="0">
          <a:scrgbClr r="0" g="0" b="0"/>
        </a:effectRef>
        <a:fontRef idx="minor"/>
      </dsp:style>
    </dsp:sp>
    <dsp:sp modelId="{CDEA8E67-5697-4239-B23E-540E4C68B82C}">
      <dsp:nvSpPr>
        <dsp:cNvPr id="0" name=""/>
        <dsp:cNvSpPr/>
      </dsp:nvSpPr>
      <dsp:spPr>
        <a:xfrm>
          <a:off x="276881" y="2496027"/>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3BB3B45-6146-4877-A2F4-C45C248284CF}">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dirty="0">
              <a:solidFill>
                <a:schemeClr val="bg1"/>
              </a:solidFill>
            </a:rPr>
            <a:t>Players may want to see others statistics in a convenient manner</a:t>
          </a:r>
        </a:p>
      </dsp:txBody>
      <dsp:txXfrm>
        <a:off x="1057183" y="2290082"/>
        <a:ext cx="9458416" cy="915310"/>
      </dsp:txXfrm>
    </dsp:sp>
    <dsp:sp modelId="{09820FBF-1720-44D8-9F6F-9BA89D298E22}">
      <dsp:nvSpPr>
        <dsp:cNvPr id="0" name=""/>
        <dsp:cNvSpPr/>
      </dsp:nvSpPr>
      <dsp:spPr>
        <a:xfrm>
          <a:off x="0" y="3434221"/>
          <a:ext cx="10515600" cy="915310"/>
        </a:xfrm>
        <a:prstGeom prst="roundRect">
          <a:avLst>
            <a:gd name="adj" fmla="val 10000"/>
          </a:avLst>
        </a:prstGeom>
        <a:solidFill>
          <a:schemeClr val="bg2">
            <a:lumMod val="50000"/>
          </a:schemeClr>
        </a:solidFill>
        <a:ln>
          <a:noFill/>
        </a:ln>
        <a:effectLst/>
      </dsp:spPr>
      <dsp:style>
        <a:lnRef idx="0">
          <a:scrgbClr r="0" g="0" b="0"/>
        </a:lnRef>
        <a:fillRef idx="1">
          <a:scrgbClr r="0" g="0" b="0"/>
        </a:fillRef>
        <a:effectRef idx="0">
          <a:scrgbClr r="0" g="0" b="0"/>
        </a:effectRef>
        <a:fontRef idx="minor"/>
      </dsp:style>
    </dsp:sp>
    <dsp:sp modelId="{912F58EB-F222-4453-B1DD-5188BE442A70}">
      <dsp:nvSpPr>
        <dsp:cNvPr id="0" name=""/>
        <dsp:cNvSpPr/>
      </dsp:nvSpPr>
      <dsp:spPr>
        <a:xfrm>
          <a:off x="276881" y="3640166"/>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9AEB93-9034-41CD-A26D-546878F1C421}">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dirty="0">
              <a:solidFill>
                <a:schemeClr val="bg1"/>
              </a:solidFill>
            </a:rPr>
            <a:t>A single site can solve all of these issues</a:t>
          </a:r>
        </a:p>
      </dsp:txBody>
      <dsp:txXfrm>
        <a:off x="1057183" y="3434221"/>
        <a:ext cx="9458416" cy="91531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285DDC-14D6-4700-BE3E-700DFCAEF8E0}">
      <dsp:nvSpPr>
        <dsp:cNvPr id="0" name=""/>
        <dsp:cNvSpPr/>
      </dsp:nvSpPr>
      <dsp:spPr>
        <a:xfrm>
          <a:off x="0" y="531"/>
          <a:ext cx="10515600" cy="1242935"/>
        </a:xfrm>
        <a:prstGeom prst="roundRect">
          <a:avLst>
            <a:gd name="adj" fmla="val 10000"/>
          </a:avLst>
        </a:prstGeom>
        <a:solidFill>
          <a:schemeClr val="bg2">
            <a:lumMod val="50000"/>
          </a:schemeClr>
        </a:solidFill>
        <a:ln>
          <a:noFill/>
        </a:ln>
        <a:effectLst/>
      </dsp:spPr>
      <dsp:style>
        <a:lnRef idx="0">
          <a:scrgbClr r="0" g="0" b="0"/>
        </a:lnRef>
        <a:fillRef idx="1">
          <a:scrgbClr r="0" g="0" b="0"/>
        </a:fillRef>
        <a:effectRef idx="0">
          <a:scrgbClr r="0" g="0" b="0"/>
        </a:effectRef>
        <a:fontRef idx="minor"/>
      </dsp:style>
    </dsp:sp>
    <dsp:sp modelId="{96C9E083-FC3F-4E14-84CC-EE38D32F2D39}">
      <dsp:nvSpPr>
        <dsp:cNvPr id="0" name=""/>
        <dsp:cNvSpPr/>
      </dsp:nvSpPr>
      <dsp:spPr>
        <a:xfrm>
          <a:off x="375988" y="28019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36EB2A3-5B44-4E7B-A333-091028B8D75A}">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dirty="0">
              <a:solidFill>
                <a:schemeClr val="bg1"/>
              </a:solidFill>
            </a:rPr>
            <a:t>The Game Dashboard provides players with a centralized web application</a:t>
          </a:r>
        </a:p>
      </dsp:txBody>
      <dsp:txXfrm>
        <a:off x="1435590" y="531"/>
        <a:ext cx="9080009" cy="1242935"/>
      </dsp:txXfrm>
    </dsp:sp>
    <dsp:sp modelId="{DDDFA9E3-847F-4BB1-9895-EDD9ACA2C735}">
      <dsp:nvSpPr>
        <dsp:cNvPr id="0" name=""/>
        <dsp:cNvSpPr/>
      </dsp:nvSpPr>
      <dsp:spPr>
        <a:xfrm>
          <a:off x="0" y="1554201"/>
          <a:ext cx="10515600" cy="1242935"/>
        </a:xfrm>
        <a:prstGeom prst="roundRect">
          <a:avLst>
            <a:gd name="adj" fmla="val 10000"/>
          </a:avLst>
        </a:prstGeom>
        <a:solidFill>
          <a:schemeClr val="bg2">
            <a:lumMod val="50000"/>
          </a:schemeClr>
        </a:solidFill>
        <a:ln>
          <a:noFill/>
        </a:ln>
        <a:effectLst/>
      </dsp:spPr>
      <dsp:style>
        <a:lnRef idx="0">
          <a:scrgbClr r="0" g="0" b="0"/>
        </a:lnRef>
        <a:fillRef idx="1">
          <a:scrgbClr r="0" g="0" b="0"/>
        </a:fillRef>
        <a:effectRef idx="0">
          <a:scrgbClr r="0" g="0" b="0"/>
        </a:effectRef>
        <a:fontRef idx="minor"/>
      </dsp:style>
    </dsp:sp>
    <dsp:sp modelId="{820ED4B8-EDB6-4988-B4BF-E8BA9E64CA7D}">
      <dsp:nvSpPr>
        <dsp:cNvPr id="0" name=""/>
        <dsp:cNvSpPr/>
      </dsp:nvSpPr>
      <dsp:spPr>
        <a:xfrm>
          <a:off x="375988" y="183386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EF1F86-A68F-4CA5-8580-38B3412160CE}">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dirty="0">
              <a:solidFill>
                <a:schemeClr val="bg1"/>
              </a:solidFill>
            </a:rPr>
            <a:t>Players can access data from the 3 Major platforms (PlayStation, Steam, Xbox)</a:t>
          </a:r>
        </a:p>
      </dsp:txBody>
      <dsp:txXfrm>
        <a:off x="1435590" y="1554201"/>
        <a:ext cx="9080009" cy="1242935"/>
      </dsp:txXfrm>
    </dsp:sp>
    <dsp:sp modelId="{4935893F-F1DD-4045-A960-CC2D676BBB21}">
      <dsp:nvSpPr>
        <dsp:cNvPr id="0" name=""/>
        <dsp:cNvSpPr/>
      </dsp:nvSpPr>
      <dsp:spPr>
        <a:xfrm>
          <a:off x="0" y="3108402"/>
          <a:ext cx="10515600" cy="1242935"/>
        </a:xfrm>
        <a:prstGeom prst="roundRect">
          <a:avLst>
            <a:gd name="adj" fmla="val 10000"/>
          </a:avLst>
        </a:prstGeom>
        <a:solidFill>
          <a:schemeClr val="bg2">
            <a:lumMod val="50000"/>
          </a:schemeClr>
        </a:solidFill>
        <a:ln>
          <a:noFill/>
        </a:ln>
        <a:effectLst/>
      </dsp:spPr>
      <dsp:style>
        <a:lnRef idx="0">
          <a:scrgbClr r="0" g="0" b="0"/>
        </a:lnRef>
        <a:fillRef idx="1">
          <a:scrgbClr r="0" g="0" b="0"/>
        </a:fillRef>
        <a:effectRef idx="0">
          <a:scrgbClr r="0" g="0" b="0"/>
        </a:effectRef>
        <a:fontRef idx="minor"/>
      </dsp:style>
    </dsp:sp>
    <dsp:sp modelId="{AAEFE9E9-2C6B-4BBE-A4E4-74B817563F65}">
      <dsp:nvSpPr>
        <dsp:cNvPr id="0" name=""/>
        <dsp:cNvSpPr/>
      </dsp:nvSpPr>
      <dsp:spPr>
        <a:xfrm>
          <a:off x="375988" y="338753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6BFB569-9927-4FCC-A178-D66133AB4C33}">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dirty="0">
              <a:solidFill>
                <a:schemeClr val="bg1"/>
              </a:solidFill>
            </a:rPr>
            <a:t>A standardized format for all the player statistics</a:t>
          </a:r>
        </a:p>
      </dsp:txBody>
      <dsp:txXfrm>
        <a:off x="1435590" y="3107870"/>
        <a:ext cx="9080009" cy="124293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1DB50E-B0AA-4A69-A3CA-6BAB0B2022EF}">
      <dsp:nvSpPr>
        <dsp:cNvPr id="0" name=""/>
        <dsp:cNvSpPr/>
      </dsp:nvSpPr>
      <dsp:spPr>
        <a:xfrm>
          <a:off x="0" y="1805"/>
          <a:ext cx="10515600" cy="915310"/>
        </a:xfrm>
        <a:prstGeom prst="roundRect">
          <a:avLst>
            <a:gd name="adj" fmla="val 10000"/>
          </a:avLst>
        </a:prstGeom>
        <a:solidFill>
          <a:schemeClr val="bg2">
            <a:lumMod val="50000"/>
          </a:schemeClr>
        </a:solidFill>
        <a:ln>
          <a:noFill/>
        </a:ln>
        <a:effectLst/>
      </dsp:spPr>
      <dsp:style>
        <a:lnRef idx="0">
          <a:scrgbClr r="0" g="0" b="0"/>
        </a:lnRef>
        <a:fillRef idx="1">
          <a:scrgbClr r="0" g="0" b="0"/>
        </a:fillRef>
        <a:effectRef idx="0">
          <a:scrgbClr r="0" g="0" b="0"/>
        </a:effectRef>
        <a:fontRef idx="minor"/>
      </dsp:style>
    </dsp:sp>
    <dsp:sp modelId="{E01B6A40-601E-4E10-806F-B67C7CFE7E19}">
      <dsp:nvSpPr>
        <dsp:cNvPr id="0" name=""/>
        <dsp:cNvSpPr/>
      </dsp:nvSpPr>
      <dsp:spPr>
        <a:xfrm>
          <a:off x="276881" y="207750"/>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084960-EB31-4CD2-B7BB-75FC9396A2B8}">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dirty="0">
              <a:solidFill>
                <a:schemeClr val="bg1"/>
              </a:solidFill>
            </a:rPr>
            <a:t>User Browser (React) → Sends JWT Token → Express Backend</a:t>
          </a:r>
        </a:p>
      </dsp:txBody>
      <dsp:txXfrm>
        <a:off x="1057183" y="1805"/>
        <a:ext cx="9458416" cy="915310"/>
      </dsp:txXfrm>
    </dsp:sp>
    <dsp:sp modelId="{C989461F-0ACB-4AA1-A491-76289743A064}">
      <dsp:nvSpPr>
        <dsp:cNvPr id="0" name=""/>
        <dsp:cNvSpPr/>
      </dsp:nvSpPr>
      <dsp:spPr>
        <a:xfrm>
          <a:off x="0" y="1145944"/>
          <a:ext cx="10515600" cy="915310"/>
        </a:xfrm>
        <a:prstGeom prst="roundRect">
          <a:avLst>
            <a:gd name="adj" fmla="val 10000"/>
          </a:avLst>
        </a:prstGeom>
        <a:solidFill>
          <a:schemeClr val="bg2">
            <a:lumMod val="50000"/>
          </a:schemeClr>
        </a:solidFill>
        <a:ln>
          <a:noFill/>
        </a:ln>
        <a:effectLst/>
      </dsp:spPr>
      <dsp:style>
        <a:lnRef idx="0">
          <a:scrgbClr r="0" g="0" b="0"/>
        </a:lnRef>
        <a:fillRef idx="1">
          <a:scrgbClr r="0" g="0" b="0"/>
        </a:fillRef>
        <a:effectRef idx="0">
          <a:scrgbClr r="0" g="0" b="0"/>
        </a:effectRef>
        <a:fontRef idx="minor"/>
      </dsp:style>
    </dsp:sp>
    <dsp:sp modelId="{C4AC0891-FC4F-465C-B9A5-EB7A322C2827}">
      <dsp:nvSpPr>
        <dsp:cNvPr id="0" name=""/>
        <dsp:cNvSpPr/>
      </dsp:nvSpPr>
      <dsp:spPr>
        <a:xfrm>
          <a:off x="276881" y="1351889"/>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B00762-D28A-4287-B4A9-E31D6E290063}">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dirty="0">
              <a:solidFill>
                <a:schemeClr val="bg1"/>
              </a:solidFill>
            </a:rPr>
            <a:t>Express Backend → Checks local cache in MongoDB</a:t>
          </a:r>
        </a:p>
      </dsp:txBody>
      <dsp:txXfrm>
        <a:off x="1057183" y="1145944"/>
        <a:ext cx="9458416" cy="915310"/>
      </dsp:txXfrm>
    </dsp:sp>
    <dsp:sp modelId="{023F8205-4D4B-42E5-93E8-308F133BE73B}">
      <dsp:nvSpPr>
        <dsp:cNvPr id="0" name=""/>
        <dsp:cNvSpPr/>
      </dsp:nvSpPr>
      <dsp:spPr>
        <a:xfrm>
          <a:off x="0" y="2290082"/>
          <a:ext cx="10515600" cy="915310"/>
        </a:xfrm>
        <a:prstGeom prst="roundRect">
          <a:avLst>
            <a:gd name="adj" fmla="val 10000"/>
          </a:avLst>
        </a:prstGeom>
        <a:solidFill>
          <a:schemeClr val="bg2">
            <a:lumMod val="50000"/>
          </a:schemeClr>
        </a:solidFill>
        <a:ln>
          <a:noFill/>
        </a:ln>
        <a:effectLst/>
      </dsp:spPr>
      <dsp:style>
        <a:lnRef idx="0">
          <a:scrgbClr r="0" g="0" b="0"/>
        </a:lnRef>
        <a:fillRef idx="1">
          <a:scrgbClr r="0" g="0" b="0"/>
        </a:fillRef>
        <a:effectRef idx="0">
          <a:scrgbClr r="0" g="0" b="0"/>
        </a:effectRef>
        <a:fontRef idx="minor"/>
      </dsp:style>
    </dsp:sp>
    <dsp:sp modelId="{B2913CAB-B1BB-4A8F-83DA-FB6736EC4D6F}">
      <dsp:nvSpPr>
        <dsp:cNvPr id="0" name=""/>
        <dsp:cNvSpPr/>
      </dsp:nvSpPr>
      <dsp:spPr>
        <a:xfrm>
          <a:off x="276881" y="2496027"/>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16C3E68-09DC-4FC6-87FE-BDB2D900D09A}">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dirty="0">
              <a:solidFill>
                <a:schemeClr val="bg1"/>
              </a:solidFill>
            </a:rPr>
            <a:t>If data is missing or stale → Express Backend → Queries Steam/Sony/</a:t>
          </a:r>
          <a:r>
            <a:rPr lang="en-US" sz="2200" kern="1200" dirty="0" err="1">
              <a:solidFill>
                <a:schemeClr val="bg1"/>
              </a:solidFill>
            </a:rPr>
            <a:t>OpenXBL</a:t>
          </a:r>
          <a:r>
            <a:rPr lang="en-US" sz="2200" kern="1200" dirty="0">
              <a:solidFill>
                <a:schemeClr val="bg1"/>
              </a:solidFill>
            </a:rPr>
            <a:t> APIs respectively</a:t>
          </a:r>
        </a:p>
      </dsp:txBody>
      <dsp:txXfrm>
        <a:off x="1057183" y="2290082"/>
        <a:ext cx="9458416" cy="915310"/>
      </dsp:txXfrm>
    </dsp:sp>
    <dsp:sp modelId="{005BC5B2-DB77-4DEF-BA23-48CD7F0213C3}">
      <dsp:nvSpPr>
        <dsp:cNvPr id="0" name=""/>
        <dsp:cNvSpPr/>
      </dsp:nvSpPr>
      <dsp:spPr>
        <a:xfrm>
          <a:off x="0" y="3434221"/>
          <a:ext cx="10515600" cy="915310"/>
        </a:xfrm>
        <a:prstGeom prst="roundRect">
          <a:avLst>
            <a:gd name="adj" fmla="val 10000"/>
          </a:avLst>
        </a:prstGeom>
        <a:solidFill>
          <a:schemeClr val="bg2">
            <a:lumMod val="50000"/>
          </a:schemeClr>
        </a:solidFill>
        <a:ln>
          <a:noFill/>
        </a:ln>
        <a:effectLst/>
      </dsp:spPr>
      <dsp:style>
        <a:lnRef idx="0">
          <a:scrgbClr r="0" g="0" b="0"/>
        </a:lnRef>
        <a:fillRef idx="1">
          <a:scrgbClr r="0" g="0" b="0"/>
        </a:fillRef>
        <a:effectRef idx="0">
          <a:scrgbClr r="0" g="0" b="0"/>
        </a:effectRef>
        <a:fontRef idx="minor"/>
      </dsp:style>
    </dsp:sp>
    <dsp:sp modelId="{3A2E7BB1-8DA6-4D52-A923-5D09A7FE1F9D}">
      <dsp:nvSpPr>
        <dsp:cNvPr id="0" name=""/>
        <dsp:cNvSpPr/>
      </dsp:nvSpPr>
      <dsp:spPr>
        <a:xfrm>
          <a:off x="276881" y="3640166"/>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9D6CFE-65AE-43EA-B90C-1C780A3C78F8}">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dirty="0">
              <a:solidFill>
                <a:schemeClr val="bg1"/>
              </a:solidFill>
            </a:rPr>
            <a:t>Express Backend → Normalizes JSON Data → Saves data to MongoDB → Returns clean data to React UI</a:t>
          </a:r>
        </a:p>
      </dsp:txBody>
      <dsp:txXfrm>
        <a:off x="1057183" y="3434221"/>
        <a:ext cx="9458416" cy="91531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E6BA40-D620-4B68-9824-1D58DA9B9ACE}">
      <dsp:nvSpPr>
        <dsp:cNvPr id="0" name=""/>
        <dsp:cNvSpPr/>
      </dsp:nvSpPr>
      <dsp:spPr>
        <a:xfrm rot="5400000">
          <a:off x="6589693" y="-2661723"/>
          <a:ext cx="1121829" cy="6729984"/>
        </a:xfrm>
        <a:prstGeom prst="round2Same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41910" rIns="83820" bIns="41910" numCol="1" spcCol="1270" anchor="ctr" anchorCtr="0">
          <a:noAutofit/>
        </a:bodyPr>
        <a:lstStyle/>
        <a:p>
          <a:pPr marL="228600" lvl="1" indent="-228600" algn="l" defTabSz="977900">
            <a:lnSpc>
              <a:spcPct val="90000"/>
            </a:lnSpc>
            <a:spcBef>
              <a:spcPct val="0"/>
            </a:spcBef>
            <a:spcAft>
              <a:spcPct val="15000"/>
            </a:spcAft>
            <a:buChar char="•"/>
          </a:pPr>
          <a:r>
            <a:rPr lang="en-US" sz="2200" kern="1200"/>
            <a:t>A highly relational 5 collection schema (Users, Platform Accounts, Games, Achievements, User Achievements).</a:t>
          </a:r>
        </a:p>
      </dsp:txBody>
      <dsp:txXfrm rot="-5400000">
        <a:off x="3785616" y="197117"/>
        <a:ext cx="6675221" cy="1012303"/>
      </dsp:txXfrm>
    </dsp:sp>
    <dsp:sp modelId="{1F23B00C-BC9C-4C9A-92DC-B3A3DCB4E3E3}">
      <dsp:nvSpPr>
        <dsp:cNvPr id="0" name=""/>
        <dsp:cNvSpPr/>
      </dsp:nvSpPr>
      <dsp:spPr>
        <a:xfrm>
          <a:off x="0" y="2124"/>
          <a:ext cx="3785616" cy="1402286"/>
        </a:xfrm>
        <a:prstGeom prst="roundRect">
          <a:avLst/>
        </a:prstGeom>
        <a:solidFill>
          <a:schemeClr val="bg2">
            <a:lumMod val="5000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80010" rIns="160020" bIns="80010" numCol="1" spcCol="1270" anchor="ctr" anchorCtr="0">
          <a:noAutofit/>
        </a:bodyPr>
        <a:lstStyle/>
        <a:p>
          <a:pPr marL="0" lvl="0" indent="0" algn="ctr" defTabSz="1866900">
            <a:lnSpc>
              <a:spcPct val="90000"/>
            </a:lnSpc>
            <a:spcBef>
              <a:spcPct val="0"/>
            </a:spcBef>
            <a:spcAft>
              <a:spcPct val="35000"/>
            </a:spcAft>
            <a:buNone/>
          </a:pPr>
          <a:r>
            <a:rPr lang="en-US" sz="4200" kern="1200"/>
            <a:t>Initial concept</a:t>
          </a:r>
        </a:p>
      </dsp:txBody>
      <dsp:txXfrm>
        <a:off x="68454" y="70578"/>
        <a:ext cx="3648708" cy="1265378"/>
      </dsp:txXfrm>
    </dsp:sp>
    <dsp:sp modelId="{220439BC-292E-4C9C-AAEC-450A4DC89B88}">
      <dsp:nvSpPr>
        <dsp:cNvPr id="0" name=""/>
        <dsp:cNvSpPr/>
      </dsp:nvSpPr>
      <dsp:spPr>
        <a:xfrm rot="5400000">
          <a:off x="6589693" y="-1189323"/>
          <a:ext cx="1121829" cy="6729984"/>
        </a:xfrm>
        <a:prstGeom prst="round2Same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41910" rIns="83820" bIns="41910" numCol="1" spcCol="1270" anchor="ctr" anchorCtr="0">
          <a:noAutofit/>
        </a:bodyPr>
        <a:lstStyle/>
        <a:p>
          <a:pPr marL="228600" lvl="1" indent="-228600" algn="l" defTabSz="977900">
            <a:lnSpc>
              <a:spcPct val="90000"/>
            </a:lnSpc>
            <a:spcBef>
              <a:spcPct val="0"/>
            </a:spcBef>
            <a:spcAft>
              <a:spcPct val="15000"/>
            </a:spcAft>
            <a:buChar char="•"/>
          </a:pPr>
          <a:r>
            <a:rPr lang="en-US" sz="2200" kern="1200"/>
            <a:t>Denormalized this into SuperUser, Game, and Achievement schemas.</a:t>
          </a:r>
        </a:p>
      </dsp:txBody>
      <dsp:txXfrm rot="-5400000">
        <a:off x="3785616" y="1669517"/>
        <a:ext cx="6675221" cy="1012303"/>
      </dsp:txXfrm>
    </dsp:sp>
    <dsp:sp modelId="{78CC6536-A09A-45BA-B2DB-CAD503451A5C}">
      <dsp:nvSpPr>
        <dsp:cNvPr id="0" name=""/>
        <dsp:cNvSpPr/>
      </dsp:nvSpPr>
      <dsp:spPr>
        <a:xfrm>
          <a:off x="0" y="1474525"/>
          <a:ext cx="3785616" cy="1402286"/>
        </a:xfrm>
        <a:prstGeom prst="roundRect">
          <a:avLst/>
        </a:prstGeom>
        <a:solidFill>
          <a:schemeClr val="bg2">
            <a:lumMod val="5000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80010" rIns="160020" bIns="80010" numCol="1" spcCol="1270" anchor="ctr" anchorCtr="0">
          <a:noAutofit/>
        </a:bodyPr>
        <a:lstStyle/>
        <a:p>
          <a:pPr marL="0" lvl="0" indent="0" algn="ctr" defTabSz="1866900">
            <a:lnSpc>
              <a:spcPct val="90000"/>
            </a:lnSpc>
            <a:spcBef>
              <a:spcPct val="0"/>
            </a:spcBef>
            <a:spcAft>
              <a:spcPct val="35000"/>
            </a:spcAft>
            <a:buNone/>
          </a:pPr>
          <a:r>
            <a:rPr lang="en-US" sz="4200" kern="1200"/>
            <a:t>Optimization</a:t>
          </a:r>
        </a:p>
      </dsp:txBody>
      <dsp:txXfrm>
        <a:off x="68454" y="1542979"/>
        <a:ext cx="3648708" cy="1265378"/>
      </dsp:txXfrm>
    </dsp:sp>
    <dsp:sp modelId="{71E9235C-1B74-4ACD-A6E1-AA8E1CAD0F10}">
      <dsp:nvSpPr>
        <dsp:cNvPr id="0" name=""/>
        <dsp:cNvSpPr/>
      </dsp:nvSpPr>
      <dsp:spPr>
        <a:xfrm rot="5400000">
          <a:off x="6589693" y="283077"/>
          <a:ext cx="1121829" cy="6729984"/>
        </a:xfrm>
        <a:prstGeom prst="round2SameRect">
          <a:avLst/>
        </a:prstGeom>
        <a:solidFill>
          <a:schemeClr val="dk2">
            <a:alpha val="90000"/>
            <a:tint val="40000"/>
            <a:hueOff val="0"/>
            <a:satOff val="0"/>
            <a:lumOff val="0"/>
            <a:alphaOff val="0"/>
          </a:schemeClr>
        </a:solidFill>
        <a:ln w="19050" cap="flat" cmpd="sng" algn="ctr">
          <a:solidFill>
            <a:schemeClr val="dk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41910" rIns="83820" bIns="41910" numCol="1" spcCol="1270" anchor="ctr" anchorCtr="0">
          <a:noAutofit/>
        </a:bodyPr>
        <a:lstStyle/>
        <a:p>
          <a:pPr marL="228600" lvl="1" indent="-228600" algn="l" defTabSz="977900">
            <a:lnSpc>
              <a:spcPct val="90000"/>
            </a:lnSpc>
            <a:spcBef>
              <a:spcPct val="0"/>
            </a:spcBef>
            <a:spcAft>
              <a:spcPct val="15000"/>
            </a:spcAft>
            <a:buChar char="•"/>
          </a:pPr>
          <a:r>
            <a:rPr lang="en-US" sz="2200" kern="1200"/>
            <a:t>Using embedded platfrom IDs allowed us to minimize or completely get rid of lookups and vastly speed up the system.</a:t>
          </a:r>
        </a:p>
      </dsp:txBody>
      <dsp:txXfrm rot="-5400000">
        <a:off x="3785616" y="3141918"/>
        <a:ext cx="6675221" cy="1012303"/>
      </dsp:txXfrm>
    </dsp:sp>
    <dsp:sp modelId="{1B2388FD-0AEA-4C8A-9C39-595470CA7CC1}">
      <dsp:nvSpPr>
        <dsp:cNvPr id="0" name=""/>
        <dsp:cNvSpPr/>
      </dsp:nvSpPr>
      <dsp:spPr>
        <a:xfrm>
          <a:off x="0" y="2946926"/>
          <a:ext cx="3785616" cy="1402286"/>
        </a:xfrm>
        <a:prstGeom prst="roundRect">
          <a:avLst/>
        </a:prstGeom>
        <a:solidFill>
          <a:schemeClr val="bg2">
            <a:lumMod val="5000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80010" rIns="160020" bIns="80010" numCol="1" spcCol="1270" anchor="ctr" anchorCtr="0">
          <a:noAutofit/>
        </a:bodyPr>
        <a:lstStyle/>
        <a:p>
          <a:pPr marL="0" lvl="0" indent="0" algn="ctr" defTabSz="1866900">
            <a:lnSpc>
              <a:spcPct val="90000"/>
            </a:lnSpc>
            <a:spcBef>
              <a:spcPct val="0"/>
            </a:spcBef>
            <a:spcAft>
              <a:spcPct val="35000"/>
            </a:spcAft>
            <a:buNone/>
          </a:pPr>
          <a:r>
            <a:rPr lang="en-US" sz="4200" kern="1200"/>
            <a:t>Why?</a:t>
          </a:r>
        </a:p>
      </dsp:txBody>
      <dsp:txXfrm>
        <a:off x="68454" y="3015380"/>
        <a:ext cx="3648708" cy="126537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FEDF74-4266-4AC5-B36F-F4EFC86A7252}">
      <dsp:nvSpPr>
        <dsp:cNvPr id="0" name=""/>
        <dsp:cNvSpPr/>
      </dsp:nvSpPr>
      <dsp:spPr>
        <a:xfrm>
          <a:off x="0" y="1805"/>
          <a:ext cx="10515600" cy="915310"/>
        </a:xfrm>
        <a:prstGeom prst="roundRect">
          <a:avLst>
            <a:gd name="adj" fmla="val 10000"/>
          </a:avLst>
        </a:prstGeom>
        <a:solidFill>
          <a:schemeClr val="bg2">
            <a:lumMod val="50000"/>
          </a:schemeClr>
        </a:solidFill>
        <a:ln>
          <a:noFill/>
        </a:ln>
        <a:effectLst/>
      </dsp:spPr>
      <dsp:style>
        <a:lnRef idx="0">
          <a:scrgbClr r="0" g="0" b="0"/>
        </a:lnRef>
        <a:fillRef idx="1">
          <a:scrgbClr r="0" g="0" b="0"/>
        </a:fillRef>
        <a:effectRef idx="0">
          <a:scrgbClr r="0" g="0" b="0"/>
        </a:effectRef>
        <a:fontRef idx="minor"/>
      </dsp:style>
    </dsp:sp>
    <dsp:sp modelId="{9B8366F5-5AA5-4E08-95D8-46B4926CC214}">
      <dsp:nvSpPr>
        <dsp:cNvPr id="0" name=""/>
        <dsp:cNvSpPr/>
      </dsp:nvSpPr>
      <dsp:spPr>
        <a:xfrm>
          <a:off x="276881" y="207750"/>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6E20F4E-316E-491F-B808-81F9E23DE8E6}">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dirty="0">
              <a:solidFill>
                <a:schemeClr val="bg1"/>
              </a:solidFill>
            </a:rPr>
            <a:t>Modernize the UI</a:t>
          </a:r>
        </a:p>
      </dsp:txBody>
      <dsp:txXfrm>
        <a:off x="1057183" y="1805"/>
        <a:ext cx="9458416" cy="915310"/>
      </dsp:txXfrm>
    </dsp:sp>
    <dsp:sp modelId="{846EA8EF-9E5E-4CFF-8854-223B17D00849}">
      <dsp:nvSpPr>
        <dsp:cNvPr id="0" name=""/>
        <dsp:cNvSpPr/>
      </dsp:nvSpPr>
      <dsp:spPr>
        <a:xfrm>
          <a:off x="0" y="1145944"/>
          <a:ext cx="10515600" cy="915310"/>
        </a:xfrm>
        <a:prstGeom prst="roundRect">
          <a:avLst>
            <a:gd name="adj" fmla="val 10000"/>
          </a:avLst>
        </a:prstGeom>
        <a:solidFill>
          <a:schemeClr val="bg2">
            <a:lumMod val="50000"/>
          </a:schemeClr>
        </a:solidFill>
        <a:ln>
          <a:noFill/>
        </a:ln>
        <a:effectLst/>
      </dsp:spPr>
      <dsp:style>
        <a:lnRef idx="0">
          <a:scrgbClr r="0" g="0" b="0"/>
        </a:lnRef>
        <a:fillRef idx="1">
          <a:scrgbClr r="0" g="0" b="0"/>
        </a:fillRef>
        <a:effectRef idx="0">
          <a:scrgbClr r="0" g="0" b="0"/>
        </a:effectRef>
        <a:fontRef idx="minor"/>
      </dsp:style>
    </dsp:sp>
    <dsp:sp modelId="{69D85BE1-1C14-4815-9F49-00571D89DF01}">
      <dsp:nvSpPr>
        <dsp:cNvPr id="0" name=""/>
        <dsp:cNvSpPr/>
      </dsp:nvSpPr>
      <dsp:spPr>
        <a:xfrm>
          <a:off x="276881" y="1351889"/>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7AEC649-2FC7-4588-8E4A-25F16186B5B1}">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dirty="0">
              <a:solidFill>
                <a:schemeClr val="bg1"/>
              </a:solidFill>
            </a:rPr>
            <a:t>Move to Azure for Xbox</a:t>
          </a:r>
        </a:p>
      </dsp:txBody>
      <dsp:txXfrm>
        <a:off x="1057183" y="1145944"/>
        <a:ext cx="9458416" cy="915310"/>
      </dsp:txXfrm>
    </dsp:sp>
    <dsp:sp modelId="{C975A1A2-A2E3-4E91-A0EE-2C1807E7B41B}">
      <dsp:nvSpPr>
        <dsp:cNvPr id="0" name=""/>
        <dsp:cNvSpPr/>
      </dsp:nvSpPr>
      <dsp:spPr>
        <a:xfrm>
          <a:off x="0" y="2290082"/>
          <a:ext cx="10515600" cy="915310"/>
        </a:xfrm>
        <a:prstGeom prst="roundRect">
          <a:avLst>
            <a:gd name="adj" fmla="val 10000"/>
          </a:avLst>
        </a:prstGeom>
        <a:solidFill>
          <a:schemeClr val="bg2">
            <a:lumMod val="50000"/>
          </a:schemeClr>
        </a:solidFill>
        <a:ln>
          <a:noFill/>
        </a:ln>
        <a:effectLst/>
      </dsp:spPr>
      <dsp:style>
        <a:lnRef idx="0">
          <a:scrgbClr r="0" g="0" b="0"/>
        </a:lnRef>
        <a:fillRef idx="1">
          <a:scrgbClr r="0" g="0" b="0"/>
        </a:fillRef>
        <a:effectRef idx="0">
          <a:scrgbClr r="0" g="0" b="0"/>
        </a:effectRef>
        <a:fontRef idx="minor"/>
      </dsp:style>
    </dsp:sp>
    <dsp:sp modelId="{02057109-BAD3-461A-B7F6-BB2E943FF284}">
      <dsp:nvSpPr>
        <dsp:cNvPr id="0" name=""/>
        <dsp:cNvSpPr/>
      </dsp:nvSpPr>
      <dsp:spPr>
        <a:xfrm>
          <a:off x="276881" y="2496027"/>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B87935-BD11-4748-9BA8-37093F0A5B59}">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dirty="0">
              <a:solidFill>
                <a:schemeClr val="bg1"/>
              </a:solidFill>
            </a:rPr>
            <a:t>Set up bots to run the PlayStation side</a:t>
          </a:r>
        </a:p>
      </dsp:txBody>
      <dsp:txXfrm>
        <a:off x="1057183" y="2290082"/>
        <a:ext cx="9458416" cy="915310"/>
      </dsp:txXfrm>
    </dsp:sp>
    <dsp:sp modelId="{5CE4AE0F-D08A-4F7E-BC59-5C6D1E3CFE24}">
      <dsp:nvSpPr>
        <dsp:cNvPr id="0" name=""/>
        <dsp:cNvSpPr/>
      </dsp:nvSpPr>
      <dsp:spPr>
        <a:xfrm>
          <a:off x="0" y="3434221"/>
          <a:ext cx="10515600" cy="915310"/>
        </a:xfrm>
        <a:prstGeom prst="roundRect">
          <a:avLst>
            <a:gd name="adj" fmla="val 10000"/>
          </a:avLst>
        </a:prstGeom>
        <a:solidFill>
          <a:schemeClr val="bg2">
            <a:lumMod val="50000"/>
          </a:schemeClr>
        </a:solidFill>
        <a:ln>
          <a:noFill/>
        </a:ln>
        <a:effectLst/>
      </dsp:spPr>
      <dsp:style>
        <a:lnRef idx="0">
          <a:scrgbClr r="0" g="0" b="0"/>
        </a:lnRef>
        <a:fillRef idx="1">
          <a:scrgbClr r="0" g="0" b="0"/>
        </a:fillRef>
        <a:effectRef idx="0">
          <a:scrgbClr r="0" g="0" b="0"/>
        </a:effectRef>
        <a:fontRef idx="minor"/>
      </dsp:style>
    </dsp:sp>
    <dsp:sp modelId="{BB5720B8-16B1-4921-8A12-3C9B833D1FE1}">
      <dsp:nvSpPr>
        <dsp:cNvPr id="0" name=""/>
        <dsp:cNvSpPr/>
      </dsp:nvSpPr>
      <dsp:spPr>
        <a:xfrm>
          <a:off x="276881" y="3640166"/>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1B19FB-7A6A-4B86-953F-F8699943FB51}">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dirty="0">
              <a:solidFill>
                <a:schemeClr val="bg1"/>
              </a:solidFill>
            </a:rPr>
            <a:t>Add more features to the Application</a:t>
          </a:r>
        </a:p>
      </dsp:txBody>
      <dsp:txXfrm>
        <a:off x="1057183" y="3434221"/>
        <a:ext cx="9458416" cy="91531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745C91-04B3-421E-8BF9-963180C9B253}">
      <dsp:nvSpPr>
        <dsp:cNvPr id="0" name=""/>
        <dsp:cNvSpPr/>
      </dsp:nvSpPr>
      <dsp:spPr>
        <a:xfrm>
          <a:off x="0" y="524133"/>
          <a:ext cx="2918936" cy="185352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0DEBE1-3AC2-4122-B6FD-0E2BE6C069CA}">
      <dsp:nvSpPr>
        <dsp:cNvPr id="0" name=""/>
        <dsp:cNvSpPr/>
      </dsp:nvSpPr>
      <dsp:spPr>
        <a:xfrm>
          <a:off x="324326" y="832243"/>
          <a:ext cx="2918936" cy="185352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GitHub Backend: </a:t>
          </a:r>
          <a:r>
            <a:rPr lang="en-US" sz="1700" kern="1200">
              <a:hlinkClick xmlns:r="http://schemas.openxmlformats.org/officeDocument/2006/relationships" r:id="rId1"/>
            </a:rPr>
            <a:t>https://github.com/Cassius-K/Game-Dashboard-Backend</a:t>
          </a:r>
          <a:endParaRPr lang="en-US" sz="1700" kern="1200"/>
        </a:p>
      </dsp:txBody>
      <dsp:txXfrm>
        <a:off x="378614" y="886531"/>
        <a:ext cx="2810360" cy="1744948"/>
      </dsp:txXfrm>
    </dsp:sp>
    <dsp:sp modelId="{0DDFAE6E-C19F-4FB8-BBA4-363F35EAEB40}">
      <dsp:nvSpPr>
        <dsp:cNvPr id="0" name=""/>
        <dsp:cNvSpPr/>
      </dsp:nvSpPr>
      <dsp:spPr>
        <a:xfrm>
          <a:off x="3567588" y="524133"/>
          <a:ext cx="2918936" cy="185352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8A9C8F-3046-44CE-A7A4-8A8CE3DAA954}">
      <dsp:nvSpPr>
        <dsp:cNvPr id="0" name=""/>
        <dsp:cNvSpPr/>
      </dsp:nvSpPr>
      <dsp:spPr>
        <a:xfrm>
          <a:off x="3891915" y="832243"/>
          <a:ext cx="2918936" cy="185352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GitHub Frontend: </a:t>
          </a:r>
          <a:r>
            <a:rPr lang="en-US" sz="1700" kern="1200">
              <a:hlinkClick xmlns:r="http://schemas.openxmlformats.org/officeDocument/2006/relationships" r:id="rId2"/>
            </a:rPr>
            <a:t>https://github.com/Cassius-K/Game-Dashboard-Frontend</a:t>
          </a:r>
          <a:endParaRPr lang="en-US" sz="1700" kern="1200"/>
        </a:p>
      </dsp:txBody>
      <dsp:txXfrm>
        <a:off x="3946203" y="886531"/>
        <a:ext cx="2810360" cy="1744948"/>
      </dsp:txXfrm>
    </dsp:sp>
    <dsp:sp modelId="{499201B8-1F7E-417E-9850-F213A4132919}">
      <dsp:nvSpPr>
        <dsp:cNvPr id="0" name=""/>
        <dsp:cNvSpPr/>
      </dsp:nvSpPr>
      <dsp:spPr>
        <a:xfrm>
          <a:off x="7135177" y="524133"/>
          <a:ext cx="2918936" cy="185352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5C523E4-7824-4DBF-AE9D-EB4ED2EFF346}">
      <dsp:nvSpPr>
        <dsp:cNvPr id="0" name=""/>
        <dsp:cNvSpPr/>
      </dsp:nvSpPr>
      <dsp:spPr>
        <a:xfrm>
          <a:off x="7459503" y="832243"/>
          <a:ext cx="2918936" cy="185352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Render site: </a:t>
          </a:r>
          <a:r>
            <a:rPr lang="en-US" sz="1700" kern="1200">
              <a:hlinkClick xmlns:r="http://schemas.openxmlformats.org/officeDocument/2006/relationships" r:id="rId3"/>
            </a:rPr>
            <a:t>https://game-dashboard-frontend-5kni.onrender.com/</a:t>
          </a:r>
          <a:endParaRPr lang="en-US" sz="1700" kern="1200"/>
        </a:p>
      </dsp:txBody>
      <dsp:txXfrm>
        <a:off x="7513791" y="886531"/>
        <a:ext cx="2810360" cy="174494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6E4F5D-6FA7-4374-ADB9-6D7779720C98}" type="datetimeFigureOut">
              <a:rPr lang="en-US" smtClean="0"/>
              <a:t>5/3/2026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E4FCC6-F9A3-4892-8022-5FCB604936CF}" type="slidenum">
              <a:rPr lang="en-US" smtClean="0"/>
              <a:t>‹#›</a:t>
            </a:fld>
            <a:endParaRPr lang="en-US"/>
          </a:p>
        </p:txBody>
      </p:sp>
    </p:spTree>
    <p:extLst>
      <p:ext uri="{BB962C8B-B14F-4D97-AF65-F5344CB8AC3E}">
        <p14:creationId xmlns:p14="http://schemas.microsoft.com/office/powerpoint/2010/main" val="30722051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Google Shape;138;g35f391192_00:notes">
            <a:extLst>
              <a:ext uri="{FF2B5EF4-FFF2-40B4-BE49-F238E27FC236}">
                <a16:creationId xmlns:a16="http://schemas.microsoft.com/office/drawing/2014/main" id="{885EC4DC-1CDE-4D8C-918C-C435DDF17A9C}"/>
              </a:ext>
            </a:extLst>
          </p:cNvPr>
          <p:cNvSpPr>
            <a:spLocks noGrp="1" noRot="1" noChangeAspect="1"/>
          </p:cNvSpPr>
          <p:nvPr>
            <p:ph type="sldImg"/>
          </p:nvPr>
        </p:nvSpPr>
        <p:spPr>
          <a:xfrm>
            <a:off x="381000" y="685800"/>
            <a:ext cx="6096000" cy="3429000"/>
          </a:xfrm>
        </p:spPr>
      </p:sp>
      <p:sp>
        <p:nvSpPr>
          <p:cNvPr id="3" name="Google Shape;139;g35f391192_00:notes">
            <a:extLst>
              <a:ext uri="{FF2B5EF4-FFF2-40B4-BE49-F238E27FC236}">
                <a16:creationId xmlns:a16="http://schemas.microsoft.com/office/drawing/2014/main" id="{C3EE06A7-819B-48B5-B78C-48E66C61E457}"/>
              </a:ext>
            </a:extLst>
          </p:cNvPr>
          <p:cNvSpPr txBox="1">
            <a:spLocks noGrp="1"/>
          </p:cNvSpPr>
          <p:nvPr>
            <p:ph type="body" sz="quarter" idx="1"/>
          </p:nvPr>
        </p:nvSpPr>
        <p:spPr/>
        <p:txBody>
          <a:bodyPr/>
          <a:lstStyle>
            <a:defPPr/>
          </a:lstStyle>
          <a:p>
            <a:pPr marL="0" lvl="0" indent="0">
              <a:buNone/>
            </a:pPr>
            <a:r>
              <a:rPr lang="en-US">
                <a:solidFill>
                  <a:srgbClr val="143A78"/>
                </a:solidFill>
                <a:latin typeface="Arial" panose="020B0604020202020204" pitchFamily="34" charset="0"/>
                <a:cs typeface="Arial" panose="020B0604020202020204" pitchFamily="34" charset="0"/>
              </a:rPr>
              <a:t>slidesppt.net</a:t>
            </a:r>
          </a:p>
          <a:p>
            <a:pPr marL="0" lvl="0" indent="0">
              <a:buNone/>
            </a:pPr>
            <a:endParaRPr lang="en-US"/>
          </a:p>
        </p:txBody>
      </p:sp>
    </p:spTree>
    <p:extLst>
      <p:ext uri="{BB962C8B-B14F-4D97-AF65-F5344CB8AC3E}">
        <p14:creationId xmlns:p14="http://schemas.microsoft.com/office/powerpoint/2010/main" val="1406735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dirty="0"/>
              <a:t>slidesppt.net</a:t>
            </a:r>
            <a:endParaRPr lang="es-PE" dirty="0"/>
          </a:p>
          <a:p>
            <a:endParaRPr lang="LID4096" dirty="0"/>
          </a:p>
        </p:txBody>
      </p:sp>
      <p:sp>
        <p:nvSpPr>
          <p:cNvPr id="4" name="Marcador de número de diapositiva 3"/>
          <p:cNvSpPr>
            <a:spLocks noGrp="1"/>
          </p:cNvSpPr>
          <p:nvPr>
            <p:ph type="sldNum" sz="quarter" idx="5"/>
          </p:nvPr>
        </p:nvSpPr>
        <p:spPr/>
        <p:txBody>
          <a:bodyPr/>
          <a:lstStyle/>
          <a:p>
            <a:fld id="{652F1279-6CE4-4169-83D3-4483097B6907}" type="slidenum">
              <a:rPr lang="en-US" smtClean="0"/>
              <a:t>6</a:t>
            </a:fld>
            <a:endParaRPr lang="en-US"/>
          </a:p>
        </p:txBody>
      </p:sp>
    </p:spTree>
    <p:extLst>
      <p:ext uri="{BB962C8B-B14F-4D97-AF65-F5344CB8AC3E}">
        <p14:creationId xmlns:p14="http://schemas.microsoft.com/office/powerpoint/2010/main" val="17391447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dirty="0"/>
              <a:t>slidesppt.net</a:t>
            </a:r>
            <a:endParaRPr lang="es-PE" dirty="0"/>
          </a:p>
          <a:p>
            <a:endParaRPr lang="LID4096" dirty="0"/>
          </a:p>
        </p:txBody>
      </p:sp>
      <p:sp>
        <p:nvSpPr>
          <p:cNvPr id="4" name="Marcador de número de diapositiva 3"/>
          <p:cNvSpPr>
            <a:spLocks noGrp="1"/>
          </p:cNvSpPr>
          <p:nvPr>
            <p:ph type="sldNum" sz="quarter" idx="5"/>
          </p:nvPr>
        </p:nvSpPr>
        <p:spPr/>
        <p:txBody>
          <a:bodyPr/>
          <a:lstStyle/>
          <a:p>
            <a:fld id="{652F1279-6CE4-4169-83D3-4483097B6907}" type="slidenum">
              <a:rPr lang="en-US" smtClean="0"/>
              <a:t>7</a:t>
            </a:fld>
            <a:endParaRPr lang="en-US"/>
          </a:p>
        </p:txBody>
      </p:sp>
    </p:spTree>
    <p:extLst>
      <p:ext uri="{BB962C8B-B14F-4D97-AF65-F5344CB8AC3E}">
        <p14:creationId xmlns:p14="http://schemas.microsoft.com/office/powerpoint/2010/main" val="39621991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7B1E1-8D7E-0AFD-8FF5-A72B3BAA56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E77381E-447E-31B5-2E54-9BEAFF7325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CC572C8-85DC-B008-D310-297D1D7E419A}"/>
              </a:ext>
            </a:extLst>
          </p:cNvPr>
          <p:cNvSpPr>
            <a:spLocks noGrp="1"/>
          </p:cNvSpPr>
          <p:nvPr>
            <p:ph type="dt" sz="half" idx="10"/>
          </p:nvPr>
        </p:nvSpPr>
        <p:spPr/>
        <p:txBody>
          <a:bodyPr/>
          <a:lstStyle/>
          <a:p>
            <a:fld id="{FBF53D67-6298-4CAB-B564-8C0888123707}" type="datetimeFigureOut">
              <a:rPr lang="en-US" smtClean="0"/>
              <a:t>5/3/2026</a:t>
            </a:fld>
            <a:endParaRPr lang="en-US"/>
          </a:p>
        </p:txBody>
      </p:sp>
      <p:sp>
        <p:nvSpPr>
          <p:cNvPr id="5" name="Footer Placeholder 4">
            <a:extLst>
              <a:ext uri="{FF2B5EF4-FFF2-40B4-BE49-F238E27FC236}">
                <a16:creationId xmlns:a16="http://schemas.microsoft.com/office/drawing/2014/main" id="{51071418-7755-D1D3-E479-62646CF2E2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4880B5-78B9-5DED-AE84-5D56495C9956}"/>
              </a:ext>
            </a:extLst>
          </p:cNvPr>
          <p:cNvSpPr>
            <a:spLocks noGrp="1"/>
          </p:cNvSpPr>
          <p:nvPr>
            <p:ph type="sldNum" sz="quarter" idx="12"/>
          </p:nvPr>
        </p:nvSpPr>
        <p:spPr/>
        <p:txBody>
          <a:bodyPr/>
          <a:lstStyle/>
          <a:p>
            <a:fld id="{1B35318A-3D2A-4022-B17B-A9C67DD0CCD4}" type="slidenum">
              <a:rPr lang="en-US" smtClean="0"/>
              <a:t>‹#›</a:t>
            </a:fld>
            <a:endParaRPr lang="en-US"/>
          </a:p>
        </p:txBody>
      </p:sp>
    </p:spTree>
    <p:extLst>
      <p:ext uri="{BB962C8B-B14F-4D97-AF65-F5344CB8AC3E}">
        <p14:creationId xmlns:p14="http://schemas.microsoft.com/office/powerpoint/2010/main" val="1320510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FF4A6-6A73-F8D3-5C7A-5D15F27891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7C041E8-5AC6-8129-C663-3DF7711FA1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982257-CAEC-EA74-D671-80FD2B1DD433}"/>
              </a:ext>
            </a:extLst>
          </p:cNvPr>
          <p:cNvSpPr>
            <a:spLocks noGrp="1"/>
          </p:cNvSpPr>
          <p:nvPr>
            <p:ph type="dt" sz="half" idx="10"/>
          </p:nvPr>
        </p:nvSpPr>
        <p:spPr/>
        <p:txBody>
          <a:bodyPr/>
          <a:lstStyle/>
          <a:p>
            <a:fld id="{FBF53D67-6298-4CAB-B564-8C0888123707}" type="datetimeFigureOut">
              <a:rPr lang="en-US" smtClean="0"/>
              <a:t>5/3/2026</a:t>
            </a:fld>
            <a:endParaRPr lang="en-US"/>
          </a:p>
        </p:txBody>
      </p:sp>
      <p:sp>
        <p:nvSpPr>
          <p:cNvPr id="5" name="Footer Placeholder 4">
            <a:extLst>
              <a:ext uri="{FF2B5EF4-FFF2-40B4-BE49-F238E27FC236}">
                <a16:creationId xmlns:a16="http://schemas.microsoft.com/office/drawing/2014/main" id="{6571120D-49DF-2E4E-8CAF-FEB972DD9C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D51AF5-94BF-8CD8-9253-E4D22A31DAE3}"/>
              </a:ext>
            </a:extLst>
          </p:cNvPr>
          <p:cNvSpPr>
            <a:spLocks noGrp="1"/>
          </p:cNvSpPr>
          <p:nvPr>
            <p:ph type="sldNum" sz="quarter" idx="12"/>
          </p:nvPr>
        </p:nvSpPr>
        <p:spPr/>
        <p:txBody>
          <a:bodyPr/>
          <a:lstStyle/>
          <a:p>
            <a:fld id="{1B35318A-3D2A-4022-B17B-A9C67DD0CCD4}" type="slidenum">
              <a:rPr lang="en-US" smtClean="0"/>
              <a:t>‹#›</a:t>
            </a:fld>
            <a:endParaRPr lang="en-US"/>
          </a:p>
        </p:txBody>
      </p:sp>
    </p:spTree>
    <p:extLst>
      <p:ext uri="{BB962C8B-B14F-4D97-AF65-F5344CB8AC3E}">
        <p14:creationId xmlns:p14="http://schemas.microsoft.com/office/powerpoint/2010/main" val="3170320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C7041-E0DC-938D-8051-1AA59185C7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AF4E273-393C-22C5-2247-D78B37B8FAA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BFFC14-D32E-A336-D516-4922CBD732B6}"/>
              </a:ext>
            </a:extLst>
          </p:cNvPr>
          <p:cNvSpPr>
            <a:spLocks noGrp="1"/>
          </p:cNvSpPr>
          <p:nvPr>
            <p:ph type="dt" sz="half" idx="10"/>
          </p:nvPr>
        </p:nvSpPr>
        <p:spPr/>
        <p:txBody>
          <a:bodyPr/>
          <a:lstStyle/>
          <a:p>
            <a:fld id="{FBF53D67-6298-4CAB-B564-8C0888123707}" type="datetimeFigureOut">
              <a:rPr lang="en-US" smtClean="0"/>
              <a:t>5/3/2026</a:t>
            </a:fld>
            <a:endParaRPr lang="en-US"/>
          </a:p>
        </p:txBody>
      </p:sp>
      <p:sp>
        <p:nvSpPr>
          <p:cNvPr id="5" name="Footer Placeholder 4">
            <a:extLst>
              <a:ext uri="{FF2B5EF4-FFF2-40B4-BE49-F238E27FC236}">
                <a16:creationId xmlns:a16="http://schemas.microsoft.com/office/drawing/2014/main" id="{EBA24886-9244-D696-BD3F-E4D98004E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CAA12B-876A-BEC5-DD16-923C56FC6B41}"/>
              </a:ext>
            </a:extLst>
          </p:cNvPr>
          <p:cNvSpPr>
            <a:spLocks noGrp="1"/>
          </p:cNvSpPr>
          <p:nvPr>
            <p:ph type="sldNum" sz="quarter" idx="12"/>
          </p:nvPr>
        </p:nvSpPr>
        <p:spPr/>
        <p:txBody>
          <a:bodyPr/>
          <a:lstStyle/>
          <a:p>
            <a:fld id="{1B35318A-3D2A-4022-B17B-A9C67DD0CCD4}" type="slidenum">
              <a:rPr lang="en-US" smtClean="0"/>
              <a:t>‹#›</a:t>
            </a:fld>
            <a:endParaRPr lang="en-US"/>
          </a:p>
        </p:txBody>
      </p:sp>
    </p:spTree>
    <p:extLst>
      <p:ext uri="{BB962C8B-B14F-4D97-AF65-F5344CB8AC3E}">
        <p14:creationId xmlns:p14="http://schemas.microsoft.com/office/powerpoint/2010/main" val="26472770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80251-BF3E-AE4B-1E5B-0A11875E15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A1D512-860F-6E9B-4181-9F914F5BF2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A65E5F-8F69-9074-CF26-AA244B4928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E0EDD38-D8EB-EBC5-1537-53AFC7A1AD8C}"/>
              </a:ext>
            </a:extLst>
          </p:cNvPr>
          <p:cNvSpPr>
            <a:spLocks noGrp="1"/>
          </p:cNvSpPr>
          <p:nvPr>
            <p:ph type="dt" sz="half" idx="10"/>
          </p:nvPr>
        </p:nvSpPr>
        <p:spPr/>
        <p:txBody>
          <a:bodyPr/>
          <a:lstStyle/>
          <a:p>
            <a:fld id="{FBF53D67-6298-4CAB-B564-8C0888123707}" type="datetimeFigureOut">
              <a:rPr lang="en-US" smtClean="0"/>
              <a:t>5/3/2026</a:t>
            </a:fld>
            <a:endParaRPr lang="en-US"/>
          </a:p>
        </p:txBody>
      </p:sp>
      <p:sp>
        <p:nvSpPr>
          <p:cNvPr id="6" name="Footer Placeholder 5">
            <a:extLst>
              <a:ext uri="{FF2B5EF4-FFF2-40B4-BE49-F238E27FC236}">
                <a16:creationId xmlns:a16="http://schemas.microsoft.com/office/drawing/2014/main" id="{0181A6BD-AE16-7D16-8026-C0E03D53A7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2D2D15-C676-8DED-076F-90B2B0429622}"/>
              </a:ext>
            </a:extLst>
          </p:cNvPr>
          <p:cNvSpPr>
            <a:spLocks noGrp="1"/>
          </p:cNvSpPr>
          <p:nvPr>
            <p:ph type="sldNum" sz="quarter" idx="12"/>
          </p:nvPr>
        </p:nvSpPr>
        <p:spPr/>
        <p:txBody>
          <a:bodyPr/>
          <a:lstStyle/>
          <a:p>
            <a:fld id="{1B35318A-3D2A-4022-B17B-A9C67DD0CCD4}" type="slidenum">
              <a:rPr lang="en-US" smtClean="0"/>
              <a:t>‹#›</a:t>
            </a:fld>
            <a:endParaRPr lang="en-US"/>
          </a:p>
        </p:txBody>
      </p:sp>
    </p:spTree>
    <p:extLst>
      <p:ext uri="{BB962C8B-B14F-4D97-AF65-F5344CB8AC3E}">
        <p14:creationId xmlns:p14="http://schemas.microsoft.com/office/powerpoint/2010/main" val="24072755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059EA-19CD-922A-197C-207268EB944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4991278-A979-6005-71B6-A2CA6D4D1C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692D8D1-16E2-699C-AABD-DCF141676D9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3096E7D-28B3-EDC8-9001-CB65B0152E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CEEFC0-CBD7-9006-F136-CE11343B4D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5798EB-8932-C370-B3D0-536E11614515}"/>
              </a:ext>
            </a:extLst>
          </p:cNvPr>
          <p:cNvSpPr>
            <a:spLocks noGrp="1"/>
          </p:cNvSpPr>
          <p:nvPr>
            <p:ph type="dt" sz="half" idx="10"/>
          </p:nvPr>
        </p:nvSpPr>
        <p:spPr/>
        <p:txBody>
          <a:bodyPr/>
          <a:lstStyle/>
          <a:p>
            <a:fld id="{FBF53D67-6298-4CAB-B564-8C0888123707}" type="datetimeFigureOut">
              <a:rPr lang="en-US" smtClean="0"/>
              <a:t>5/3/2026</a:t>
            </a:fld>
            <a:endParaRPr lang="en-US"/>
          </a:p>
        </p:txBody>
      </p:sp>
      <p:sp>
        <p:nvSpPr>
          <p:cNvPr id="8" name="Footer Placeholder 7">
            <a:extLst>
              <a:ext uri="{FF2B5EF4-FFF2-40B4-BE49-F238E27FC236}">
                <a16:creationId xmlns:a16="http://schemas.microsoft.com/office/drawing/2014/main" id="{5032E6D2-1EEA-17A7-F727-FA24B7B2B4B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BC9D752-14D8-D20E-A5C1-A737F0956D20}"/>
              </a:ext>
            </a:extLst>
          </p:cNvPr>
          <p:cNvSpPr>
            <a:spLocks noGrp="1"/>
          </p:cNvSpPr>
          <p:nvPr>
            <p:ph type="sldNum" sz="quarter" idx="12"/>
          </p:nvPr>
        </p:nvSpPr>
        <p:spPr/>
        <p:txBody>
          <a:bodyPr/>
          <a:lstStyle/>
          <a:p>
            <a:fld id="{1B35318A-3D2A-4022-B17B-A9C67DD0CCD4}" type="slidenum">
              <a:rPr lang="en-US" smtClean="0"/>
              <a:t>‹#›</a:t>
            </a:fld>
            <a:endParaRPr lang="en-US"/>
          </a:p>
        </p:txBody>
      </p:sp>
    </p:spTree>
    <p:extLst>
      <p:ext uri="{BB962C8B-B14F-4D97-AF65-F5344CB8AC3E}">
        <p14:creationId xmlns:p14="http://schemas.microsoft.com/office/powerpoint/2010/main" val="17833017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33481-F6F6-2961-5B1B-CC4E739DF6E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5FC604C-BD96-B2DF-208A-4084F40574F0}"/>
              </a:ext>
            </a:extLst>
          </p:cNvPr>
          <p:cNvSpPr>
            <a:spLocks noGrp="1"/>
          </p:cNvSpPr>
          <p:nvPr>
            <p:ph type="dt" sz="half" idx="10"/>
          </p:nvPr>
        </p:nvSpPr>
        <p:spPr/>
        <p:txBody>
          <a:bodyPr/>
          <a:lstStyle/>
          <a:p>
            <a:fld id="{FBF53D67-6298-4CAB-B564-8C0888123707}" type="datetimeFigureOut">
              <a:rPr lang="en-US" smtClean="0"/>
              <a:t>5/3/2026</a:t>
            </a:fld>
            <a:endParaRPr lang="en-US"/>
          </a:p>
        </p:txBody>
      </p:sp>
      <p:sp>
        <p:nvSpPr>
          <p:cNvPr id="4" name="Footer Placeholder 3">
            <a:extLst>
              <a:ext uri="{FF2B5EF4-FFF2-40B4-BE49-F238E27FC236}">
                <a16:creationId xmlns:a16="http://schemas.microsoft.com/office/drawing/2014/main" id="{D4986FB5-3D98-8505-F28A-0C0FB99BF40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130F55D-204B-5C52-7D54-D6F66A7F6942}"/>
              </a:ext>
            </a:extLst>
          </p:cNvPr>
          <p:cNvSpPr>
            <a:spLocks noGrp="1"/>
          </p:cNvSpPr>
          <p:nvPr>
            <p:ph type="sldNum" sz="quarter" idx="12"/>
          </p:nvPr>
        </p:nvSpPr>
        <p:spPr/>
        <p:txBody>
          <a:bodyPr/>
          <a:lstStyle/>
          <a:p>
            <a:fld id="{1B35318A-3D2A-4022-B17B-A9C67DD0CCD4}" type="slidenum">
              <a:rPr lang="en-US" smtClean="0"/>
              <a:t>‹#›</a:t>
            </a:fld>
            <a:endParaRPr lang="en-US"/>
          </a:p>
        </p:txBody>
      </p:sp>
    </p:spTree>
    <p:extLst>
      <p:ext uri="{BB962C8B-B14F-4D97-AF65-F5344CB8AC3E}">
        <p14:creationId xmlns:p14="http://schemas.microsoft.com/office/powerpoint/2010/main" val="30910016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767563-A179-4850-77AA-18DE16276634}"/>
              </a:ext>
            </a:extLst>
          </p:cNvPr>
          <p:cNvSpPr>
            <a:spLocks noGrp="1"/>
          </p:cNvSpPr>
          <p:nvPr>
            <p:ph type="dt" sz="half" idx="10"/>
          </p:nvPr>
        </p:nvSpPr>
        <p:spPr/>
        <p:txBody>
          <a:bodyPr/>
          <a:lstStyle/>
          <a:p>
            <a:fld id="{FBF53D67-6298-4CAB-B564-8C0888123707}" type="datetimeFigureOut">
              <a:rPr lang="en-US" smtClean="0"/>
              <a:t>5/3/2026</a:t>
            </a:fld>
            <a:endParaRPr lang="en-US"/>
          </a:p>
        </p:txBody>
      </p:sp>
      <p:sp>
        <p:nvSpPr>
          <p:cNvPr id="3" name="Footer Placeholder 2">
            <a:extLst>
              <a:ext uri="{FF2B5EF4-FFF2-40B4-BE49-F238E27FC236}">
                <a16:creationId xmlns:a16="http://schemas.microsoft.com/office/drawing/2014/main" id="{1519596D-7590-9553-376E-ADEA7CC00F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332BDEF-BFB1-C878-929A-4CB9161F071D}"/>
              </a:ext>
            </a:extLst>
          </p:cNvPr>
          <p:cNvSpPr>
            <a:spLocks noGrp="1"/>
          </p:cNvSpPr>
          <p:nvPr>
            <p:ph type="sldNum" sz="quarter" idx="12"/>
          </p:nvPr>
        </p:nvSpPr>
        <p:spPr/>
        <p:txBody>
          <a:bodyPr/>
          <a:lstStyle/>
          <a:p>
            <a:fld id="{1B35318A-3D2A-4022-B17B-A9C67DD0CCD4}" type="slidenum">
              <a:rPr lang="en-US" smtClean="0"/>
              <a:t>‹#›</a:t>
            </a:fld>
            <a:endParaRPr lang="en-US"/>
          </a:p>
        </p:txBody>
      </p:sp>
    </p:spTree>
    <p:extLst>
      <p:ext uri="{BB962C8B-B14F-4D97-AF65-F5344CB8AC3E}">
        <p14:creationId xmlns:p14="http://schemas.microsoft.com/office/powerpoint/2010/main" val="1237712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4799E-6D5C-95A5-4BA4-B8371B2C91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22CC5E2-3542-1E23-AC2D-D9A5B06914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1CE4534-0AC7-604E-6C76-6A579ED94C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B9C3BD-E29C-DC22-1371-F6D57BA52FE4}"/>
              </a:ext>
            </a:extLst>
          </p:cNvPr>
          <p:cNvSpPr>
            <a:spLocks noGrp="1"/>
          </p:cNvSpPr>
          <p:nvPr>
            <p:ph type="dt" sz="half" idx="10"/>
          </p:nvPr>
        </p:nvSpPr>
        <p:spPr/>
        <p:txBody>
          <a:bodyPr/>
          <a:lstStyle/>
          <a:p>
            <a:fld id="{FBF53D67-6298-4CAB-B564-8C0888123707}" type="datetimeFigureOut">
              <a:rPr lang="en-US" smtClean="0"/>
              <a:t>5/3/2026</a:t>
            </a:fld>
            <a:endParaRPr lang="en-US"/>
          </a:p>
        </p:txBody>
      </p:sp>
      <p:sp>
        <p:nvSpPr>
          <p:cNvPr id="6" name="Footer Placeholder 5">
            <a:extLst>
              <a:ext uri="{FF2B5EF4-FFF2-40B4-BE49-F238E27FC236}">
                <a16:creationId xmlns:a16="http://schemas.microsoft.com/office/drawing/2014/main" id="{CB99DACC-0AB0-5BBC-2B8D-06B9179270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94F0D8-5349-BA1E-34E2-28A0D0D8ACDF}"/>
              </a:ext>
            </a:extLst>
          </p:cNvPr>
          <p:cNvSpPr>
            <a:spLocks noGrp="1"/>
          </p:cNvSpPr>
          <p:nvPr>
            <p:ph type="sldNum" sz="quarter" idx="12"/>
          </p:nvPr>
        </p:nvSpPr>
        <p:spPr/>
        <p:txBody>
          <a:bodyPr/>
          <a:lstStyle/>
          <a:p>
            <a:fld id="{1B35318A-3D2A-4022-B17B-A9C67DD0CCD4}" type="slidenum">
              <a:rPr lang="en-US" smtClean="0"/>
              <a:t>‹#›</a:t>
            </a:fld>
            <a:endParaRPr lang="en-US"/>
          </a:p>
        </p:txBody>
      </p:sp>
    </p:spTree>
    <p:extLst>
      <p:ext uri="{BB962C8B-B14F-4D97-AF65-F5344CB8AC3E}">
        <p14:creationId xmlns:p14="http://schemas.microsoft.com/office/powerpoint/2010/main" val="3012923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F773E-8700-A9F0-B454-3D458E855C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75C490C-C8AA-801D-D151-C684774B35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A27D59E-8980-35A0-1151-66E0134C7B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D26246-2B9F-4491-1434-6DB96EEE5317}"/>
              </a:ext>
            </a:extLst>
          </p:cNvPr>
          <p:cNvSpPr>
            <a:spLocks noGrp="1"/>
          </p:cNvSpPr>
          <p:nvPr>
            <p:ph type="dt" sz="half" idx="10"/>
          </p:nvPr>
        </p:nvSpPr>
        <p:spPr/>
        <p:txBody>
          <a:bodyPr/>
          <a:lstStyle/>
          <a:p>
            <a:fld id="{FBF53D67-6298-4CAB-B564-8C0888123707}" type="datetimeFigureOut">
              <a:rPr lang="en-US" smtClean="0"/>
              <a:t>5/3/2026</a:t>
            </a:fld>
            <a:endParaRPr lang="en-US"/>
          </a:p>
        </p:txBody>
      </p:sp>
      <p:sp>
        <p:nvSpPr>
          <p:cNvPr id="6" name="Footer Placeholder 5">
            <a:extLst>
              <a:ext uri="{FF2B5EF4-FFF2-40B4-BE49-F238E27FC236}">
                <a16:creationId xmlns:a16="http://schemas.microsoft.com/office/drawing/2014/main" id="{97FF87F5-CA9F-B774-02E2-F3CEE30372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421D3D-9198-5660-26B1-86317D0ABD87}"/>
              </a:ext>
            </a:extLst>
          </p:cNvPr>
          <p:cNvSpPr>
            <a:spLocks noGrp="1"/>
          </p:cNvSpPr>
          <p:nvPr>
            <p:ph type="sldNum" sz="quarter" idx="12"/>
          </p:nvPr>
        </p:nvSpPr>
        <p:spPr/>
        <p:txBody>
          <a:bodyPr/>
          <a:lstStyle/>
          <a:p>
            <a:fld id="{1B35318A-3D2A-4022-B17B-A9C67DD0CCD4}" type="slidenum">
              <a:rPr lang="en-US" smtClean="0"/>
              <a:t>‹#›</a:t>
            </a:fld>
            <a:endParaRPr lang="en-US"/>
          </a:p>
        </p:txBody>
      </p:sp>
    </p:spTree>
    <p:extLst>
      <p:ext uri="{BB962C8B-B14F-4D97-AF65-F5344CB8AC3E}">
        <p14:creationId xmlns:p14="http://schemas.microsoft.com/office/powerpoint/2010/main" val="1749420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E3220-7E9E-FCE8-CDAC-9512E192095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CB1DF75-D962-C6D7-84D0-D9D2B5626F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8247BD-273B-91E5-9DF5-E07AC895E550}"/>
              </a:ext>
            </a:extLst>
          </p:cNvPr>
          <p:cNvSpPr>
            <a:spLocks noGrp="1"/>
          </p:cNvSpPr>
          <p:nvPr>
            <p:ph type="dt" sz="half" idx="10"/>
          </p:nvPr>
        </p:nvSpPr>
        <p:spPr/>
        <p:txBody>
          <a:bodyPr/>
          <a:lstStyle/>
          <a:p>
            <a:fld id="{FBF53D67-6298-4CAB-B564-8C0888123707}" type="datetimeFigureOut">
              <a:rPr lang="en-US" smtClean="0"/>
              <a:t>5/3/2026</a:t>
            </a:fld>
            <a:endParaRPr lang="en-US"/>
          </a:p>
        </p:txBody>
      </p:sp>
      <p:sp>
        <p:nvSpPr>
          <p:cNvPr id="5" name="Footer Placeholder 4">
            <a:extLst>
              <a:ext uri="{FF2B5EF4-FFF2-40B4-BE49-F238E27FC236}">
                <a16:creationId xmlns:a16="http://schemas.microsoft.com/office/drawing/2014/main" id="{9EB928D7-2431-387D-FBA5-767F40788B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10F124-3EAB-B9C4-6B45-580BE6FE07DD}"/>
              </a:ext>
            </a:extLst>
          </p:cNvPr>
          <p:cNvSpPr>
            <a:spLocks noGrp="1"/>
          </p:cNvSpPr>
          <p:nvPr>
            <p:ph type="sldNum" sz="quarter" idx="12"/>
          </p:nvPr>
        </p:nvSpPr>
        <p:spPr/>
        <p:txBody>
          <a:bodyPr/>
          <a:lstStyle/>
          <a:p>
            <a:fld id="{1B35318A-3D2A-4022-B17B-A9C67DD0CCD4}" type="slidenum">
              <a:rPr lang="en-US" smtClean="0"/>
              <a:t>‹#›</a:t>
            </a:fld>
            <a:endParaRPr lang="en-US"/>
          </a:p>
        </p:txBody>
      </p:sp>
    </p:spTree>
    <p:extLst>
      <p:ext uri="{BB962C8B-B14F-4D97-AF65-F5344CB8AC3E}">
        <p14:creationId xmlns:p14="http://schemas.microsoft.com/office/powerpoint/2010/main" val="1813204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B1F3105-4246-C84D-D96F-1882DE85A12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9DA48A3-D69C-8493-493A-526D93F90B1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9DF52F-A8E2-7974-3807-1C72D17C67E1}"/>
              </a:ext>
            </a:extLst>
          </p:cNvPr>
          <p:cNvSpPr>
            <a:spLocks noGrp="1"/>
          </p:cNvSpPr>
          <p:nvPr>
            <p:ph type="dt" sz="half" idx="10"/>
          </p:nvPr>
        </p:nvSpPr>
        <p:spPr/>
        <p:txBody>
          <a:bodyPr/>
          <a:lstStyle/>
          <a:p>
            <a:fld id="{FBF53D67-6298-4CAB-B564-8C0888123707}" type="datetimeFigureOut">
              <a:rPr lang="en-US" smtClean="0"/>
              <a:t>5/3/2026</a:t>
            </a:fld>
            <a:endParaRPr lang="en-US"/>
          </a:p>
        </p:txBody>
      </p:sp>
      <p:sp>
        <p:nvSpPr>
          <p:cNvPr id="5" name="Footer Placeholder 4">
            <a:extLst>
              <a:ext uri="{FF2B5EF4-FFF2-40B4-BE49-F238E27FC236}">
                <a16:creationId xmlns:a16="http://schemas.microsoft.com/office/drawing/2014/main" id="{CBE3BB49-B593-6C98-3D1A-0E0E0D156C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407CB1-1551-FCD1-E9E9-5E8864C939DE}"/>
              </a:ext>
            </a:extLst>
          </p:cNvPr>
          <p:cNvSpPr>
            <a:spLocks noGrp="1"/>
          </p:cNvSpPr>
          <p:nvPr>
            <p:ph type="sldNum" sz="quarter" idx="12"/>
          </p:nvPr>
        </p:nvSpPr>
        <p:spPr/>
        <p:txBody>
          <a:bodyPr/>
          <a:lstStyle/>
          <a:p>
            <a:fld id="{1B35318A-3D2A-4022-B17B-A9C67DD0CCD4}" type="slidenum">
              <a:rPr lang="en-US" smtClean="0"/>
              <a:t>‹#›</a:t>
            </a:fld>
            <a:endParaRPr lang="en-US"/>
          </a:p>
        </p:txBody>
      </p:sp>
    </p:spTree>
    <p:extLst>
      <p:ext uri="{BB962C8B-B14F-4D97-AF65-F5344CB8AC3E}">
        <p14:creationId xmlns:p14="http://schemas.microsoft.com/office/powerpoint/2010/main" val="836547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p:bg>
      <p:bgPr>
        <a:solidFill>
          <a:schemeClr val="bg1"/>
        </a:solidFill>
        <a:effectLst/>
      </p:bgPr>
    </p:bg>
    <p:spTree>
      <p:nvGrpSpPr>
        <p:cNvPr id="1" name=""/>
        <p:cNvGrpSpPr/>
        <p:nvPr/>
      </p:nvGrpSpPr>
      <p:grpSpPr>
        <a:xfrm>
          <a:off x="0" y="0"/>
          <a:ext cx="0" cy="0"/>
          <a:chOff x="0" y="0"/>
          <a:chExt cx="0" cy="0"/>
        </a:xfrm>
      </p:grpSpPr>
      <p:sp>
        <p:nvSpPr>
          <p:cNvPr id="2" name="Google Shape;20;p2">
            <a:extLst>
              <a:ext uri="{FF2B5EF4-FFF2-40B4-BE49-F238E27FC236}">
                <a16:creationId xmlns:a16="http://schemas.microsoft.com/office/drawing/2014/main" id="{804AA0F3-65EA-4EE6-BE13-2FF5656B8A79}"/>
              </a:ext>
            </a:extLst>
          </p:cNvPr>
          <p:cNvSpPr txBox="1">
            <a:spLocks noGrp="1"/>
          </p:cNvSpPr>
          <p:nvPr>
            <p:ph type="ctrTitle"/>
          </p:nvPr>
        </p:nvSpPr>
        <p:spPr>
          <a:xfrm>
            <a:off x="2948805" y="2655795"/>
            <a:ext cx="6294400" cy="1546396"/>
          </a:xfrm>
          <a:effectLst>
            <a:outerShdw dist="19046" dir="5400000" algn="tl">
              <a:srgbClr val="000000">
                <a:alpha val="10000"/>
              </a:srgbClr>
            </a:outerShdw>
          </a:effectLst>
        </p:spPr>
        <p:txBody>
          <a:bodyPr anchor="ctr" anchorCtr="1"/>
          <a:lstStyle>
            <a:defPPr/>
            <a:lvl1pPr algn="ctr">
              <a:defRPr sz="6933">
                <a:solidFill>
                  <a:srgbClr val="FFFFFF"/>
                </a:solidFill>
              </a:defRPr>
            </a:lvl1pPr>
          </a:lstStyle>
          <a:p>
            <a:pPr lvl="0"/>
            <a:endParaRPr lang="es-PE"/>
          </a:p>
        </p:txBody>
      </p:sp>
    </p:spTree>
    <p:extLst>
      <p:ext uri="{BB962C8B-B14F-4D97-AF65-F5344CB8AC3E}">
        <p14:creationId xmlns:p14="http://schemas.microsoft.com/office/powerpoint/2010/main" val="4101544304"/>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Contents slide layout">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2A16A651-8468-4C97-B163-B7C2533BC83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952503" y="104215"/>
            <a:ext cx="1133773" cy="1133773"/>
          </a:xfrm>
          <a:prstGeom prst="rect">
            <a:avLst/>
          </a:prstGeom>
        </p:spPr>
      </p:pic>
    </p:spTree>
    <p:extLst>
      <p:ext uri="{BB962C8B-B14F-4D97-AF65-F5344CB8AC3E}">
        <p14:creationId xmlns:p14="http://schemas.microsoft.com/office/powerpoint/2010/main" val="2757029192"/>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C4C458-13D2-D8BF-5471-5874BE093F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2E9285-B9A5-A657-1A26-BDC66CF16E6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9CF667-D7E1-F424-79A2-228B4B4CC0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BF53D67-6298-4CAB-B564-8C0888123707}" type="datetimeFigureOut">
              <a:rPr lang="en-US" smtClean="0"/>
              <a:t>5/3/2026</a:t>
            </a:fld>
            <a:endParaRPr lang="en-US"/>
          </a:p>
        </p:txBody>
      </p:sp>
      <p:sp>
        <p:nvSpPr>
          <p:cNvPr id="5" name="Footer Placeholder 4">
            <a:extLst>
              <a:ext uri="{FF2B5EF4-FFF2-40B4-BE49-F238E27FC236}">
                <a16:creationId xmlns:a16="http://schemas.microsoft.com/office/drawing/2014/main" id="{EDBEDAEA-B9ED-C41A-A17F-DB326BE540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7F0BA73-C1EC-57B1-B75D-F01154276E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B35318A-3D2A-4022-B17B-A9C67DD0CCD4}" type="slidenum">
              <a:rPr lang="en-US" smtClean="0"/>
              <a:t>‹#›</a:t>
            </a:fld>
            <a:endParaRPr lang="en-US"/>
          </a:p>
        </p:txBody>
      </p:sp>
    </p:spTree>
    <p:extLst>
      <p:ext uri="{BB962C8B-B14F-4D97-AF65-F5344CB8AC3E}">
        <p14:creationId xmlns:p14="http://schemas.microsoft.com/office/powerpoint/2010/main" val="41795588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12.xml"/><Relationship Id="rId7" Type="http://schemas.openxmlformats.org/officeDocument/2006/relationships/image" Target="../media/image4.png"/><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3.png"/><Relationship Id="rId5" Type="http://schemas.openxmlformats.org/officeDocument/2006/relationships/image" Target="../media/image2.png"/><Relationship Id="rId10" Type="http://schemas.openxmlformats.org/officeDocument/2006/relationships/hyperlink" Target="https://olucdenver.sharepoint.com/:v:/r/sites/recording/Shared%20Documents/General/Recordings/Meeting%20in%20General-20260503_233649-Meeting%20Recording.mp4?csf=1&amp;web=1&amp;e=XLPjnn&amp;nav=eyJyZWZlcnJhbEluZm8iOnsicmVmZXJyYWxBcHAiOiJTdHJlYW1XZWJBcHAiLCJyZWZlcnJhbFZpZXciOiJTaGFyZURpYWxvZy1MaW5rIiwicmVmZXJyYWxBcHBQbGF0Zm9ybSI6IldlYiIsInJlZmVycmFsTW9kZSI6InZpZXcifX0%3D" TargetMode="External"/><Relationship Id="rId4" Type="http://schemas.openxmlformats.org/officeDocument/2006/relationships/notesSlide" Target="../notesSlides/notesSlide1.xml"/><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10" Type="http://schemas.openxmlformats.org/officeDocument/2006/relationships/image" Target="../media/image7.svg"/><Relationship Id="rId4" Type="http://schemas.openxmlformats.org/officeDocument/2006/relationships/diagramQuickStyle" Target="../diagrams/quickStyle1.xml"/><Relationship Id="rId9"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Layout" Target="../diagrams/layout2.xml"/><Relationship Id="rId7" Type="http://schemas.openxmlformats.org/officeDocument/2006/relationships/image" Target="../media/image3.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10" Type="http://schemas.openxmlformats.org/officeDocument/2006/relationships/image" Target="../media/image7.svg"/><Relationship Id="rId4" Type="http://schemas.openxmlformats.org/officeDocument/2006/relationships/diagramQuickStyle" Target="../diagrams/quickStyle2.xml"/><Relationship Id="rId9"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Layout" Target="../diagrams/layout3.xml"/><Relationship Id="rId7" Type="http://schemas.openxmlformats.org/officeDocument/2006/relationships/image" Target="../media/image3.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10" Type="http://schemas.openxmlformats.org/officeDocument/2006/relationships/image" Target="../media/image7.svg"/><Relationship Id="rId4" Type="http://schemas.openxmlformats.org/officeDocument/2006/relationships/diagramQuickStyle" Target="../diagrams/quickStyle3.xml"/><Relationship Id="rId9"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Layout" Target="../slideLayouts/slideLayout13.xml"/><Relationship Id="rId6" Type="http://schemas.openxmlformats.org/officeDocument/2006/relationships/image" Target="../media/image7.sv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7.sv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7.sv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Layout" Target="../diagrams/layout4.xml"/><Relationship Id="rId7" Type="http://schemas.openxmlformats.org/officeDocument/2006/relationships/image" Target="../media/image3.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10" Type="http://schemas.openxmlformats.org/officeDocument/2006/relationships/image" Target="../media/image7.svg"/><Relationship Id="rId4" Type="http://schemas.openxmlformats.org/officeDocument/2006/relationships/diagramQuickStyle" Target="../diagrams/quickStyle4.xml"/><Relationship Id="rId9" Type="http://schemas.openxmlformats.org/officeDocument/2006/relationships/image" Target="../media/image5.png"/></Relationships>
</file>

<file path=ppt/slides/_rels/slide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Layout" Target="../diagrams/layout5.xml"/><Relationship Id="rId7" Type="http://schemas.openxmlformats.org/officeDocument/2006/relationships/image" Target="../media/image3.pn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10" Type="http://schemas.openxmlformats.org/officeDocument/2006/relationships/image" Target="../media/image7.svg"/><Relationship Id="rId4" Type="http://schemas.openxmlformats.org/officeDocument/2006/relationships/diagramQuickStyle" Target="../diagrams/quickStyle5.xml"/><Relationship Id="rId9"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Layout" Target="../diagrams/layout6.xml"/><Relationship Id="rId7" Type="http://schemas.openxmlformats.org/officeDocument/2006/relationships/image" Target="../media/image3.png"/><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10" Type="http://schemas.openxmlformats.org/officeDocument/2006/relationships/image" Target="../media/image7.svg"/><Relationship Id="rId4" Type="http://schemas.openxmlformats.org/officeDocument/2006/relationships/diagramQuickStyle" Target="../diagrams/quickStyle6.xml"/><Relationship Id="rId9" Type="http://schemas.openxmlformats.org/officeDocument/2006/relationships/image" Target="../media/image5.png"/></Relationships>
</file>

<file path=ppt/slides/_rels/slide1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Layout" Target="../diagrams/layout7.xml"/><Relationship Id="rId7" Type="http://schemas.openxmlformats.org/officeDocument/2006/relationships/image" Target="../media/image3.png"/><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10" Type="http://schemas.openxmlformats.org/officeDocument/2006/relationships/image" Target="../media/image7.svg"/><Relationship Id="rId4" Type="http://schemas.openxmlformats.org/officeDocument/2006/relationships/diagramQuickStyle" Target="../diagrams/quickStyle7.xml"/><Relationship Id="rId9"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0;p2">
            <a:extLst>
              <a:ext uri="{FF2B5EF4-FFF2-40B4-BE49-F238E27FC236}">
                <a16:creationId xmlns:a16="http://schemas.microsoft.com/office/drawing/2014/main" id="{89C5ABF7-DB66-4DD3-A214-19073F711AB8}"/>
              </a:ext>
            </a:extLst>
          </p:cNvPr>
          <p:cNvSpPr/>
          <p:nvPr/>
        </p:nvSpPr>
        <p:spPr>
          <a:xfrm>
            <a:off x="5116579" y="0"/>
            <a:ext cx="6897392" cy="689739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chemeClr val="bg1">
              <a:alpha val="51000"/>
            </a:scheme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sp>
        <p:nvSpPr>
          <p:cNvPr id="4" name="Google Shape;141;p14">
            <a:extLst>
              <a:ext uri="{FF2B5EF4-FFF2-40B4-BE49-F238E27FC236}">
                <a16:creationId xmlns:a16="http://schemas.microsoft.com/office/drawing/2014/main" id="{507D4E6B-85C1-453D-9E52-C15573A79206}"/>
              </a:ext>
            </a:extLst>
          </p:cNvPr>
          <p:cNvSpPr txBox="1">
            <a:spLocks noGrp="1"/>
          </p:cNvSpPr>
          <p:nvPr>
            <p:ph type="ctrTitle"/>
          </p:nvPr>
        </p:nvSpPr>
        <p:spPr>
          <a:xfrm>
            <a:off x="914448" y="4207374"/>
            <a:ext cx="4225197" cy="1546396"/>
          </a:xfrm>
        </p:spPr>
        <p:txBody>
          <a:bodyPr>
            <a:normAutofit fontScale="90000"/>
          </a:bodyPr>
          <a:lstStyle>
            <a:defPPr/>
          </a:lstStyle>
          <a:p>
            <a:pPr lvl="0"/>
            <a:r>
              <a:rPr lang="en-US" sz="4267" dirty="0">
                <a:solidFill>
                  <a:schemeClr val="tx1"/>
                </a:solidFill>
              </a:rPr>
              <a:t>Game Dashboard</a:t>
            </a:r>
            <a:br>
              <a:rPr lang="en-US" sz="4267" dirty="0">
                <a:solidFill>
                  <a:schemeClr val="tx1"/>
                </a:solidFill>
              </a:rPr>
            </a:br>
            <a:r>
              <a:rPr lang="en-US" sz="1800" dirty="0">
                <a:solidFill>
                  <a:schemeClr val="tx1"/>
                </a:solidFill>
              </a:rPr>
              <a:t>Created and Designed by Cassius Kemp</a:t>
            </a:r>
            <a:br>
              <a:rPr lang="en-US" sz="1800" dirty="0">
                <a:solidFill>
                  <a:schemeClr val="tx1"/>
                </a:solidFill>
              </a:rPr>
            </a:br>
            <a:br>
              <a:rPr lang="en-US" sz="1800" dirty="0">
                <a:solidFill>
                  <a:schemeClr val="tx1"/>
                </a:solidFill>
              </a:rPr>
            </a:br>
            <a:r>
              <a:rPr lang="en-US" sz="1800" dirty="0">
                <a:solidFill>
                  <a:schemeClr val="tx1"/>
                </a:solidFill>
              </a:rPr>
              <a:t>Video Url:</a:t>
            </a:r>
            <a:br>
              <a:rPr lang="en-US" sz="1800" dirty="0">
                <a:solidFill>
                  <a:schemeClr val="tx1"/>
                </a:solidFill>
              </a:rPr>
            </a:br>
            <a:r>
              <a:rPr lang="en-US" sz="1800" dirty="0">
                <a:solidFill>
                  <a:schemeClr val="tx1"/>
                </a:solidFill>
              </a:rPr>
              <a:t> </a:t>
            </a:r>
          </a:p>
        </p:txBody>
      </p:sp>
      <p:grpSp>
        <p:nvGrpSpPr>
          <p:cNvPr id="6" name="Google Shape;11;p2">
            <a:extLst>
              <a:ext uri="{FF2B5EF4-FFF2-40B4-BE49-F238E27FC236}">
                <a16:creationId xmlns:a16="http://schemas.microsoft.com/office/drawing/2014/main" id="{3F982DB7-558E-4C03-AE0F-B98B5C60906E}"/>
              </a:ext>
            </a:extLst>
          </p:cNvPr>
          <p:cNvGrpSpPr/>
          <p:nvPr/>
        </p:nvGrpSpPr>
        <p:grpSpPr>
          <a:xfrm>
            <a:off x="1540617" y="851075"/>
            <a:ext cx="3268467" cy="3268467"/>
            <a:chOff x="1155463" y="638306"/>
            <a:chExt cx="2451350" cy="2451350"/>
          </a:xfrm>
        </p:grpSpPr>
        <p:sp>
          <p:nvSpPr>
            <p:cNvPr id="7" name="Google Shape;12;p2">
              <a:extLst>
                <a:ext uri="{FF2B5EF4-FFF2-40B4-BE49-F238E27FC236}">
                  <a16:creationId xmlns:a16="http://schemas.microsoft.com/office/drawing/2014/main" id="{C3D1D84A-9B6D-4D24-BE93-CFBD29F58860}"/>
                </a:ext>
              </a:extLst>
            </p:cNvPr>
            <p:cNvSpPr/>
            <p:nvPr/>
          </p:nvSpPr>
          <p:spPr>
            <a:xfrm>
              <a:off x="1386084" y="868926"/>
              <a:ext cx="1989935" cy="1989935"/>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0000">
                <a:alpha val="18820"/>
              </a:srgb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sp>
          <p:nvSpPr>
            <p:cNvPr id="8" name="Google Shape;13;p2">
              <a:extLst>
                <a:ext uri="{FF2B5EF4-FFF2-40B4-BE49-F238E27FC236}">
                  <a16:creationId xmlns:a16="http://schemas.microsoft.com/office/drawing/2014/main" id="{853C9FC9-5612-488A-9A6E-B499C9B7CAC8}"/>
                </a:ext>
              </a:extLst>
            </p:cNvPr>
            <p:cNvSpPr/>
            <p:nvPr/>
          </p:nvSpPr>
          <p:spPr>
            <a:xfrm>
              <a:off x="1496232" y="979075"/>
              <a:ext cx="1769254" cy="1769254"/>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chemeClr val="tx1">
                <a:lumMod val="85000"/>
                <a:lumOff val="15000"/>
              </a:scheme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sp>
          <p:nvSpPr>
            <p:cNvPr id="9" name="Google Shape;14;p2">
              <a:extLst>
                <a:ext uri="{FF2B5EF4-FFF2-40B4-BE49-F238E27FC236}">
                  <a16:creationId xmlns:a16="http://schemas.microsoft.com/office/drawing/2014/main" id="{7620C59B-A2F0-4021-BBDF-16E90899CD71}"/>
                </a:ext>
              </a:extLst>
            </p:cNvPr>
            <p:cNvSpPr/>
            <p:nvPr/>
          </p:nvSpPr>
          <p:spPr>
            <a:xfrm>
              <a:off x="1155463" y="638306"/>
              <a:ext cx="2451350" cy="2451350"/>
            </a:xfrm>
            <a:custGeom>
              <a:avLst>
                <a:gd name="f11" fmla="val 495"/>
              </a:avLst>
              <a:gdLst>
                <a:gd name="f1" fmla="val 21600000"/>
                <a:gd name="f2" fmla="val 10800000"/>
                <a:gd name="f3" fmla="val 5400000"/>
                <a:gd name="f4" fmla="val 180"/>
                <a:gd name="f5" fmla="val w"/>
                <a:gd name="f6" fmla="val h"/>
                <a:gd name="f7" fmla="val ss"/>
                <a:gd name="f8" fmla="val 0"/>
                <a:gd name="f9" fmla="*/ 5419351 1 1725033"/>
                <a:gd name="f10" fmla="+- 0 0 21600000"/>
                <a:gd name="f11" fmla="val 495"/>
                <a:gd name="f12" fmla="+- 0 0 -360"/>
                <a:gd name="f13" fmla="+- 0 0 -180"/>
                <a:gd name="f14" fmla="abs f5"/>
                <a:gd name="f15" fmla="abs f6"/>
                <a:gd name="f16" fmla="abs f7"/>
                <a:gd name="f17" fmla="val f8"/>
                <a:gd name="f18" fmla="val f11"/>
                <a:gd name="f19" fmla="+- 2700000 f3 0"/>
                <a:gd name="f20" fmla="*/ f12 f2 1"/>
                <a:gd name="f21" fmla="*/ f13 f2 1"/>
                <a:gd name="f22" fmla="?: f14 f5 1"/>
                <a:gd name="f23" fmla="?: f15 f6 1"/>
                <a:gd name="f24" fmla="?: f16 f7 1"/>
                <a:gd name="f25" fmla="*/ f19 f9 1"/>
                <a:gd name="f26" fmla="*/ f20 1 f4"/>
                <a:gd name="f27" fmla="*/ f21 1 f4"/>
                <a:gd name="f28" fmla="*/ f22 1 21600"/>
                <a:gd name="f29" fmla="*/ f23 1 21600"/>
                <a:gd name="f30" fmla="*/ 21600 f22 1"/>
                <a:gd name="f31" fmla="*/ 21600 f23 1"/>
                <a:gd name="f32" fmla="*/ f25 1 f2"/>
                <a:gd name="f33" fmla="+- f26 0 f3"/>
                <a:gd name="f34" fmla="+- f27 0 f3"/>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2 1"/>
                <a:gd name="f46" fmla="*/ f43 1 2"/>
                <a:gd name="f47" fmla="*/ f44 1 2"/>
                <a:gd name="f48" fmla="min f44 f43"/>
                <a:gd name="f49" fmla="*/ f45 1 f9"/>
                <a:gd name="f50" fmla="+- f17 f46 0"/>
                <a:gd name="f51" fmla="+- f17 f47 0"/>
                <a:gd name="f52" fmla="*/ f48 f18 1"/>
                <a:gd name="f53" fmla="+- f49 0 f3"/>
                <a:gd name="f54" fmla="*/ f47 f35 1"/>
                <a:gd name="f55" fmla="*/ f46 f35 1"/>
                <a:gd name="f56" fmla="*/ f52 1 100000"/>
                <a:gd name="f57" fmla="cos 1 f53"/>
                <a:gd name="f58" fmla="sin 1 f53"/>
                <a:gd name="f59" fmla="*/ f50 f35 1"/>
                <a:gd name="f60" fmla="+- f47 0 f56"/>
                <a:gd name="f61" fmla="+- f46 0 f56"/>
                <a:gd name="f62" fmla="+- 0 0 f57"/>
                <a:gd name="f63" fmla="+- 0 0 f58"/>
                <a:gd name="f64" fmla="*/ f56 f35 1"/>
                <a:gd name="f65" fmla="+- 0 0 f62"/>
                <a:gd name="f66" fmla="+- 0 0 f63"/>
                <a:gd name="f67" fmla="*/ f60 f35 1"/>
                <a:gd name="f68" fmla="*/ f61 f35 1"/>
                <a:gd name="f69" fmla="*/ f65 f47 1"/>
                <a:gd name="f70" fmla="*/ f66 f46 1"/>
                <a:gd name="f71" fmla="+- f51 0 f69"/>
                <a:gd name="f72" fmla="+- f51 f69 0"/>
                <a:gd name="f73" fmla="+- f50 0 f70"/>
                <a:gd name="f74" fmla="+- f50 f70 0"/>
                <a:gd name="f75" fmla="*/ f71 f35 1"/>
                <a:gd name="f76" fmla="*/ f73 f35 1"/>
                <a:gd name="f77" fmla="*/ f72 f35 1"/>
                <a:gd name="f78" fmla="*/ f74 f35 1"/>
              </a:gdLst>
              <a:ahLst/>
              <a:cxnLst>
                <a:cxn ang="3cd4">
                  <a:pos x="hc" y="t"/>
                </a:cxn>
                <a:cxn ang="0">
                  <a:pos x="r" y="vc"/>
                </a:cxn>
                <a:cxn ang="cd4">
                  <a:pos x="hc" y="b"/>
                </a:cxn>
                <a:cxn ang="cd2">
                  <a:pos x="l" y="vc"/>
                </a:cxn>
                <a:cxn ang="f33">
                  <a:pos x="f75" y="f76"/>
                </a:cxn>
                <a:cxn ang="f34">
                  <a:pos x="f75" y="f78"/>
                </a:cxn>
                <a:cxn ang="f34">
                  <a:pos x="f77" y="f78"/>
                </a:cxn>
                <a:cxn ang="f33">
                  <a:pos x="f77" y="f76"/>
                </a:cxn>
              </a:cxnLst>
              <a:rect l="f75" t="f76" r="f77" b="f78"/>
              <a:pathLst>
                <a:path>
                  <a:moveTo>
                    <a:pt x="f42" y="f59"/>
                  </a:moveTo>
                  <a:arcTo wR="f54" hR="f55" stAng="f2" swAng="f1"/>
                  <a:close/>
                  <a:moveTo>
                    <a:pt x="f64" y="f59"/>
                  </a:moveTo>
                  <a:arcTo wR="f67" hR="f68" stAng="f2" swAng="f10"/>
                  <a:close/>
                </a:path>
              </a:pathLst>
            </a:custGeom>
            <a:solidFill>
              <a:srgbClr val="000000">
                <a:alpha val="6539"/>
              </a:srgb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grpSp>
      <p:sp>
        <p:nvSpPr>
          <p:cNvPr id="17" name="Diagrama de flujo: tarjeta 19">
            <a:extLst>
              <a:ext uri="{FF2B5EF4-FFF2-40B4-BE49-F238E27FC236}">
                <a16:creationId xmlns:a16="http://schemas.microsoft.com/office/drawing/2014/main" id="{98DA8523-B25F-4DB1-8D5E-D582517316B7}"/>
              </a:ext>
            </a:extLst>
          </p:cNvPr>
          <p:cNvSpPr/>
          <p:nvPr/>
        </p:nvSpPr>
        <p:spPr>
          <a:xfrm>
            <a:off x="0" y="6237903"/>
            <a:ext cx="12192000" cy="263603"/>
          </a:xfrm>
          <a:custGeom>
            <a:avLst/>
            <a:gdLst>
              <a:gd name="f0" fmla="val w"/>
              <a:gd name="f1" fmla="val h"/>
              <a:gd name="f2" fmla="val 0"/>
              <a:gd name="f3" fmla="val 5"/>
              <a:gd name="f4" fmla="val 1"/>
              <a:gd name="f5" fmla="*/ f0 1 5"/>
              <a:gd name="f6" fmla="*/ f1 1 5"/>
              <a:gd name="f7" fmla="val f2"/>
              <a:gd name="f8" fmla="val f3"/>
              <a:gd name="f9" fmla="+- f8 0 f7"/>
              <a:gd name="f10" fmla="*/ f9 1 5"/>
              <a:gd name="f11" fmla="*/ f7 1 f10"/>
              <a:gd name="f12" fmla="*/ f8 1 f10"/>
              <a:gd name="f13" fmla="*/ f10 1 f10"/>
              <a:gd name="f14" fmla="*/ f11 f5 1"/>
              <a:gd name="f15" fmla="*/ f12 f5 1"/>
              <a:gd name="f16" fmla="*/ f12 f6 1"/>
              <a:gd name="f17" fmla="*/ f13 f6 1"/>
            </a:gdLst>
            <a:ahLst/>
            <a:cxnLst>
              <a:cxn ang="3cd4">
                <a:pos x="hc" y="t"/>
              </a:cxn>
              <a:cxn ang="0">
                <a:pos x="r" y="vc"/>
              </a:cxn>
              <a:cxn ang="cd4">
                <a:pos x="hc" y="b"/>
              </a:cxn>
              <a:cxn ang="cd2">
                <a:pos x="l" y="vc"/>
              </a:cxn>
            </a:cxnLst>
            <a:rect l="f14" t="f17" r="f15" b="f16"/>
            <a:pathLst>
              <a:path w="5" h="5">
                <a:moveTo>
                  <a:pt x="f2" y="f4"/>
                </a:moveTo>
                <a:lnTo>
                  <a:pt x="f4" y="f2"/>
                </a:lnTo>
                <a:lnTo>
                  <a:pt x="f3" y="f2"/>
                </a:lnTo>
                <a:lnTo>
                  <a:pt x="f3" y="f3"/>
                </a:lnTo>
                <a:lnTo>
                  <a:pt x="f2" y="f3"/>
                </a:lnTo>
                <a:close/>
              </a:path>
            </a:pathLst>
          </a:custGeom>
          <a:solidFill>
            <a:srgbClr val="0D0D0D"/>
          </a:solidFill>
          <a:ln cap="flat">
            <a:noFill/>
            <a:prstDash val="solid"/>
          </a:ln>
        </p:spPr>
        <p:txBody>
          <a:bodyPr vert="horz" wrap="square" lIns="121920" tIns="60960" rIns="121920" bIns="60960" anchor="ctr" anchorCtr="1" compatLnSpc="1">
            <a:noAutofit/>
          </a:bodyPr>
          <a:lstStyle>
            <a:defPPr/>
          </a:lstStyle>
          <a:p>
            <a:pPr algn="ctr" defTabSz="1219170">
              <a:defRPr sz="1800" b="0" i="0" u="none" strike="noStrike" kern="0" cap="none" spc="0" baseline="0">
                <a:solidFill>
                  <a:srgbClr val="000000"/>
                </a:solidFill>
                <a:uFillTx/>
              </a:defRPr>
            </a:pPr>
            <a:endParaRPr lang="es-PE" sz="1867" kern="0">
              <a:solidFill>
                <a:srgbClr val="FFFFFF"/>
              </a:solidFill>
              <a:latin typeface="Arial"/>
            </a:endParaRPr>
          </a:p>
        </p:txBody>
      </p:sp>
      <p:sp>
        <p:nvSpPr>
          <p:cNvPr id="18" name="Flecha: cheurón 20">
            <a:extLst>
              <a:ext uri="{FF2B5EF4-FFF2-40B4-BE49-F238E27FC236}">
                <a16:creationId xmlns:a16="http://schemas.microsoft.com/office/drawing/2014/main" id="{78BBDD11-70AC-4E9C-97C9-C0C38EC7F731}"/>
              </a:ext>
            </a:extLst>
          </p:cNvPr>
          <p:cNvSpPr/>
          <p:nvPr/>
        </p:nvSpPr>
        <p:spPr>
          <a:xfrm>
            <a:off x="4353983" y="1"/>
            <a:ext cx="7838004" cy="6857999"/>
          </a:xfrm>
          <a:custGeom>
            <a:avLst>
              <a:gd name="f8" fmla="val 50000"/>
            </a:avLst>
            <a:gdLst>
              <a:gd name="f1" fmla="val 10800000"/>
              <a:gd name="f2" fmla="val 5400000"/>
              <a:gd name="f3" fmla="val 180"/>
              <a:gd name="f4" fmla="val w"/>
              <a:gd name="f5" fmla="val h"/>
              <a:gd name="f6" fmla="val ss"/>
              <a:gd name="f7" fmla="val 0"/>
              <a:gd name="f8" fmla="val 50000"/>
              <a:gd name="f9" fmla="+- 0 0 -360"/>
              <a:gd name="f10" fmla="+- 0 0 -270"/>
              <a:gd name="f11" fmla="+- 0 0 -180"/>
              <a:gd name="f12" fmla="abs f4"/>
              <a:gd name="f13" fmla="abs f5"/>
              <a:gd name="f14" fmla="abs f6"/>
              <a:gd name="f15" fmla="val f7"/>
              <a:gd name="f16" fmla="val f8"/>
              <a:gd name="f17" fmla="*/ f9 f1 1"/>
              <a:gd name="f18" fmla="*/ f10 f1 1"/>
              <a:gd name="f19" fmla="*/ f11 f1 1"/>
              <a:gd name="f20" fmla="?: f12 f4 1"/>
              <a:gd name="f21" fmla="?: f13 f5 1"/>
              <a:gd name="f22" fmla="?: f14 f6 1"/>
              <a:gd name="f23" fmla="*/ f17 1 f3"/>
              <a:gd name="f24" fmla="*/ f18 1 f3"/>
              <a:gd name="f25" fmla="*/ f19 1 f3"/>
              <a:gd name="f26" fmla="*/ f20 1 21600"/>
              <a:gd name="f27" fmla="*/ f21 1 21600"/>
              <a:gd name="f28" fmla="*/ 21600 f20 1"/>
              <a:gd name="f29" fmla="*/ 21600 f21 1"/>
              <a:gd name="f30" fmla="+- f23 0 f2"/>
              <a:gd name="f31" fmla="+- f24 0 f2"/>
              <a:gd name="f32" fmla="+- f25 0 f2"/>
              <a:gd name="f33" fmla="min f27 f26"/>
              <a:gd name="f34" fmla="*/ f28 1 f22"/>
              <a:gd name="f35" fmla="*/ f29 1 f22"/>
              <a:gd name="f36" fmla="val f34"/>
              <a:gd name="f37" fmla="val f35"/>
              <a:gd name="f38" fmla="*/ f15 f33 1"/>
              <a:gd name="f39" fmla="+- f37 0 f15"/>
              <a:gd name="f40" fmla="+- f36 0 f15"/>
              <a:gd name="f41" fmla="*/ f37 f33 1"/>
              <a:gd name="f42" fmla="*/ f36 f33 1"/>
              <a:gd name="f43" fmla="*/ f39 1 2"/>
              <a:gd name="f44" fmla="min f40 f39"/>
              <a:gd name="f45" fmla="+- f15 f43 0"/>
              <a:gd name="f46" fmla="*/ f44 f16 1"/>
              <a:gd name="f47" fmla="*/ f46 1 100000"/>
              <a:gd name="f48" fmla="*/ f45 f33 1"/>
              <a:gd name="f49" fmla="+- f36 0 f47"/>
              <a:gd name="f50" fmla="*/ f47 f33 1"/>
              <a:gd name="f51" fmla="*/ f49 1 2"/>
              <a:gd name="f52" fmla="+- f49 0 f47"/>
              <a:gd name="f53" fmla="*/ f49 f33 1"/>
              <a:gd name="f54" fmla="?: f52 f47 f15"/>
              <a:gd name="f55" fmla="?: f52 f49 f36"/>
              <a:gd name="f56" fmla="*/ f51 f33 1"/>
              <a:gd name="f57" fmla="*/ f54 f33 1"/>
              <a:gd name="f58" fmla="*/ f55 f33 1"/>
            </a:gdLst>
            <a:ahLst/>
            <a:cxnLst>
              <a:cxn ang="3cd4">
                <a:pos x="hc" y="t"/>
              </a:cxn>
              <a:cxn ang="0">
                <a:pos x="r" y="vc"/>
              </a:cxn>
              <a:cxn ang="cd4">
                <a:pos x="hc" y="b"/>
              </a:cxn>
              <a:cxn ang="cd2">
                <a:pos x="l" y="vc"/>
              </a:cxn>
              <a:cxn ang="f30">
                <a:pos x="f56" y="f38"/>
              </a:cxn>
              <a:cxn ang="f31">
                <a:pos x="f50" y="f48"/>
              </a:cxn>
              <a:cxn ang="f32">
                <a:pos x="f56" y="f41"/>
              </a:cxn>
            </a:cxnLst>
            <a:rect l="f57" t="f38" r="f58" b="f41"/>
            <a:pathLst>
              <a:path>
                <a:moveTo>
                  <a:pt x="f38" y="f38"/>
                </a:moveTo>
                <a:lnTo>
                  <a:pt x="f53" y="f38"/>
                </a:lnTo>
                <a:lnTo>
                  <a:pt x="f42" y="f48"/>
                </a:lnTo>
                <a:lnTo>
                  <a:pt x="f53" y="f41"/>
                </a:lnTo>
                <a:lnTo>
                  <a:pt x="f38" y="f41"/>
                </a:lnTo>
                <a:lnTo>
                  <a:pt x="f50" y="f48"/>
                </a:lnTo>
                <a:close/>
              </a:path>
            </a:pathLst>
          </a:custGeom>
          <a:solidFill>
            <a:schemeClr val="tx1">
              <a:lumMod val="95000"/>
              <a:lumOff val="5000"/>
              <a:alpha val="80000"/>
            </a:schemeClr>
          </a:solidFill>
          <a:ln cap="flat">
            <a:noFill/>
            <a:prstDash val="solid"/>
          </a:ln>
        </p:spPr>
        <p:txBody>
          <a:bodyPr vert="horz" wrap="square" lIns="121920" tIns="60960" rIns="121920" bIns="60960" anchor="ctr" anchorCtr="1" compatLnSpc="1">
            <a:noAutofit/>
          </a:bodyPr>
          <a:lstStyle>
            <a:defPPr/>
          </a:lstStyle>
          <a:p>
            <a:pPr algn="ctr" defTabSz="1219170">
              <a:defRPr sz="1800" b="0" i="0" u="none" strike="noStrike" kern="0" cap="none" spc="0" baseline="0">
                <a:solidFill>
                  <a:srgbClr val="000000"/>
                </a:solidFill>
                <a:uFillTx/>
              </a:defRPr>
            </a:pPr>
            <a:endParaRPr lang="es-PE" sz="1867" kern="0">
              <a:solidFill>
                <a:srgbClr val="000000"/>
              </a:solidFill>
              <a:latin typeface="Arial"/>
            </a:endParaRPr>
          </a:p>
        </p:txBody>
      </p:sp>
      <p:pic>
        <p:nvPicPr>
          <p:cNvPr id="11" name="Imagen 10">
            <a:extLst>
              <a:ext uri="{FF2B5EF4-FFF2-40B4-BE49-F238E27FC236}">
                <a16:creationId xmlns:a16="http://schemas.microsoft.com/office/drawing/2014/main" id="{CC4F1405-393D-4A94-A49F-EF8CC67E07FF}"/>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5286509" y="1510638"/>
            <a:ext cx="6840204" cy="3876115"/>
          </a:xfrm>
          <a:prstGeom prst="rect">
            <a:avLst/>
          </a:prstGeom>
        </p:spPr>
      </p:pic>
      <p:pic>
        <p:nvPicPr>
          <p:cNvPr id="20" name="Imagen 19">
            <a:extLst>
              <a:ext uri="{FF2B5EF4-FFF2-40B4-BE49-F238E27FC236}">
                <a16:creationId xmlns:a16="http://schemas.microsoft.com/office/drawing/2014/main" id="{0152D284-FF7E-4507-979C-7B4782F7C312}"/>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2696695" y="1430822"/>
            <a:ext cx="955567" cy="955567"/>
          </a:xfrm>
          <a:prstGeom prst="rect">
            <a:avLst/>
          </a:prstGeom>
        </p:spPr>
      </p:pic>
      <p:pic>
        <p:nvPicPr>
          <p:cNvPr id="5" name="Picture 4">
            <a:extLst>
              <a:ext uri="{FF2B5EF4-FFF2-40B4-BE49-F238E27FC236}">
                <a16:creationId xmlns:a16="http://schemas.microsoft.com/office/drawing/2014/main" id="{76CB94E8-0A82-719E-234A-C152693B1A70}"/>
              </a:ext>
            </a:extLst>
          </p:cNvPr>
          <p:cNvPicPr>
            <a:picLocks noChangeAspect="1"/>
          </p:cNvPicPr>
          <p:nvPr/>
        </p:nvPicPr>
        <p:blipFill>
          <a:blip r:embed="rId7"/>
          <a:stretch>
            <a:fillRect/>
          </a:stretch>
        </p:blipFill>
        <p:spPr>
          <a:xfrm>
            <a:off x="2169306" y="2325658"/>
            <a:ext cx="1054778" cy="1053899"/>
          </a:xfrm>
          <a:prstGeom prst="rect">
            <a:avLst/>
          </a:prstGeom>
        </p:spPr>
      </p:pic>
      <p:pic>
        <p:nvPicPr>
          <p:cNvPr id="2052" name="Picture 4" descr="Xbox Logo png transparent">
            <a:extLst>
              <a:ext uri="{FF2B5EF4-FFF2-40B4-BE49-F238E27FC236}">
                <a16:creationId xmlns:a16="http://schemas.microsoft.com/office/drawing/2014/main" id="{C5CDC797-263C-D23F-F966-39894C92BA6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78181" y="2386389"/>
            <a:ext cx="886721" cy="876776"/>
          </a:xfrm>
          <a:prstGeom prst="rect">
            <a:avLst/>
          </a:prstGeom>
          <a:noFill/>
          <a:extLst>
            <a:ext uri="{909E8E84-426E-40DD-AFC4-6F175D3DCCD1}">
              <a14:hiddenFill xmlns:a14="http://schemas.microsoft.com/office/drawing/2010/main">
                <a:solidFill>
                  <a:srgbClr val="FFFFFF"/>
                </a:solidFill>
              </a14:hiddenFill>
            </a:ext>
          </a:extLst>
        </p:spPr>
      </p:pic>
      <p:pic>
        <p:nvPicPr>
          <p:cNvPr id="28" name="Audio 27">
            <a:hlinkClick r:id="" action="ppaction://media"/>
            <a:extLst>
              <a:ext uri="{FF2B5EF4-FFF2-40B4-BE49-F238E27FC236}">
                <a16:creationId xmlns:a16="http://schemas.microsoft.com/office/drawing/2014/main" id="{B6DB25CA-B234-0C99-B56C-EB213A7D508E}"/>
              </a:ext>
            </a:extLst>
          </p:cNvPr>
          <p:cNvPicPr>
            <a:picLocks noChangeAspect="1"/>
          </p:cNvPicPr>
          <p:nvPr>
            <a:audioFile r:link="rId2"/>
            <p:extLst>
              <p:ext uri="{DAA4B4D4-6D71-4841-9C94-3DE7FCFB9230}">
                <p14:media xmlns:p14="http://schemas.microsoft.com/office/powerpoint/2010/main" r:embed="rId1"/>
              </p:ext>
            </p:extLst>
          </p:nvPr>
        </p:nvPicPr>
        <p:blipFill>
          <a:blip r:embed="rId9"/>
          <a:srcRect l="-287500" t="-287500" r="-287500" b="-287500"/>
          <a:stretch>
            <a:fillRect/>
          </a:stretch>
        </p:blipFill>
        <p:spPr>
          <a:xfrm>
            <a:off x="10052304" y="4718304"/>
            <a:ext cx="2057400" cy="2057400"/>
          </a:xfrm>
          <a:prstGeom prst="ellipse">
            <a:avLst/>
          </a:prstGeom>
        </p:spPr>
      </p:pic>
      <p:sp>
        <p:nvSpPr>
          <p:cNvPr id="31" name="Rectangle 5">
            <a:extLst>
              <a:ext uri="{FF2B5EF4-FFF2-40B4-BE49-F238E27FC236}">
                <a16:creationId xmlns:a16="http://schemas.microsoft.com/office/drawing/2014/main" id="{FC708006-ACBF-3E76-9EFB-EFC7417DC482}"/>
              </a:ext>
            </a:extLst>
          </p:cNvPr>
          <p:cNvSpPr>
            <a:spLocks noChangeArrowheads="1"/>
          </p:cNvSpPr>
          <p:nvPr/>
        </p:nvSpPr>
        <p:spPr bwMode="auto">
          <a:xfrm>
            <a:off x="178029" y="555541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10"/>
              </a:rPr>
              <a:t>Meeting in General-20260503_233649-Meeting Recording.mp4</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40006983"/>
      </p:ext>
    </p:extLst>
  </p:cSld>
  <p:clrMapOvr>
    <a:masterClrMapping/>
  </p:clrMapOvr>
  <p:transition advTm="93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8"/>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Content Placeholder 2">
            <a:extLst>
              <a:ext uri="{FF2B5EF4-FFF2-40B4-BE49-F238E27FC236}">
                <a16:creationId xmlns:a16="http://schemas.microsoft.com/office/drawing/2014/main" id="{BFA3A33E-DEAE-1E67-F640-D1DEF1C2B58D}"/>
              </a:ext>
            </a:extLst>
          </p:cNvPr>
          <p:cNvGraphicFramePr>
            <a:graphicFrameLocks noGrp="1"/>
          </p:cNvGraphicFramePr>
          <p:nvPr>
            <p:ph idx="1"/>
            <p:extLst>
              <p:ext uri="{D42A27DB-BD31-4B8C-83A1-F6EECF244321}">
                <p14:modId xmlns:p14="http://schemas.microsoft.com/office/powerpoint/2010/main" val="395185468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7">
            <a:extLst>
              <a:ext uri="{FF2B5EF4-FFF2-40B4-BE49-F238E27FC236}">
                <a16:creationId xmlns:a16="http://schemas.microsoft.com/office/drawing/2014/main" id="{79B8AE78-992D-FC26-B33A-21757D7A815F}"/>
              </a:ext>
            </a:extLst>
          </p:cNvPr>
          <p:cNvSpPr txBox="1"/>
          <p:nvPr/>
        </p:nvSpPr>
        <p:spPr>
          <a:xfrm>
            <a:off x="1087909" y="142478"/>
            <a:ext cx="7012073" cy="769441"/>
          </a:xfrm>
          <a:prstGeom prst="rect">
            <a:avLst/>
          </a:prstGeom>
          <a:noFill/>
        </p:spPr>
        <p:txBody>
          <a:bodyPr wrap="square" rtlCol="0" anchor="ctr">
            <a:spAutoFit/>
          </a:bodyPr>
          <a:lstStyle/>
          <a:p>
            <a:r>
              <a:rPr lang="en-US" sz="4400" dirty="0">
                <a:solidFill>
                  <a:srgbClr val="272936"/>
                </a:solidFill>
                <a:latin typeface="Century Gothic" panose="020B0502020202020204" pitchFamily="34" charset="0"/>
              </a:rPr>
              <a:t>Why game Dashboard?</a:t>
            </a:r>
          </a:p>
        </p:txBody>
      </p:sp>
      <p:sp>
        <p:nvSpPr>
          <p:cNvPr id="5" name="TextBox 10">
            <a:extLst>
              <a:ext uri="{FF2B5EF4-FFF2-40B4-BE49-F238E27FC236}">
                <a16:creationId xmlns:a16="http://schemas.microsoft.com/office/drawing/2014/main" id="{A1550C95-5899-1C68-AA6E-17B79B314BF0}"/>
              </a:ext>
            </a:extLst>
          </p:cNvPr>
          <p:cNvSpPr txBox="1"/>
          <p:nvPr/>
        </p:nvSpPr>
        <p:spPr>
          <a:xfrm>
            <a:off x="1324801" y="855684"/>
            <a:ext cx="3214033" cy="307777"/>
          </a:xfrm>
          <a:prstGeom prst="rect">
            <a:avLst/>
          </a:prstGeom>
          <a:noFill/>
        </p:spPr>
        <p:txBody>
          <a:bodyPr wrap="square" lIns="108000" rIns="108000" rtlCol="0">
            <a:spAutoFit/>
          </a:bodyPr>
          <a:lstStyle/>
          <a:p>
            <a:r>
              <a:rPr lang="en-US" altLang="ko-KR" sz="1400" spc="600" dirty="0">
                <a:solidFill>
                  <a:srgbClr val="9E9CB4"/>
                </a:solidFill>
                <a:latin typeface="Century Gothic" panose="020B0502020202020204" pitchFamily="34" charset="0"/>
                <a:cs typeface="Arial" panose="020B0604020202020204" pitchFamily="34" charset="0"/>
              </a:rPr>
              <a:t>Problem Statement</a:t>
            </a:r>
            <a:endParaRPr lang="ko-KR" altLang="en-US" sz="1400" spc="600" dirty="0">
              <a:solidFill>
                <a:srgbClr val="9E9CB4"/>
              </a:solidFill>
              <a:latin typeface="Century Gothic" panose="020B0502020202020204" pitchFamily="34" charset="0"/>
              <a:cs typeface="Arial" panose="020B0604020202020204" pitchFamily="34" charset="0"/>
            </a:endParaRPr>
          </a:p>
        </p:txBody>
      </p:sp>
      <p:sp>
        <p:nvSpPr>
          <p:cNvPr id="6" name="Forma libre: forma 65">
            <a:extLst>
              <a:ext uri="{FF2B5EF4-FFF2-40B4-BE49-F238E27FC236}">
                <a16:creationId xmlns:a16="http://schemas.microsoft.com/office/drawing/2014/main" id="{DA56CE23-00EF-61D6-8F4D-B460F2D4FA7B}"/>
              </a:ext>
            </a:extLst>
          </p:cNvPr>
          <p:cNvSpPr/>
          <p:nvPr/>
        </p:nvSpPr>
        <p:spPr>
          <a:xfrm>
            <a:off x="506706" y="286751"/>
            <a:ext cx="567229" cy="319634"/>
          </a:xfrm>
          <a:custGeom>
            <a:avLst/>
            <a:gdLst>
              <a:gd name="connsiteX0" fmla="*/ 283657 w 567229"/>
              <a:gd name="connsiteY0" fmla="*/ 258695 h 319634"/>
              <a:gd name="connsiteX1" fmla="*/ 40974 w 567229"/>
              <a:gd name="connsiteY1" fmla="*/ 258695 h 319634"/>
              <a:gd name="connsiteX2" fmla="*/ 30668 w 567229"/>
              <a:gd name="connsiteY2" fmla="*/ 268702 h 319634"/>
              <a:gd name="connsiteX3" fmla="*/ 30609 w 567229"/>
              <a:gd name="connsiteY3" fmla="*/ 281876 h 319634"/>
              <a:gd name="connsiteX4" fmla="*/ 37898 w 567229"/>
              <a:gd name="connsiteY4" fmla="*/ 289135 h 319634"/>
              <a:gd name="connsiteX5" fmla="*/ 92624 w 567229"/>
              <a:gd name="connsiteY5" fmla="*/ 289075 h 319634"/>
              <a:gd name="connsiteX6" fmla="*/ 97881 w 567229"/>
              <a:gd name="connsiteY6" fmla="*/ 297081 h 319634"/>
              <a:gd name="connsiteX7" fmla="*/ 94058 w 567229"/>
              <a:gd name="connsiteY7" fmla="*/ 313660 h 319634"/>
              <a:gd name="connsiteX8" fmla="*/ 88113 w 567229"/>
              <a:gd name="connsiteY8" fmla="*/ 319575 h 319634"/>
              <a:gd name="connsiteX9" fmla="*/ 17555 w 567229"/>
              <a:gd name="connsiteY9" fmla="*/ 319425 h 319634"/>
              <a:gd name="connsiteX10" fmla="*/ 348 w 567229"/>
              <a:gd name="connsiteY10" fmla="*/ 302189 h 319634"/>
              <a:gd name="connsiteX11" fmla="*/ 348 w 567229"/>
              <a:gd name="connsiteY11" fmla="*/ 244834 h 319634"/>
              <a:gd name="connsiteX12" fmla="*/ 14956 w 567229"/>
              <a:gd name="connsiteY12" fmla="*/ 228643 h 319634"/>
              <a:gd name="connsiteX13" fmla="*/ 22334 w 567229"/>
              <a:gd name="connsiteY13" fmla="*/ 221175 h 319634"/>
              <a:gd name="connsiteX14" fmla="*/ 57643 w 567229"/>
              <a:gd name="connsiteY14" fmla="*/ 64316 h 319634"/>
              <a:gd name="connsiteX15" fmla="*/ 139254 w 567229"/>
              <a:gd name="connsiteY15" fmla="*/ 120 h 319634"/>
              <a:gd name="connsiteX16" fmla="*/ 423490 w 567229"/>
              <a:gd name="connsiteY16" fmla="*/ 0 h 319634"/>
              <a:gd name="connsiteX17" fmla="*/ 516004 w 567229"/>
              <a:gd name="connsiteY17" fmla="*/ 74860 h 319634"/>
              <a:gd name="connsiteX18" fmla="*/ 537393 w 567229"/>
              <a:gd name="connsiteY18" fmla="*/ 172692 h 319634"/>
              <a:gd name="connsiteX19" fmla="*/ 547938 w 567229"/>
              <a:gd name="connsiteY19" fmla="*/ 221623 h 319634"/>
              <a:gd name="connsiteX20" fmla="*/ 554808 w 567229"/>
              <a:gd name="connsiteY20" fmla="*/ 229181 h 319634"/>
              <a:gd name="connsiteX21" fmla="*/ 566907 w 567229"/>
              <a:gd name="connsiteY21" fmla="*/ 244565 h 319634"/>
              <a:gd name="connsiteX22" fmla="*/ 566787 w 567229"/>
              <a:gd name="connsiteY22" fmla="*/ 303234 h 319634"/>
              <a:gd name="connsiteX23" fmla="*/ 548326 w 567229"/>
              <a:gd name="connsiteY23" fmla="*/ 319485 h 319634"/>
              <a:gd name="connsiteX24" fmla="*/ 314874 w 567229"/>
              <a:gd name="connsiteY24" fmla="*/ 319634 h 319634"/>
              <a:gd name="connsiteX25" fmla="*/ 305852 w 567229"/>
              <a:gd name="connsiteY25" fmla="*/ 311031 h 319634"/>
              <a:gd name="connsiteX26" fmla="*/ 301043 w 567229"/>
              <a:gd name="connsiteY26" fmla="*/ 294064 h 319634"/>
              <a:gd name="connsiteX27" fmla="*/ 304090 w 567229"/>
              <a:gd name="connsiteY27" fmla="*/ 289075 h 319634"/>
              <a:gd name="connsiteX28" fmla="*/ 309377 w 567229"/>
              <a:gd name="connsiteY28" fmla="*/ 289015 h 319634"/>
              <a:gd name="connsiteX29" fmla="*/ 526340 w 567229"/>
              <a:gd name="connsiteY29" fmla="*/ 289045 h 319634"/>
              <a:gd name="connsiteX30" fmla="*/ 536795 w 567229"/>
              <a:gd name="connsiteY30" fmla="*/ 278440 h 319634"/>
              <a:gd name="connsiteX31" fmla="*/ 517080 w 567229"/>
              <a:gd name="connsiteY31" fmla="*/ 258665 h 319634"/>
              <a:gd name="connsiteX32" fmla="*/ 283627 w 567229"/>
              <a:gd name="connsiteY32" fmla="*/ 258665 h 319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67229" h="319634">
                <a:moveTo>
                  <a:pt x="283657" y="258695"/>
                </a:moveTo>
                <a:cubicBezTo>
                  <a:pt x="202763" y="258695"/>
                  <a:pt x="121869" y="258695"/>
                  <a:pt x="40974" y="258695"/>
                </a:cubicBezTo>
                <a:cubicBezTo>
                  <a:pt x="34104" y="258695"/>
                  <a:pt x="30668" y="262031"/>
                  <a:pt x="30668" y="268702"/>
                </a:cubicBezTo>
                <a:cubicBezTo>
                  <a:pt x="30668" y="273093"/>
                  <a:pt x="30937" y="277514"/>
                  <a:pt x="30609" y="281876"/>
                </a:cubicBezTo>
                <a:cubicBezTo>
                  <a:pt x="30220" y="287372"/>
                  <a:pt x="32521" y="289194"/>
                  <a:pt x="37898" y="289135"/>
                </a:cubicBezTo>
                <a:cubicBezTo>
                  <a:pt x="56150" y="288926"/>
                  <a:pt x="74402" y="289045"/>
                  <a:pt x="92624" y="289075"/>
                </a:cubicBezTo>
                <a:cubicBezTo>
                  <a:pt x="101436" y="289075"/>
                  <a:pt x="101436" y="289135"/>
                  <a:pt x="97881" y="297081"/>
                </a:cubicBezTo>
                <a:cubicBezTo>
                  <a:pt x="95521" y="302338"/>
                  <a:pt x="94028" y="307865"/>
                  <a:pt x="94058" y="313660"/>
                </a:cubicBezTo>
                <a:cubicBezTo>
                  <a:pt x="94058" y="317812"/>
                  <a:pt x="92295" y="319604"/>
                  <a:pt x="88113" y="319575"/>
                </a:cubicBezTo>
                <a:cubicBezTo>
                  <a:pt x="64603" y="319485"/>
                  <a:pt x="41064" y="319694"/>
                  <a:pt x="17555" y="319425"/>
                </a:cubicBezTo>
                <a:cubicBezTo>
                  <a:pt x="7547" y="319306"/>
                  <a:pt x="617" y="312674"/>
                  <a:pt x="348" y="302189"/>
                </a:cubicBezTo>
                <a:cubicBezTo>
                  <a:pt x="-160" y="283071"/>
                  <a:pt x="-70" y="263952"/>
                  <a:pt x="348" y="244834"/>
                </a:cubicBezTo>
                <a:cubicBezTo>
                  <a:pt x="557" y="235992"/>
                  <a:pt x="6173" y="230017"/>
                  <a:pt x="14956" y="228643"/>
                </a:cubicBezTo>
                <a:cubicBezTo>
                  <a:pt x="19825" y="227896"/>
                  <a:pt x="21348" y="225656"/>
                  <a:pt x="22334" y="221175"/>
                </a:cubicBezTo>
                <a:cubicBezTo>
                  <a:pt x="33925" y="168869"/>
                  <a:pt x="45396" y="116503"/>
                  <a:pt x="57643" y="64316"/>
                </a:cubicBezTo>
                <a:cubicBezTo>
                  <a:pt x="66605" y="26109"/>
                  <a:pt x="100032" y="180"/>
                  <a:pt x="139254" y="120"/>
                </a:cubicBezTo>
                <a:cubicBezTo>
                  <a:pt x="234009" y="0"/>
                  <a:pt x="328735" y="210"/>
                  <a:pt x="423490" y="0"/>
                </a:cubicBezTo>
                <a:cubicBezTo>
                  <a:pt x="474034" y="-119"/>
                  <a:pt x="505728" y="25452"/>
                  <a:pt x="516004" y="74860"/>
                </a:cubicBezTo>
                <a:cubicBezTo>
                  <a:pt x="522785" y="107541"/>
                  <a:pt x="530253" y="140072"/>
                  <a:pt x="537393" y="172692"/>
                </a:cubicBezTo>
                <a:cubicBezTo>
                  <a:pt x="540948" y="189003"/>
                  <a:pt x="544562" y="205283"/>
                  <a:pt x="547938" y="221623"/>
                </a:cubicBezTo>
                <a:cubicBezTo>
                  <a:pt x="548774" y="225716"/>
                  <a:pt x="550507" y="228106"/>
                  <a:pt x="554808" y="229181"/>
                </a:cubicBezTo>
                <a:cubicBezTo>
                  <a:pt x="562575" y="231153"/>
                  <a:pt x="566787" y="236828"/>
                  <a:pt x="566907" y="244565"/>
                </a:cubicBezTo>
                <a:cubicBezTo>
                  <a:pt x="567235" y="264102"/>
                  <a:pt x="567474" y="283698"/>
                  <a:pt x="566787" y="303234"/>
                </a:cubicBezTo>
                <a:cubicBezTo>
                  <a:pt x="566399" y="314108"/>
                  <a:pt x="559498" y="319485"/>
                  <a:pt x="548326" y="319485"/>
                </a:cubicBezTo>
                <a:cubicBezTo>
                  <a:pt x="470509" y="319515"/>
                  <a:pt x="392691" y="319455"/>
                  <a:pt x="314874" y="319634"/>
                </a:cubicBezTo>
                <a:cubicBezTo>
                  <a:pt x="308392" y="319634"/>
                  <a:pt x="305703" y="317693"/>
                  <a:pt x="305852" y="311031"/>
                </a:cubicBezTo>
                <a:cubicBezTo>
                  <a:pt x="306002" y="305027"/>
                  <a:pt x="303821" y="299381"/>
                  <a:pt x="301043" y="294064"/>
                </a:cubicBezTo>
                <a:cubicBezTo>
                  <a:pt x="299221" y="290569"/>
                  <a:pt x="300565" y="289194"/>
                  <a:pt x="304090" y="289075"/>
                </a:cubicBezTo>
                <a:cubicBezTo>
                  <a:pt x="305852" y="289015"/>
                  <a:pt x="307615" y="289015"/>
                  <a:pt x="309377" y="289015"/>
                </a:cubicBezTo>
                <a:cubicBezTo>
                  <a:pt x="381698" y="289015"/>
                  <a:pt x="454019" y="289015"/>
                  <a:pt x="526340" y="289045"/>
                </a:cubicBezTo>
                <a:cubicBezTo>
                  <a:pt x="533309" y="289045"/>
                  <a:pt x="536795" y="285510"/>
                  <a:pt x="536795" y="278440"/>
                </a:cubicBezTo>
                <a:cubicBezTo>
                  <a:pt x="536816" y="265257"/>
                  <a:pt x="530244" y="258665"/>
                  <a:pt x="517080" y="258665"/>
                </a:cubicBezTo>
                <a:cubicBezTo>
                  <a:pt x="439262" y="258665"/>
                  <a:pt x="361445" y="258665"/>
                  <a:pt x="283627" y="258665"/>
                </a:cubicBezTo>
                <a:close/>
              </a:path>
            </a:pathLst>
          </a:custGeom>
          <a:solidFill>
            <a:srgbClr val="000000"/>
          </a:solidFill>
          <a:ln w="2970" cap="flat">
            <a:noFill/>
            <a:prstDash val="solid"/>
            <a:miter/>
          </a:ln>
        </p:spPr>
        <p:txBody>
          <a:bodyPr rtlCol="0" anchor="ctr"/>
          <a:lstStyle/>
          <a:p>
            <a:endParaRPr lang="LID4096"/>
          </a:p>
        </p:txBody>
      </p:sp>
      <p:grpSp>
        <p:nvGrpSpPr>
          <p:cNvPr id="7" name="Grupo 66">
            <a:extLst>
              <a:ext uri="{FF2B5EF4-FFF2-40B4-BE49-F238E27FC236}">
                <a16:creationId xmlns:a16="http://schemas.microsoft.com/office/drawing/2014/main" id="{5FB6366B-085F-BFF4-65D2-4E38E2565B59}"/>
              </a:ext>
            </a:extLst>
          </p:cNvPr>
          <p:cNvGrpSpPr/>
          <p:nvPr/>
        </p:nvGrpSpPr>
        <p:grpSpPr>
          <a:xfrm>
            <a:off x="241063" y="584897"/>
            <a:ext cx="545369" cy="495206"/>
            <a:chOff x="119056" y="424744"/>
            <a:chExt cx="545369" cy="495206"/>
          </a:xfrm>
        </p:grpSpPr>
        <p:sp>
          <p:nvSpPr>
            <p:cNvPr id="8" name="Forma libre: forma 67">
              <a:extLst>
                <a:ext uri="{FF2B5EF4-FFF2-40B4-BE49-F238E27FC236}">
                  <a16:creationId xmlns:a16="http://schemas.microsoft.com/office/drawing/2014/main" id="{2CAEC71D-6194-5D1D-7A82-6AB70ADAA03B}"/>
                </a:ext>
              </a:extLst>
            </p:cNvPr>
            <p:cNvSpPr/>
            <p:nvPr/>
          </p:nvSpPr>
          <p:spPr>
            <a:xfrm>
              <a:off x="119056" y="424744"/>
              <a:ext cx="545369" cy="495206"/>
            </a:xfrm>
            <a:custGeom>
              <a:avLst/>
              <a:gdLst>
                <a:gd name="connsiteX0" fmla="*/ 466404 w 545369"/>
                <a:gd name="connsiteY0" fmla="*/ 40 h 495206"/>
                <a:gd name="connsiteX1" fmla="*/ 525761 w 545369"/>
                <a:gd name="connsiteY1" fmla="*/ 40 h 495206"/>
                <a:gd name="connsiteX2" fmla="*/ 544998 w 545369"/>
                <a:gd name="connsiteY2" fmla="*/ 17665 h 495206"/>
                <a:gd name="connsiteX3" fmla="*/ 544371 w 545369"/>
                <a:gd name="connsiteY3" fmla="*/ 64385 h 495206"/>
                <a:gd name="connsiteX4" fmla="*/ 527852 w 545369"/>
                <a:gd name="connsiteY4" fmla="*/ 78156 h 495206"/>
                <a:gd name="connsiteX5" fmla="*/ 492901 w 545369"/>
                <a:gd name="connsiteY5" fmla="*/ 78066 h 495206"/>
                <a:gd name="connsiteX6" fmla="*/ 480892 w 545369"/>
                <a:gd name="connsiteY6" fmla="*/ 86849 h 495206"/>
                <a:gd name="connsiteX7" fmla="*/ 461774 w 545369"/>
                <a:gd name="connsiteY7" fmla="*/ 145040 h 495206"/>
                <a:gd name="connsiteX8" fmla="*/ 370066 w 545369"/>
                <a:gd name="connsiteY8" fmla="*/ 195196 h 495206"/>
                <a:gd name="connsiteX9" fmla="*/ 302316 w 545369"/>
                <a:gd name="connsiteY9" fmla="*/ 151881 h 495206"/>
                <a:gd name="connsiteX10" fmla="*/ 264258 w 545369"/>
                <a:gd name="connsiteY10" fmla="*/ 144741 h 495206"/>
                <a:gd name="connsiteX11" fmla="*/ 237104 w 545369"/>
                <a:gd name="connsiteY11" fmla="*/ 177900 h 495206"/>
                <a:gd name="connsiteX12" fmla="*/ 239285 w 545369"/>
                <a:gd name="connsiteY12" fmla="*/ 183247 h 495206"/>
                <a:gd name="connsiteX13" fmla="*/ 254161 w 545369"/>
                <a:gd name="connsiteY13" fmla="*/ 199736 h 495206"/>
                <a:gd name="connsiteX14" fmla="*/ 260435 w 545369"/>
                <a:gd name="connsiteY14" fmla="*/ 203978 h 495206"/>
                <a:gd name="connsiteX15" fmla="*/ 280121 w 545369"/>
                <a:gd name="connsiteY15" fmla="*/ 205472 h 495206"/>
                <a:gd name="connsiteX16" fmla="*/ 285557 w 545369"/>
                <a:gd name="connsiteY16" fmla="*/ 201111 h 495206"/>
                <a:gd name="connsiteX17" fmla="*/ 303511 w 545369"/>
                <a:gd name="connsiteY17" fmla="*/ 183277 h 495206"/>
                <a:gd name="connsiteX18" fmla="*/ 326721 w 545369"/>
                <a:gd name="connsiteY18" fmla="*/ 195704 h 495206"/>
                <a:gd name="connsiteX19" fmla="*/ 335892 w 545369"/>
                <a:gd name="connsiteY19" fmla="*/ 199079 h 495206"/>
                <a:gd name="connsiteX20" fmla="*/ 387302 w 545369"/>
                <a:gd name="connsiteY20" fmla="*/ 220587 h 495206"/>
                <a:gd name="connsiteX21" fmla="*/ 402985 w 545369"/>
                <a:gd name="connsiteY21" fmla="*/ 263484 h 495206"/>
                <a:gd name="connsiteX22" fmla="*/ 430946 w 545369"/>
                <a:gd name="connsiteY22" fmla="*/ 400538 h 495206"/>
                <a:gd name="connsiteX23" fmla="*/ 412156 w 545369"/>
                <a:gd name="connsiteY23" fmla="*/ 470917 h 495206"/>
                <a:gd name="connsiteX24" fmla="*/ 362658 w 545369"/>
                <a:gd name="connsiteY24" fmla="*/ 493710 h 495206"/>
                <a:gd name="connsiteX25" fmla="*/ 297805 w 545369"/>
                <a:gd name="connsiteY25" fmla="*/ 439253 h 495206"/>
                <a:gd name="connsiteX26" fmla="*/ 265005 w 545369"/>
                <a:gd name="connsiteY26" fmla="*/ 400927 h 495206"/>
                <a:gd name="connsiteX27" fmla="*/ 228202 w 545369"/>
                <a:gd name="connsiteY27" fmla="*/ 397939 h 495206"/>
                <a:gd name="connsiteX28" fmla="*/ 205529 w 545369"/>
                <a:gd name="connsiteY28" fmla="*/ 397282 h 495206"/>
                <a:gd name="connsiteX29" fmla="*/ 142200 w 545369"/>
                <a:gd name="connsiteY29" fmla="*/ 422614 h 495206"/>
                <a:gd name="connsiteX30" fmla="*/ 137181 w 545369"/>
                <a:gd name="connsiteY30" fmla="*/ 440866 h 495206"/>
                <a:gd name="connsiteX31" fmla="*/ 59065 w 545369"/>
                <a:gd name="connsiteY31" fmla="*/ 493829 h 495206"/>
                <a:gd name="connsiteX32" fmla="*/ 247 w 545369"/>
                <a:gd name="connsiteY32" fmla="*/ 418312 h 495206"/>
                <a:gd name="connsiteX33" fmla="*/ 6490 w 545369"/>
                <a:gd name="connsiteY33" fmla="*/ 393458 h 495206"/>
                <a:gd name="connsiteX34" fmla="*/ 28267 w 545369"/>
                <a:gd name="connsiteY34" fmla="*/ 271848 h 495206"/>
                <a:gd name="connsiteX35" fmla="*/ 39140 w 545369"/>
                <a:gd name="connsiteY35" fmla="*/ 228414 h 495206"/>
                <a:gd name="connsiteX36" fmla="*/ 96645 w 545369"/>
                <a:gd name="connsiteY36" fmla="*/ 200394 h 495206"/>
                <a:gd name="connsiteX37" fmla="*/ 109908 w 545369"/>
                <a:gd name="connsiteY37" fmla="*/ 193732 h 495206"/>
                <a:gd name="connsiteX38" fmla="*/ 131506 w 545369"/>
                <a:gd name="connsiteY38" fmla="*/ 184531 h 495206"/>
                <a:gd name="connsiteX39" fmla="*/ 148145 w 545369"/>
                <a:gd name="connsiteY39" fmla="*/ 199527 h 495206"/>
                <a:gd name="connsiteX40" fmla="*/ 156539 w 545369"/>
                <a:gd name="connsiteY40" fmla="*/ 205412 h 495206"/>
                <a:gd name="connsiteX41" fmla="*/ 167651 w 545369"/>
                <a:gd name="connsiteY41" fmla="*/ 204217 h 495206"/>
                <a:gd name="connsiteX42" fmla="*/ 180526 w 545369"/>
                <a:gd name="connsiteY42" fmla="*/ 195853 h 495206"/>
                <a:gd name="connsiteX43" fmla="*/ 196299 w 545369"/>
                <a:gd name="connsiteY43" fmla="*/ 181305 h 495206"/>
                <a:gd name="connsiteX44" fmla="*/ 200720 w 545369"/>
                <a:gd name="connsiteY44" fmla="*/ 176137 h 495206"/>
                <a:gd name="connsiteX45" fmla="*/ 223214 w 545369"/>
                <a:gd name="connsiteY45" fmla="*/ 138379 h 495206"/>
                <a:gd name="connsiteX46" fmla="*/ 270352 w 545369"/>
                <a:gd name="connsiteY46" fmla="*/ 113644 h 495206"/>
                <a:gd name="connsiteX47" fmla="*/ 316923 w 545369"/>
                <a:gd name="connsiteY47" fmla="*/ 128252 h 495206"/>
                <a:gd name="connsiteX48" fmla="*/ 357550 w 545369"/>
                <a:gd name="connsiteY48" fmla="*/ 158513 h 495206"/>
                <a:gd name="connsiteX49" fmla="*/ 420013 w 545369"/>
                <a:gd name="connsiteY49" fmla="*/ 157318 h 495206"/>
                <a:gd name="connsiteX50" fmla="*/ 448481 w 545369"/>
                <a:gd name="connsiteY50" fmla="*/ 118782 h 495206"/>
                <a:gd name="connsiteX51" fmla="*/ 450184 w 545369"/>
                <a:gd name="connsiteY51" fmla="*/ 83951 h 495206"/>
                <a:gd name="connsiteX52" fmla="*/ 444269 w 545369"/>
                <a:gd name="connsiteY52" fmla="*/ 78186 h 495206"/>
                <a:gd name="connsiteX53" fmla="*/ 405345 w 545369"/>
                <a:gd name="connsiteY53" fmla="*/ 78186 h 495206"/>
                <a:gd name="connsiteX54" fmla="*/ 386556 w 545369"/>
                <a:gd name="connsiteY54" fmla="*/ 59426 h 495206"/>
                <a:gd name="connsiteX55" fmla="*/ 386556 w 545369"/>
                <a:gd name="connsiteY55" fmla="*/ 19188 h 495206"/>
                <a:gd name="connsiteX56" fmla="*/ 405614 w 545369"/>
                <a:gd name="connsiteY56" fmla="*/ 40 h 495206"/>
                <a:gd name="connsiteX57" fmla="*/ 466285 w 545369"/>
                <a:gd name="connsiteY57" fmla="*/ 40 h 495206"/>
                <a:gd name="connsiteX58" fmla="*/ 81051 w 545369"/>
                <a:gd name="connsiteY58" fmla="*/ 307635 h 495206"/>
                <a:gd name="connsiteX59" fmla="*/ 127921 w 545369"/>
                <a:gd name="connsiteY59" fmla="*/ 354624 h 495206"/>
                <a:gd name="connsiteX60" fmla="*/ 174671 w 545369"/>
                <a:gd name="connsiteY60" fmla="*/ 307576 h 495206"/>
                <a:gd name="connsiteX61" fmla="*/ 127533 w 545369"/>
                <a:gd name="connsiteY61" fmla="*/ 260377 h 495206"/>
                <a:gd name="connsiteX62" fmla="*/ 81051 w 545369"/>
                <a:gd name="connsiteY62" fmla="*/ 307665 h 495206"/>
                <a:gd name="connsiteX63" fmla="*/ 305393 w 545369"/>
                <a:gd name="connsiteY63" fmla="*/ 353340 h 495206"/>
                <a:gd name="connsiteX64" fmla="*/ 352441 w 545369"/>
                <a:gd name="connsiteY64" fmla="*/ 305783 h 495206"/>
                <a:gd name="connsiteX65" fmla="*/ 305602 w 545369"/>
                <a:gd name="connsiteY65" fmla="*/ 259063 h 495206"/>
                <a:gd name="connsiteX66" fmla="*/ 258164 w 545369"/>
                <a:gd name="connsiteY66" fmla="*/ 307247 h 495206"/>
                <a:gd name="connsiteX67" fmla="*/ 305363 w 545369"/>
                <a:gd name="connsiteY67" fmla="*/ 353340 h 495206"/>
                <a:gd name="connsiteX68" fmla="*/ 216522 w 545369"/>
                <a:gd name="connsiteY68" fmla="*/ 370606 h 495206"/>
                <a:gd name="connsiteX69" fmla="*/ 241735 w 545369"/>
                <a:gd name="connsiteY69" fmla="*/ 345812 h 495206"/>
                <a:gd name="connsiteX70" fmla="*/ 217239 w 545369"/>
                <a:gd name="connsiteY70" fmla="*/ 320899 h 495206"/>
                <a:gd name="connsiteX71" fmla="*/ 191937 w 545369"/>
                <a:gd name="connsiteY71" fmla="*/ 345394 h 495206"/>
                <a:gd name="connsiteX72" fmla="*/ 216522 w 545369"/>
                <a:gd name="connsiteY72" fmla="*/ 370576 h 495206"/>
                <a:gd name="connsiteX73" fmla="*/ 215716 w 545369"/>
                <a:gd name="connsiteY73" fmla="*/ 249324 h 495206"/>
                <a:gd name="connsiteX74" fmla="*/ 215716 w 545369"/>
                <a:gd name="connsiteY74" fmla="*/ 249145 h 495206"/>
                <a:gd name="connsiteX75" fmla="*/ 259807 w 545369"/>
                <a:gd name="connsiteY75" fmla="*/ 249145 h 495206"/>
                <a:gd name="connsiteX76" fmla="*/ 269605 w 545369"/>
                <a:gd name="connsiteY76" fmla="*/ 240034 h 495206"/>
                <a:gd name="connsiteX77" fmla="*/ 260285 w 545369"/>
                <a:gd name="connsiteY77" fmla="*/ 231252 h 495206"/>
                <a:gd name="connsiteX78" fmla="*/ 172102 w 545369"/>
                <a:gd name="connsiteY78" fmla="*/ 231461 h 495206"/>
                <a:gd name="connsiteX79" fmla="*/ 162872 w 545369"/>
                <a:gd name="connsiteY79" fmla="*/ 240602 h 495206"/>
                <a:gd name="connsiteX80" fmla="*/ 172311 w 545369"/>
                <a:gd name="connsiteY80" fmla="*/ 249354 h 495206"/>
                <a:gd name="connsiteX81" fmla="*/ 215746 w 545369"/>
                <a:gd name="connsiteY81" fmla="*/ 249354 h 495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45369" h="495206">
                  <a:moveTo>
                    <a:pt x="466404" y="40"/>
                  </a:moveTo>
                  <a:cubicBezTo>
                    <a:pt x="486180" y="40"/>
                    <a:pt x="505985" y="10"/>
                    <a:pt x="525761" y="40"/>
                  </a:cubicBezTo>
                  <a:cubicBezTo>
                    <a:pt x="538038" y="70"/>
                    <a:pt x="544610" y="5596"/>
                    <a:pt x="544998" y="17665"/>
                  </a:cubicBezTo>
                  <a:cubicBezTo>
                    <a:pt x="545506" y="33228"/>
                    <a:pt x="545656" y="48851"/>
                    <a:pt x="544371" y="64385"/>
                  </a:cubicBezTo>
                  <a:cubicBezTo>
                    <a:pt x="543714" y="72540"/>
                    <a:pt x="536993" y="78036"/>
                    <a:pt x="527852" y="78156"/>
                  </a:cubicBezTo>
                  <a:cubicBezTo>
                    <a:pt x="516202" y="78305"/>
                    <a:pt x="504521" y="78664"/>
                    <a:pt x="492901" y="78066"/>
                  </a:cubicBezTo>
                  <a:cubicBezTo>
                    <a:pt x="485851" y="77678"/>
                    <a:pt x="482894" y="80217"/>
                    <a:pt x="480892" y="86849"/>
                  </a:cubicBezTo>
                  <a:cubicBezTo>
                    <a:pt x="474948" y="106385"/>
                    <a:pt x="468764" y="125862"/>
                    <a:pt x="461774" y="145040"/>
                  </a:cubicBezTo>
                  <a:cubicBezTo>
                    <a:pt x="446360" y="187399"/>
                    <a:pt x="408900" y="202634"/>
                    <a:pt x="370066" y="195196"/>
                  </a:cubicBezTo>
                  <a:cubicBezTo>
                    <a:pt x="341956" y="189819"/>
                    <a:pt x="319283" y="175271"/>
                    <a:pt x="302316" y="151881"/>
                  </a:cubicBezTo>
                  <a:cubicBezTo>
                    <a:pt x="291263" y="136616"/>
                    <a:pt x="280598" y="134973"/>
                    <a:pt x="264258" y="144741"/>
                  </a:cubicBezTo>
                  <a:cubicBezTo>
                    <a:pt x="251174" y="152568"/>
                    <a:pt x="243646" y="164816"/>
                    <a:pt x="237104" y="177900"/>
                  </a:cubicBezTo>
                  <a:cubicBezTo>
                    <a:pt x="235760" y="180588"/>
                    <a:pt x="237373" y="181873"/>
                    <a:pt x="239285" y="183247"/>
                  </a:cubicBezTo>
                  <a:cubicBezTo>
                    <a:pt x="245469" y="187638"/>
                    <a:pt x="250607" y="192985"/>
                    <a:pt x="254161" y="199736"/>
                  </a:cubicBezTo>
                  <a:cubicBezTo>
                    <a:pt x="255506" y="202335"/>
                    <a:pt x="257686" y="203620"/>
                    <a:pt x="260435" y="203978"/>
                  </a:cubicBezTo>
                  <a:cubicBezTo>
                    <a:pt x="266977" y="204845"/>
                    <a:pt x="273489" y="205741"/>
                    <a:pt x="280121" y="205472"/>
                  </a:cubicBezTo>
                  <a:cubicBezTo>
                    <a:pt x="283227" y="205352"/>
                    <a:pt x="284840" y="204307"/>
                    <a:pt x="285557" y="201111"/>
                  </a:cubicBezTo>
                  <a:cubicBezTo>
                    <a:pt x="287678" y="191372"/>
                    <a:pt x="293563" y="184830"/>
                    <a:pt x="303511" y="183277"/>
                  </a:cubicBezTo>
                  <a:cubicBezTo>
                    <a:pt x="314026" y="181634"/>
                    <a:pt x="321942" y="186234"/>
                    <a:pt x="326721" y="195704"/>
                  </a:cubicBezTo>
                  <a:cubicBezTo>
                    <a:pt x="328842" y="199886"/>
                    <a:pt x="332487" y="199049"/>
                    <a:pt x="335892" y="199079"/>
                  </a:cubicBezTo>
                  <a:cubicBezTo>
                    <a:pt x="355936" y="199348"/>
                    <a:pt x="373113" y="206039"/>
                    <a:pt x="387302" y="220587"/>
                  </a:cubicBezTo>
                  <a:cubicBezTo>
                    <a:pt x="399102" y="232686"/>
                    <a:pt x="401850" y="247681"/>
                    <a:pt x="402985" y="263484"/>
                  </a:cubicBezTo>
                  <a:cubicBezTo>
                    <a:pt x="406331" y="310384"/>
                    <a:pt x="415382" y="356088"/>
                    <a:pt x="430946" y="400538"/>
                  </a:cubicBezTo>
                  <a:cubicBezTo>
                    <a:pt x="440565" y="428021"/>
                    <a:pt x="431424" y="451082"/>
                    <a:pt x="412156" y="470917"/>
                  </a:cubicBezTo>
                  <a:cubicBezTo>
                    <a:pt x="398714" y="484748"/>
                    <a:pt x="382672" y="493740"/>
                    <a:pt x="362658" y="493710"/>
                  </a:cubicBezTo>
                  <a:cubicBezTo>
                    <a:pt x="332278" y="493680"/>
                    <a:pt x="302256" y="469304"/>
                    <a:pt x="297805" y="439253"/>
                  </a:cubicBezTo>
                  <a:cubicBezTo>
                    <a:pt x="294788" y="418880"/>
                    <a:pt x="282451" y="408006"/>
                    <a:pt x="265005" y="400927"/>
                  </a:cubicBezTo>
                  <a:cubicBezTo>
                    <a:pt x="253146" y="396117"/>
                    <a:pt x="240868" y="394683"/>
                    <a:pt x="228202" y="397939"/>
                  </a:cubicBezTo>
                  <a:cubicBezTo>
                    <a:pt x="220645" y="399881"/>
                    <a:pt x="213236" y="399612"/>
                    <a:pt x="205529" y="397282"/>
                  </a:cubicBezTo>
                  <a:cubicBezTo>
                    <a:pt x="184410" y="390919"/>
                    <a:pt x="153432" y="403764"/>
                    <a:pt x="142200" y="422614"/>
                  </a:cubicBezTo>
                  <a:cubicBezTo>
                    <a:pt x="138795" y="428349"/>
                    <a:pt x="138227" y="434652"/>
                    <a:pt x="137181" y="440866"/>
                  </a:cubicBezTo>
                  <a:cubicBezTo>
                    <a:pt x="131207" y="475936"/>
                    <a:pt x="93807" y="501537"/>
                    <a:pt x="59065" y="493829"/>
                  </a:cubicBezTo>
                  <a:cubicBezTo>
                    <a:pt x="28745" y="487108"/>
                    <a:pt x="-3129" y="453801"/>
                    <a:pt x="247" y="418312"/>
                  </a:cubicBezTo>
                  <a:cubicBezTo>
                    <a:pt x="1083" y="409649"/>
                    <a:pt x="4040" y="401614"/>
                    <a:pt x="6490" y="393458"/>
                  </a:cubicBezTo>
                  <a:cubicBezTo>
                    <a:pt x="18439" y="353758"/>
                    <a:pt x="26325" y="313371"/>
                    <a:pt x="28267" y="271848"/>
                  </a:cubicBezTo>
                  <a:cubicBezTo>
                    <a:pt x="28984" y="256763"/>
                    <a:pt x="29492" y="241319"/>
                    <a:pt x="39140" y="228414"/>
                  </a:cubicBezTo>
                  <a:cubicBezTo>
                    <a:pt x="53479" y="209236"/>
                    <a:pt x="72986" y="200304"/>
                    <a:pt x="96645" y="200394"/>
                  </a:cubicBezTo>
                  <a:cubicBezTo>
                    <a:pt x="102530" y="200394"/>
                    <a:pt x="106682" y="199826"/>
                    <a:pt x="109908" y="193732"/>
                  </a:cubicBezTo>
                  <a:cubicBezTo>
                    <a:pt x="114299" y="185517"/>
                    <a:pt x="122544" y="183097"/>
                    <a:pt x="131506" y="184531"/>
                  </a:cubicBezTo>
                  <a:cubicBezTo>
                    <a:pt x="140109" y="185905"/>
                    <a:pt x="145994" y="191223"/>
                    <a:pt x="148145" y="199527"/>
                  </a:cubicBezTo>
                  <a:cubicBezTo>
                    <a:pt x="149429" y="204606"/>
                    <a:pt x="152028" y="205890"/>
                    <a:pt x="156539" y="205412"/>
                  </a:cubicBezTo>
                  <a:cubicBezTo>
                    <a:pt x="160243" y="204994"/>
                    <a:pt x="163947" y="204546"/>
                    <a:pt x="167651" y="204217"/>
                  </a:cubicBezTo>
                  <a:cubicBezTo>
                    <a:pt x="173446" y="203709"/>
                    <a:pt x="177688" y="201678"/>
                    <a:pt x="180526" y="195853"/>
                  </a:cubicBezTo>
                  <a:cubicBezTo>
                    <a:pt x="183782" y="189251"/>
                    <a:pt x="189846" y="184860"/>
                    <a:pt x="196299" y="181305"/>
                  </a:cubicBezTo>
                  <a:cubicBezTo>
                    <a:pt x="198479" y="180110"/>
                    <a:pt x="200302" y="179035"/>
                    <a:pt x="200720" y="176137"/>
                  </a:cubicBezTo>
                  <a:cubicBezTo>
                    <a:pt x="203020" y="160484"/>
                    <a:pt x="212340" y="148864"/>
                    <a:pt x="223214" y="138379"/>
                  </a:cubicBezTo>
                  <a:cubicBezTo>
                    <a:pt x="236477" y="125563"/>
                    <a:pt x="252100" y="116870"/>
                    <a:pt x="270352" y="113644"/>
                  </a:cubicBezTo>
                  <a:cubicBezTo>
                    <a:pt x="288246" y="110478"/>
                    <a:pt x="304526" y="113853"/>
                    <a:pt x="316923" y="128252"/>
                  </a:cubicBezTo>
                  <a:cubicBezTo>
                    <a:pt x="328245" y="141426"/>
                    <a:pt x="340373" y="153255"/>
                    <a:pt x="357550" y="158513"/>
                  </a:cubicBezTo>
                  <a:cubicBezTo>
                    <a:pt x="378520" y="164935"/>
                    <a:pt x="399341" y="166250"/>
                    <a:pt x="420013" y="157318"/>
                  </a:cubicBezTo>
                  <a:cubicBezTo>
                    <a:pt x="437010" y="149969"/>
                    <a:pt x="445105" y="136108"/>
                    <a:pt x="448481" y="118782"/>
                  </a:cubicBezTo>
                  <a:cubicBezTo>
                    <a:pt x="450721" y="107252"/>
                    <a:pt x="449915" y="95572"/>
                    <a:pt x="450184" y="83951"/>
                  </a:cubicBezTo>
                  <a:cubicBezTo>
                    <a:pt x="450273" y="79650"/>
                    <a:pt x="448451" y="78126"/>
                    <a:pt x="444269" y="78186"/>
                  </a:cubicBezTo>
                  <a:cubicBezTo>
                    <a:pt x="431304" y="78305"/>
                    <a:pt x="418340" y="78275"/>
                    <a:pt x="405345" y="78186"/>
                  </a:cubicBezTo>
                  <a:cubicBezTo>
                    <a:pt x="393068" y="78096"/>
                    <a:pt x="386675" y="71733"/>
                    <a:pt x="386556" y="59426"/>
                  </a:cubicBezTo>
                  <a:cubicBezTo>
                    <a:pt x="386436" y="46013"/>
                    <a:pt x="386436" y="32601"/>
                    <a:pt x="386556" y="19188"/>
                  </a:cubicBezTo>
                  <a:cubicBezTo>
                    <a:pt x="386645" y="6433"/>
                    <a:pt x="392948" y="70"/>
                    <a:pt x="405614" y="40"/>
                  </a:cubicBezTo>
                  <a:cubicBezTo>
                    <a:pt x="425838" y="-50"/>
                    <a:pt x="446061" y="40"/>
                    <a:pt x="466285" y="40"/>
                  </a:cubicBezTo>
                  <a:close/>
                  <a:moveTo>
                    <a:pt x="81051" y="307635"/>
                  </a:moveTo>
                  <a:cubicBezTo>
                    <a:pt x="81111" y="333624"/>
                    <a:pt x="102022" y="354565"/>
                    <a:pt x="127921" y="354624"/>
                  </a:cubicBezTo>
                  <a:cubicBezTo>
                    <a:pt x="153671" y="354654"/>
                    <a:pt x="174731" y="333475"/>
                    <a:pt x="174671" y="307576"/>
                  </a:cubicBezTo>
                  <a:cubicBezTo>
                    <a:pt x="174611" y="280899"/>
                    <a:pt x="153880" y="260138"/>
                    <a:pt x="127533" y="260377"/>
                  </a:cubicBezTo>
                  <a:cubicBezTo>
                    <a:pt x="101514" y="260616"/>
                    <a:pt x="80992" y="281467"/>
                    <a:pt x="81051" y="307665"/>
                  </a:cubicBezTo>
                  <a:close/>
                  <a:moveTo>
                    <a:pt x="305393" y="353340"/>
                  </a:moveTo>
                  <a:cubicBezTo>
                    <a:pt x="331471" y="353400"/>
                    <a:pt x="352322" y="332310"/>
                    <a:pt x="352441" y="305783"/>
                  </a:cubicBezTo>
                  <a:cubicBezTo>
                    <a:pt x="352561" y="280870"/>
                    <a:pt x="330784" y="259152"/>
                    <a:pt x="305602" y="259063"/>
                  </a:cubicBezTo>
                  <a:cubicBezTo>
                    <a:pt x="279463" y="259003"/>
                    <a:pt x="258105" y="280690"/>
                    <a:pt x="258164" y="307247"/>
                  </a:cubicBezTo>
                  <a:cubicBezTo>
                    <a:pt x="258224" y="332399"/>
                    <a:pt x="279613" y="353310"/>
                    <a:pt x="305363" y="353340"/>
                  </a:cubicBezTo>
                  <a:close/>
                  <a:moveTo>
                    <a:pt x="216522" y="370606"/>
                  </a:moveTo>
                  <a:cubicBezTo>
                    <a:pt x="230532" y="370696"/>
                    <a:pt x="241585" y="359822"/>
                    <a:pt x="241735" y="345812"/>
                  </a:cubicBezTo>
                  <a:cubicBezTo>
                    <a:pt x="241884" y="332399"/>
                    <a:pt x="230712" y="321048"/>
                    <a:pt x="217239" y="320899"/>
                  </a:cubicBezTo>
                  <a:cubicBezTo>
                    <a:pt x="202691" y="320749"/>
                    <a:pt x="192087" y="331025"/>
                    <a:pt x="191937" y="345394"/>
                  </a:cubicBezTo>
                  <a:cubicBezTo>
                    <a:pt x="191788" y="359792"/>
                    <a:pt x="202243" y="370487"/>
                    <a:pt x="216522" y="370576"/>
                  </a:cubicBezTo>
                  <a:close/>
                  <a:moveTo>
                    <a:pt x="215716" y="249324"/>
                  </a:moveTo>
                  <a:cubicBezTo>
                    <a:pt x="215716" y="249324"/>
                    <a:pt x="215716" y="249205"/>
                    <a:pt x="215716" y="249145"/>
                  </a:cubicBezTo>
                  <a:cubicBezTo>
                    <a:pt x="230413" y="249145"/>
                    <a:pt x="245110" y="249205"/>
                    <a:pt x="259807" y="249145"/>
                  </a:cubicBezTo>
                  <a:cubicBezTo>
                    <a:pt x="267335" y="249115"/>
                    <a:pt x="269546" y="246935"/>
                    <a:pt x="269605" y="240034"/>
                  </a:cubicBezTo>
                  <a:cubicBezTo>
                    <a:pt x="269635" y="233402"/>
                    <a:pt x="267574" y="231252"/>
                    <a:pt x="260285" y="231252"/>
                  </a:cubicBezTo>
                  <a:cubicBezTo>
                    <a:pt x="230891" y="231252"/>
                    <a:pt x="201497" y="231311"/>
                    <a:pt x="172102" y="231461"/>
                  </a:cubicBezTo>
                  <a:cubicBezTo>
                    <a:pt x="165351" y="231491"/>
                    <a:pt x="162812" y="234209"/>
                    <a:pt x="162872" y="240602"/>
                  </a:cubicBezTo>
                  <a:cubicBezTo>
                    <a:pt x="162931" y="247054"/>
                    <a:pt x="165232" y="249295"/>
                    <a:pt x="172311" y="249354"/>
                  </a:cubicBezTo>
                  <a:cubicBezTo>
                    <a:pt x="186799" y="249444"/>
                    <a:pt x="201258" y="249354"/>
                    <a:pt x="215746" y="249354"/>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9" name="Forma libre: forma 68">
              <a:extLst>
                <a:ext uri="{FF2B5EF4-FFF2-40B4-BE49-F238E27FC236}">
                  <a16:creationId xmlns:a16="http://schemas.microsoft.com/office/drawing/2014/main" id="{8F8449C9-63EE-1AE3-BA31-FD8FC52D27BD}"/>
                </a:ext>
              </a:extLst>
            </p:cNvPr>
            <p:cNvSpPr/>
            <p:nvPr/>
          </p:nvSpPr>
          <p:spPr>
            <a:xfrm>
              <a:off x="242264" y="737784"/>
              <a:ext cx="10675" cy="29696"/>
            </a:xfrm>
            <a:custGeom>
              <a:avLst/>
              <a:gdLst>
                <a:gd name="connsiteX0" fmla="*/ 10598 w 10675"/>
                <a:gd name="connsiteY0" fmla="*/ 14760 h 29696"/>
                <a:gd name="connsiteX1" fmla="*/ 10538 w 10675"/>
                <a:gd name="connsiteY1" fmla="*/ 24617 h 29696"/>
                <a:gd name="connsiteX2" fmla="*/ 5520 w 10675"/>
                <a:gd name="connsiteY2" fmla="*/ 29696 h 29696"/>
                <a:gd name="connsiteX3" fmla="*/ 232 w 10675"/>
                <a:gd name="connsiteY3" fmla="*/ 24797 h 29696"/>
                <a:gd name="connsiteX4" fmla="*/ 172 w 10675"/>
                <a:gd name="connsiteY4" fmla="*/ 5111 h 29696"/>
                <a:gd name="connsiteX5" fmla="*/ 5221 w 10675"/>
                <a:gd name="connsiteY5" fmla="*/ 3 h 29696"/>
                <a:gd name="connsiteX6" fmla="*/ 10419 w 10675"/>
                <a:gd name="connsiteY6" fmla="*/ 4902 h 29696"/>
                <a:gd name="connsiteX7" fmla="*/ 10508 w 10675"/>
                <a:gd name="connsiteY7" fmla="*/ 14730 h 29696"/>
                <a:gd name="connsiteX8" fmla="*/ 10628 w 10675"/>
                <a:gd name="connsiteY8" fmla="*/ 14730 h 29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75" h="29696">
                  <a:moveTo>
                    <a:pt x="10598" y="14760"/>
                  </a:moveTo>
                  <a:cubicBezTo>
                    <a:pt x="10598" y="18046"/>
                    <a:pt x="10807" y="21332"/>
                    <a:pt x="10538" y="24617"/>
                  </a:cubicBezTo>
                  <a:cubicBezTo>
                    <a:pt x="10299" y="27515"/>
                    <a:pt x="8626" y="29726"/>
                    <a:pt x="5520" y="29696"/>
                  </a:cubicBezTo>
                  <a:cubicBezTo>
                    <a:pt x="2562" y="29696"/>
                    <a:pt x="352" y="27724"/>
                    <a:pt x="232" y="24797"/>
                  </a:cubicBezTo>
                  <a:cubicBezTo>
                    <a:pt x="-67" y="18255"/>
                    <a:pt x="-67" y="11653"/>
                    <a:pt x="172" y="5111"/>
                  </a:cubicBezTo>
                  <a:cubicBezTo>
                    <a:pt x="262" y="2213"/>
                    <a:pt x="2174" y="92"/>
                    <a:pt x="5221" y="3"/>
                  </a:cubicBezTo>
                  <a:cubicBezTo>
                    <a:pt x="8328" y="-87"/>
                    <a:pt x="10120" y="2064"/>
                    <a:pt x="10419" y="4902"/>
                  </a:cubicBezTo>
                  <a:cubicBezTo>
                    <a:pt x="10747" y="8158"/>
                    <a:pt x="10508" y="11474"/>
                    <a:pt x="10508" y="14730"/>
                  </a:cubicBezTo>
                  <a:cubicBezTo>
                    <a:pt x="10538" y="14730"/>
                    <a:pt x="10598" y="14730"/>
                    <a:pt x="10628" y="14730"/>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0" name="Forma libre: forma 69">
              <a:extLst>
                <a:ext uri="{FF2B5EF4-FFF2-40B4-BE49-F238E27FC236}">
                  <a16:creationId xmlns:a16="http://schemas.microsoft.com/office/drawing/2014/main" id="{F56D393C-ED20-E7DF-BAD2-8F424700F9CB}"/>
                </a:ext>
              </a:extLst>
            </p:cNvPr>
            <p:cNvSpPr/>
            <p:nvPr/>
          </p:nvSpPr>
          <p:spPr>
            <a:xfrm>
              <a:off x="212677" y="727990"/>
              <a:ext cx="29376" cy="10578"/>
            </a:xfrm>
            <a:custGeom>
              <a:avLst/>
              <a:gdLst>
                <a:gd name="connsiteX0" fmla="*/ 14943 w 29376"/>
                <a:gd name="connsiteY0" fmla="*/ 58 h 10578"/>
                <a:gd name="connsiteX1" fmla="*/ 24174 w 29376"/>
                <a:gd name="connsiteY1" fmla="*/ 88 h 10578"/>
                <a:gd name="connsiteX2" fmla="*/ 29371 w 29376"/>
                <a:gd name="connsiteY2" fmla="*/ 4987 h 10578"/>
                <a:gd name="connsiteX3" fmla="*/ 24652 w 29376"/>
                <a:gd name="connsiteY3" fmla="*/ 10334 h 10578"/>
                <a:gd name="connsiteX4" fmla="*/ 4936 w 29376"/>
                <a:gd name="connsiteY4" fmla="*/ 10394 h 10578"/>
                <a:gd name="connsiteX5" fmla="*/ 7 w 29376"/>
                <a:gd name="connsiteY5" fmla="*/ 5226 h 10578"/>
                <a:gd name="connsiteX6" fmla="*/ 5742 w 29376"/>
                <a:gd name="connsiteY6" fmla="*/ 88 h 10578"/>
                <a:gd name="connsiteX7" fmla="*/ 14973 w 29376"/>
                <a:gd name="connsiteY7" fmla="*/ 58 h 10578"/>
                <a:gd name="connsiteX8" fmla="*/ 14973 w 29376"/>
                <a:gd name="connsiteY8" fmla="*/ 58 h 10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376" h="10578">
                  <a:moveTo>
                    <a:pt x="14943" y="58"/>
                  </a:moveTo>
                  <a:cubicBezTo>
                    <a:pt x="18020" y="58"/>
                    <a:pt x="21097" y="-61"/>
                    <a:pt x="24174" y="88"/>
                  </a:cubicBezTo>
                  <a:cubicBezTo>
                    <a:pt x="27191" y="238"/>
                    <a:pt x="29252" y="1970"/>
                    <a:pt x="29371" y="4987"/>
                  </a:cubicBezTo>
                  <a:cubicBezTo>
                    <a:pt x="29491" y="8004"/>
                    <a:pt x="27609" y="10185"/>
                    <a:pt x="24652" y="10334"/>
                  </a:cubicBezTo>
                  <a:cubicBezTo>
                    <a:pt x="18080" y="10633"/>
                    <a:pt x="11508" y="10663"/>
                    <a:pt x="4936" y="10394"/>
                  </a:cubicBezTo>
                  <a:cubicBezTo>
                    <a:pt x="2128" y="10275"/>
                    <a:pt x="-142" y="8363"/>
                    <a:pt x="7" y="5226"/>
                  </a:cubicBezTo>
                  <a:cubicBezTo>
                    <a:pt x="126" y="1791"/>
                    <a:pt x="2576" y="267"/>
                    <a:pt x="5742" y="88"/>
                  </a:cubicBezTo>
                  <a:cubicBezTo>
                    <a:pt x="8819" y="-91"/>
                    <a:pt x="11896" y="58"/>
                    <a:pt x="14973" y="58"/>
                  </a:cubicBezTo>
                  <a:cubicBezTo>
                    <a:pt x="14973" y="58"/>
                    <a:pt x="14973" y="58"/>
                    <a:pt x="14973" y="58"/>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1" name="Forma libre: forma 70">
              <a:extLst>
                <a:ext uri="{FF2B5EF4-FFF2-40B4-BE49-F238E27FC236}">
                  <a16:creationId xmlns:a16="http://schemas.microsoft.com/office/drawing/2014/main" id="{B2119869-249A-FD4D-EF1B-0C65C1AC8815}"/>
                </a:ext>
              </a:extLst>
            </p:cNvPr>
            <p:cNvSpPr/>
            <p:nvPr/>
          </p:nvSpPr>
          <p:spPr>
            <a:xfrm>
              <a:off x="242122" y="697964"/>
              <a:ext cx="10949" cy="29204"/>
            </a:xfrm>
            <a:custGeom>
              <a:avLst/>
              <a:gdLst>
                <a:gd name="connsiteX0" fmla="*/ 135 w 10949"/>
                <a:gd name="connsiteY0" fmla="*/ 14730 h 29204"/>
                <a:gd name="connsiteX1" fmla="*/ 195 w 10949"/>
                <a:gd name="connsiteY1" fmla="*/ 4902 h 29204"/>
                <a:gd name="connsiteX2" fmla="*/ 5363 w 10949"/>
                <a:gd name="connsiteY2" fmla="*/ 3 h 29204"/>
                <a:gd name="connsiteX3" fmla="*/ 10172 w 10949"/>
                <a:gd name="connsiteY3" fmla="*/ 4484 h 29204"/>
                <a:gd name="connsiteX4" fmla="*/ 10381 w 10949"/>
                <a:gd name="connsiteY4" fmla="*/ 24707 h 29204"/>
                <a:gd name="connsiteX5" fmla="*/ 4825 w 10949"/>
                <a:gd name="connsiteY5" fmla="*/ 29188 h 29204"/>
                <a:gd name="connsiteX6" fmla="*/ 75 w 10949"/>
                <a:gd name="connsiteY6" fmla="*/ 23901 h 29204"/>
                <a:gd name="connsiteX7" fmla="*/ 45 w 10949"/>
                <a:gd name="connsiteY7" fmla="*/ 14730 h 29204"/>
                <a:gd name="connsiteX8" fmla="*/ 135 w 10949"/>
                <a:gd name="connsiteY8" fmla="*/ 14730 h 29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49" h="29204">
                  <a:moveTo>
                    <a:pt x="135" y="14730"/>
                  </a:moveTo>
                  <a:cubicBezTo>
                    <a:pt x="135" y="11444"/>
                    <a:pt x="-74" y="8158"/>
                    <a:pt x="195" y="4902"/>
                  </a:cubicBezTo>
                  <a:cubicBezTo>
                    <a:pt x="434" y="1915"/>
                    <a:pt x="2316" y="92"/>
                    <a:pt x="5363" y="3"/>
                  </a:cubicBezTo>
                  <a:cubicBezTo>
                    <a:pt x="8260" y="-87"/>
                    <a:pt x="9784" y="1945"/>
                    <a:pt x="10172" y="4484"/>
                  </a:cubicBezTo>
                  <a:cubicBezTo>
                    <a:pt x="11217" y="11205"/>
                    <a:pt x="11128" y="17986"/>
                    <a:pt x="10381" y="24707"/>
                  </a:cubicBezTo>
                  <a:cubicBezTo>
                    <a:pt x="10052" y="27575"/>
                    <a:pt x="7902" y="29397"/>
                    <a:pt x="4825" y="29188"/>
                  </a:cubicBezTo>
                  <a:cubicBezTo>
                    <a:pt x="1718" y="28979"/>
                    <a:pt x="224" y="26858"/>
                    <a:pt x="75" y="23901"/>
                  </a:cubicBezTo>
                  <a:cubicBezTo>
                    <a:pt x="-74" y="20854"/>
                    <a:pt x="45" y="17777"/>
                    <a:pt x="45" y="14730"/>
                  </a:cubicBezTo>
                  <a:cubicBezTo>
                    <a:pt x="45" y="14730"/>
                    <a:pt x="105" y="14730"/>
                    <a:pt x="135" y="14730"/>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2" name="Forma libre: forma 71">
              <a:extLst>
                <a:ext uri="{FF2B5EF4-FFF2-40B4-BE49-F238E27FC236}">
                  <a16:creationId xmlns:a16="http://schemas.microsoft.com/office/drawing/2014/main" id="{0046DB9E-720E-E7EE-8A7F-7C1727BEE63C}"/>
                </a:ext>
              </a:extLst>
            </p:cNvPr>
            <p:cNvSpPr/>
            <p:nvPr/>
          </p:nvSpPr>
          <p:spPr>
            <a:xfrm>
              <a:off x="252791" y="727693"/>
              <a:ext cx="29167" cy="10114"/>
            </a:xfrm>
            <a:custGeom>
              <a:avLst/>
              <a:gdLst>
                <a:gd name="connsiteX0" fmla="*/ 14947 w 29167"/>
                <a:gd name="connsiteY0" fmla="*/ 10063 h 10114"/>
                <a:gd name="connsiteX1" fmla="*/ 4462 w 29167"/>
                <a:gd name="connsiteY1" fmla="*/ 10004 h 10114"/>
                <a:gd name="connsiteX2" fmla="*/ 41 w 29167"/>
                <a:gd name="connsiteY2" fmla="*/ 5941 h 10114"/>
                <a:gd name="connsiteX3" fmla="*/ 3895 w 29167"/>
                <a:gd name="connsiteY3" fmla="*/ 683 h 10114"/>
                <a:gd name="connsiteX4" fmla="*/ 25433 w 29167"/>
                <a:gd name="connsiteY4" fmla="*/ 594 h 10114"/>
                <a:gd name="connsiteX5" fmla="*/ 29167 w 29167"/>
                <a:gd name="connsiteY5" fmla="*/ 5254 h 10114"/>
                <a:gd name="connsiteX6" fmla="*/ 24746 w 29167"/>
                <a:gd name="connsiteY6" fmla="*/ 10004 h 10114"/>
                <a:gd name="connsiteX7" fmla="*/ 14918 w 29167"/>
                <a:gd name="connsiteY7" fmla="*/ 10063 h 1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167" h="10114">
                  <a:moveTo>
                    <a:pt x="14947" y="10063"/>
                  </a:moveTo>
                  <a:cubicBezTo>
                    <a:pt x="11452" y="10063"/>
                    <a:pt x="7957" y="10213"/>
                    <a:pt x="4462" y="10004"/>
                  </a:cubicBezTo>
                  <a:cubicBezTo>
                    <a:pt x="2043" y="9884"/>
                    <a:pt x="340" y="8450"/>
                    <a:pt x="41" y="5941"/>
                  </a:cubicBezTo>
                  <a:cubicBezTo>
                    <a:pt x="-287" y="3133"/>
                    <a:pt x="1385" y="1012"/>
                    <a:pt x="3895" y="683"/>
                  </a:cubicBezTo>
                  <a:cubicBezTo>
                    <a:pt x="11034" y="-273"/>
                    <a:pt x="18263" y="-153"/>
                    <a:pt x="25433" y="594"/>
                  </a:cubicBezTo>
                  <a:cubicBezTo>
                    <a:pt x="27852" y="863"/>
                    <a:pt x="29197" y="2745"/>
                    <a:pt x="29167" y="5254"/>
                  </a:cubicBezTo>
                  <a:cubicBezTo>
                    <a:pt x="29107" y="8092"/>
                    <a:pt x="27494" y="9794"/>
                    <a:pt x="24746" y="10004"/>
                  </a:cubicBezTo>
                  <a:cubicBezTo>
                    <a:pt x="21489" y="10213"/>
                    <a:pt x="18204" y="10063"/>
                    <a:pt x="14918" y="10063"/>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3" name="Forma libre: forma 72">
              <a:extLst>
                <a:ext uri="{FF2B5EF4-FFF2-40B4-BE49-F238E27FC236}">
                  <a16:creationId xmlns:a16="http://schemas.microsoft.com/office/drawing/2014/main" id="{6F5138BC-BA63-E9C0-BD39-51C7DCE8FF1D}"/>
                </a:ext>
              </a:extLst>
            </p:cNvPr>
            <p:cNvSpPr/>
            <p:nvPr/>
          </p:nvSpPr>
          <p:spPr>
            <a:xfrm>
              <a:off x="411540" y="700296"/>
              <a:ext cx="24829" cy="25077"/>
            </a:xfrm>
            <a:custGeom>
              <a:avLst/>
              <a:gdLst>
                <a:gd name="connsiteX0" fmla="*/ 12521 w 24829"/>
                <a:gd name="connsiteY0" fmla="*/ 1 h 25077"/>
                <a:gd name="connsiteX1" fmla="*/ 24828 w 24829"/>
                <a:gd name="connsiteY1" fmla="*/ 12667 h 25077"/>
                <a:gd name="connsiteX2" fmla="*/ 12162 w 24829"/>
                <a:gd name="connsiteY2" fmla="*/ 25064 h 25077"/>
                <a:gd name="connsiteX3" fmla="*/ 4 w 24829"/>
                <a:gd name="connsiteY3" fmla="*/ 11920 h 25077"/>
                <a:gd name="connsiteX4" fmla="*/ 12521 w 24829"/>
                <a:gd name="connsiteY4" fmla="*/ 1 h 25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29" h="25077">
                  <a:moveTo>
                    <a:pt x="12521" y="1"/>
                  </a:moveTo>
                  <a:cubicBezTo>
                    <a:pt x="19570" y="91"/>
                    <a:pt x="24918" y="5587"/>
                    <a:pt x="24828" y="12667"/>
                  </a:cubicBezTo>
                  <a:cubicBezTo>
                    <a:pt x="24738" y="19627"/>
                    <a:pt x="18883" y="25393"/>
                    <a:pt x="12162" y="25064"/>
                  </a:cubicBezTo>
                  <a:cubicBezTo>
                    <a:pt x="5560" y="24765"/>
                    <a:pt x="-175" y="18552"/>
                    <a:pt x="4" y="11920"/>
                  </a:cubicBezTo>
                  <a:cubicBezTo>
                    <a:pt x="183" y="5557"/>
                    <a:pt x="6098" y="-89"/>
                    <a:pt x="12521" y="1"/>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4" name="Forma libre: forma 73">
              <a:extLst>
                <a:ext uri="{FF2B5EF4-FFF2-40B4-BE49-F238E27FC236}">
                  <a16:creationId xmlns:a16="http://schemas.microsoft.com/office/drawing/2014/main" id="{ED8DC2EE-73AB-F0E6-68EA-ABDF93C2FFC8}"/>
                </a:ext>
              </a:extLst>
            </p:cNvPr>
            <p:cNvSpPr/>
            <p:nvPr/>
          </p:nvSpPr>
          <p:spPr>
            <a:xfrm>
              <a:off x="412111" y="739489"/>
              <a:ext cx="24408" cy="24555"/>
            </a:xfrm>
            <a:custGeom>
              <a:avLst/>
              <a:gdLst>
                <a:gd name="connsiteX0" fmla="*/ 1 w 24408"/>
                <a:gd name="connsiteY0" fmla="*/ 11889 h 24555"/>
                <a:gd name="connsiteX1" fmla="*/ 12099 w 24408"/>
                <a:gd name="connsiteY1" fmla="*/ 0 h 24555"/>
                <a:gd name="connsiteX2" fmla="*/ 24406 w 24408"/>
                <a:gd name="connsiteY2" fmla="*/ 12517 h 24555"/>
                <a:gd name="connsiteX3" fmla="*/ 12218 w 24408"/>
                <a:gd name="connsiteY3" fmla="*/ 24555 h 24555"/>
                <a:gd name="connsiteX4" fmla="*/ 1 w 24408"/>
                <a:gd name="connsiteY4" fmla="*/ 11859 h 24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08" h="24555">
                  <a:moveTo>
                    <a:pt x="1" y="11889"/>
                  </a:moveTo>
                  <a:cubicBezTo>
                    <a:pt x="60" y="4869"/>
                    <a:pt x="5019" y="0"/>
                    <a:pt x="12099" y="0"/>
                  </a:cubicBezTo>
                  <a:cubicBezTo>
                    <a:pt x="19388" y="0"/>
                    <a:pt x="24526" y="5228"/>
                    <a:pt x="24406" y="12517"/>
                  </a:cubicBezTo>
                  <a:cubicBezTo>
                    <a:pt x="24287" y="19327"/>
                    <a:pt x="18969" y="24555"/>
                    <a:pt x="12218" y="24555"/>
                  </a:cubicBezTo>
                  <a:cubicBezTo>
                    <a:pt x="5198" y="24555"/>
                    <a:pt x="-59" y="19118"/>
                    <a:pt x="1" y="11859"/>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5" name="Forma libre: forma 74">
              <a:extLst>
                <a:ext uri="{FF2B5EF4-FFF2-40B4-BE49-F238E27FC236}">
                  <a16:creationId xmlns:a16="http://schemas.microsoft.com/office/drawing/2014/main" id="{6F728630-E8FA-71C9-224C-D89B4A3086FC}"/>
                </a:ext>
              </a:extLst>
            </p:cNvPr>
            <p:cNvSpPr/>
            <p:nvPr/>
          </p:nvSpPr>
          <p:spPr>
            <a:xfrm>
              <a:off x="392419" y="720030"/>
              <a:ext cx="24833" cy="24746"/>
            </a:xfrm>
            <a:custGeom>
              <a:avLst/>
              <a:gdLst>
                <a:gd name="connsiteX0" fmla="*/ 11985 w 24833"/>
                <a:gd name="connsiteY0" fmla="*/ 24746 h 24746"/>
                <a:gd name="connsiteX1" fmla="*/ 6 w 24833"/>
                <a:gd name="connsiteY1" fmla="*/ 11662 h 24746"/>
                <a:gd name="connsiteX2" fmla="*/ 12642 w 24833"/>
                <a:gd name="connsiteY2" fmla="*/ 12 h 24746"/>
                <a:gd name="connsiteX3" fmla="*/ 24830 w 24833"/>
                <a:gd name="connsiteY3" fmla="*/ 12319 h 24746"/>
                <a:gd name="connsiteX4" fmla="*/ 11985 w 24833"/>
                <a:gd name="connsiteY4" fmla="*/ 24716 h 247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33" h="24746">
                  <a:moveTo>
                    <a:pt x="11985" y="24746"/>
                  </a:moveTo>
                  <a:cubicBezTo>
                    <a:pt x="5144" y="24597"/>
                    <a:pt x="-203" y="18742"/>
                    <a:pt x="6" y="11662"/>
                  </a:cubicBezTo>
                  <a:cubicBezTo>
                    <a:pt x="185" y="5060"/>
                    <a:pt x="5980" y="-287"/>
                    <a:pt x="12642" y="12"/>
                  </a:cubicBezTo>
                  <a:cubicBezTo>
                    <a:pt x="19274" y="311"/>
                    <a:pt x="25009" y="6136"/>
                    <a:pt x="24830" y="12319"/>
                  </a:cubicBezTo>
                  <a:cubicBezTo>
                    <a:pt x="24621" y="19250"/>
                    <a:pt x="18796" y="24866"/>
                    <a:pt x="11985" y="24716"/>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6" name="Forma libre: forma 75">
              <a:extLst>
                <a:ext uri="{FF2B5EF4-FFF2-40B4-BE49-F238E27FC236}">
                  <a16:creationId xmlns:a16="http://schemas.microsoft.com/office/drawing/2014/main" id="{2668044D-B728-9AB3-46EF-AFACFD2FD822}"/>
                </a:ext>
              </a:extLst>
            </p:cNvPr>
            <p:cNvSpPr/>
            <p:nvPr/>
          </p:nvSpPr>
          <p:spPr>
            <a:xfrm>
              <a:off x="431226" y="719982"/>
              <a:ext cx="24859" cy="24465"/>
            </a:xfrm>
            <a:custGeom>
              <a:avLst/>
              <a:gdLst>
                <a:gd name="connsiteX0" fmla="*/ 12430 w 24859"/>
                <a:gd name="connsiteY0" fmla="*/ 0 h 24465"/>
                <a:gd name="connsiteX1" fmla="*/ 24857 w 24859"/>
                <a:gd name="connsiteY1" fmla="*/ 11859 h 24465"/>
                <a:gd name="connsiteX2" fmla="*/ 12340 w 24859"/>
                <a:gd name="connsiteY2" fmla="*/ 24465 h 24465"/>
                <a:gd name="connsiteX3" fmla="*/ 3 w 24859"/>
                <a:gd name="connsiteY3" fmla="*/ 12457 h 24465"/>
                <a:gd name="connsiteX4" fmla="*/ 12460 w 24859"/>
                <a:gd name="connsiteY4" fmla="*/ 30 h 24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59" h="24465">
                  <a:moveTo>
                    <a:pt x="12430" y="0"/>
                  </a:moveTo>
                  <a:cubicBezTo>
                    <a:pt x="19241" y="30"/>
                    <a:pt x="24707" y="5258"/>
                    <a:pt x="24857" y="11859"/>
                  </a:cubicBezTo>
                  <a:cubicBezTo>
                    <a:pt x="25006" y="18670"/>
                    <a:pt x="19241" y="24465"/>
                    <a:pt x="12340" y="24465"/>
                  </a:cubicBezTo>
                  <a:cubicBezTo>
                    <a:pt x="5559" y="24465"/>
                    <a:pt x="122" y="19148"/>
                    <a:pt x="3" y="12457"/>
                  </a:cubicBezTo>
                  <a:cubicBezTo>
                    <a:pt x="-146" y="5407"/>
                    <a:pt x="5290" y="-30"/>
                    <a:pt x="12460" y="30"/>
                  </a:cubicBezTo>
                  <a:close/>
                </a:path>
              </a:pathLst>
            </a:custGeom>
            <a:solidFill>
              <a:schemeClr val="bg1">
                <a:lumMod val="50000"/>
              </a:schemeClr>
            </a:solidFill>
            <a:ln w="2970" cap="flat">
              <a:noFill/>
              <a:prstDash val="solid"/>
              <a:miter/>
            </a:ln>
          </p:spPr>
          <p:txBody>
            <a:bodyPr rtlCol="0" anchor="ctr"/>
            <a:lstStyle/>
            <a:p>
              <a:endParaRPr lang="LID4096"/>
            </a:p>
          </p:txBody>
        </p:sp>
      </p:grpSp>
      <p:cxnSp>
        <p:nvCxnSpPr>
          <p:cNvPr id="17" name="Conector recto de flecha 76">
            <a:extLst>
              <a:ext uri="{FF2B5EF4-FFF2-40B4-BE49-F238E27FC236}">
                <a16:creationId xmlns:a16="http://schemas.microsoft.com/office/drawing/2014/main" id="{4E0610A4-00ED-4E99-6121-01AA1DCCD30D}"/>
              </a:ext>
            </a:extLst>
          </p:cNvPr>
          <p:cNvCxnSpPr>
            <a:cxnSpLocks/>
          </p:cNvCxnSpPr>
          <p:nvPr/>
        </p:nvCxnSpPr>
        <p:spPr>
          <a:xfrm flipV="1">
            <a:off x="786432" y="832500"/>
            <a:ext cx="7471595" cy="3149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F2878A71-FDFF-FC5E-5C12-DF8AC0503E44}"/>
              </a:ext>
            </a:extLst>
          </p:cNvPr>
          <p:cNvGrpSpPr/>
          <p:nvPr/>
        </p:nvGrpSpPr>
        <p:grpSpPr>
          <a:xfrm>
            <a:off x="10655300" y="-131233"/>
            <a:ext cx="1656567" cy="1612901"/>
            <a:chOff x="1540617" y="851075"/>
            <a:chExt cx="3268467" cy="3268467"/>
          </a:xfrm>
        </p:grpSpPr>
        <p:grpSp>
          <p:nvGrpSpPr>
            <p:cNvPr id="22" name="Google Shape;11;p2">
              <a:extLst>
                <a:ext uri="{FF2B5EF4-FFF2-40B4-BE49-F238E27FC236}">
                  <a16:creationId xmlns:a16="http://schemas.microsoft.com/office/drawing/2014/main" id="{C1B04773-3F78-59E9-A821-02AFB76E1863}"/>
                </a:ext>
              </a:extLst>
            </p:cNvPr>
            <p:cNvGrpSpPr/>
            <p:nvPr/>
          </p:nvGrpSpPr>
          <p:grpSpPr>
            <a:xfrm>
              <a:off x="1540617" y="851075"/>
              <a:ext cx="3268467" cy="3268467"/>
              <a:chOff x="1155463" y="638306"/>
              <a:chExt cx="2451350" cy="2451350"/>
            </a:xfrm>
          </p:grpSpPr>
          <p:sp>
            <p:nvSpPr>
              <p:cNvPr id="26" name="Google Shape;12;p2">
                <a:extLst>
                  <a:ext uri="{FF2B5EF4-FFF2-40B4-BE49-F238E27FC236}">
                    <a16:creationId xmlns:a16="http://schemas.microsoft.com/office/drawing/2014/main" id="{07AE30FF-3255-F0DE-1547-73491642F491}"/>
                  </a:ext>
                </a:extLst>
              </p:cNvPr>
              <p:cNvSpPr/>
              <p:nvPr/>
            </p:nvSpPr>
            <p:spPr>
              <a:xfrm>
                <a:off x="1386084" y="868926"/>
                <a:ext cx="1989935" cy="1989935"/>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0000">
                  <a:alpha val="18820"/>
                </a:srgb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sp>
            <p:nvSpPr>
              <p:cNvPr id="27" name="Google Shape;13;p2">
                <a:extLst>
                  <a:ext uri="{FF2B5EF4-FFF2-40B4-BE49-F238E27FC236}">
                    <a16:creationId xmlns:a16="http://schemas.microsoft.com/office/drawing/2014/main" id="{7B18B92C-D2A8-D723-4A41-9117EEF7D0E9}"/>
                  </a:ext>
                </a:extLst>
              </p:cNvPr>
              <p:cNvSpPr/>
              <p:nvPr/>
            </p:nvSpPr>
            <p:spPr>
              <a:xfrm>
                <a:off x="1496232" y="979075"/>
                <a:ext cx="1769254" cy="1769254"/>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chemeClr val="tx1">
                  <a:lumMod val="85000"/>
                  <a:lumOff val="15000"/>
                </a:scheme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sp>
            <p:nvSpPr>
              <p:cNvPr id="28" name="Google Shape;14;p2">
                <a:extLst>
                  <a:ext uri="{FF2B5EF4-FFF2-40B4-BE49-F238E27FC236}">
                    <a16:creationId xmlns:a16="http://schemas.microsoft.com/office/drawing/2014/main" id="{C535DEBF-D9C8-D237-087D-A5CF2F7ABBAB}"/>
                  </a:ext>
                </a:extLst>
              </p:cNvPr>
              <p:cNvSpPr/>
              <p:nvPr/>
            </p:nvSpPr>
            <p:spPr>
              <a:xfrm>
                <a:off x="1155463" y="638306"/>
                <a:ext cx="2451350" cy="2451350"/>
              </a:xfrm>
              <a:custGeom>
                <a:avLst>
                  <a:gd name="f11" fmla="val 495"/>
                </a:avLst>
                <a:gdLst>
                  <a:gd name="f1" fmla="val 21600000"/>
                  <a:gd name="f2" fmla="val 10800000"/>
                  <a:gd name="f3" fmla="val 5400000"/>
                  <a:gd name="f4" fmla="val 180"/>
                  <a:gd name="f5" fmla="val w"/>
                  <a:gd name="f6" fmla="val h"/>
                  <a:gd name="f7" fmla="val ss"/>
                  <a:gd name="f8" fmla="val 0"/>
                  <a:gd name="f9" fmla="*/ 5419351 1 1725033"/>
                  <a:gd name="f10" fmla="+- 0 0 21600000"/>
                  <a:gd name="f11" fmla="val 495"/>
                  <a:gd name="f12" fmla="+- 0 0 -360"/>
                  <a:gd name="f13" fmla="+- 0 0 -180"/>
                  <a:gd name="f14" fmla="abs f5"/>
                  <a:gd name="f15" fmla="abs f6"/>
                  <a:gd name="f16" fmla="abs f7"/>
                  <a:gd name="f17" fmla="val f8"/>
                  <a:gd name="f18" fmla="val f11"/>
                  <a:gd name="f19" fmla="+- 2700000 f3 0"/>
                  <a:gd name="f20" fmla="*/ f12 f2 1"/>
                  <a:gd name="f21" fmla="*/ f13 f2 1"/>
                  <a:gd name="f22" fmla="?: f14 f5 1"/>
                  <a:gd name="f23" fmla="?: f15 f6 1"/>
                  <a:gd name="f24" fmla="?: f16 f7 1"/>
                  <a:gd name="f25" fmla="*/ f19 f9 1"/>
                  <a:gd name="f26" fmla="*/ f20 1 f4"/>
                  <a:gd name="f27" fmla="*/ f21 1 f4"/>
                  <a:gd name="f28" fmla="*/ f22 1 21600"/>
                  <a:gd name="f29" fmla="*/ f23 1 21600"/>
                  <a:gd name="f30" fmla="*/ 21600 f22 1"/>
                  <a:gd name="f31" fmla="*/ 21600 f23 1"/>
                  <a:gd name="f32" fmla="*/ f25 1 f2"/>
                  <a:gd name="f33" fmla="+- f26 0 f3"/>
                  <a:gd name="f34" fmla="+- f27 0 f3"/>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2 1"/>
                  <a:gd name="f46" fmla="*/ f43 1 2"/>
                  <a:gd name="f47" fmla="*/ f44 1 2"/>
                  <a:gd name="f48" fmla="min f44 f43"/>
                  <a:gd name="f49" fmla="*/ f45 1 f9"/>
                  <a:gd name="f50" fmla="+- f17 f46 0"/>
                  <a:gd name="f51" fmla="+- f17 f47 0"/>
                  <a:gd name="f52" fmla="*/ f48 f18 1"/>
                  <a:gd name="f53" fmla="+- f49 0 f3"/>
                  <a:gd name="f54" fmla="*/ f47 f35 1"/>
                  <a:gd name="f55" fmla="*/ f46 f35 1"/>
                  <a:gd name="f56" fmla="*/ f52 1 100000"/>
                  <a:gd name="f57" fmla="cos 1 f53"/>
                  <a:gd name="f58" fmla="sin 1 f53"/>
                  <a:gd name="f59" fmla="*/ f50 f35 1"/>
                  <a:gd name="f60" fmla="+- f47 0 f56"/>
                  <a:gd name="f61" fmla="+- f46 0 f56"/>
                  <a:gd name="f62" fmla="+- 0 0 f57"/>
                  <a:gd name="f63" fmla="+- 0 0 f58"/>
                  <a:gd name="f64" fmla="*/ f56 f35 1"/>
                  <a:gd name="f65" fmla="+- 0 0 f62"/>
                  <a:gd name="f66" fmla="+- 0 0 f63"/>
                  <a:gd name="f67" fmla="*/ f60 f35 1"/>
                  <a:gd name="f68" fmla="*/ f61 f35 1"/>
                  <a:gd name="f69" fmla="*/ f65 f47 1"/>
                  <a:gd name="f70" fmla="*/ f66 f46 1"/>
                  <a:gd name="f71" fmla="+- f51 0 f69"/>
                  <a:gd name="f72" fmla="+- f51 f69 0"/>
                  <a:gd name="f73" fmla="+- f50 0 f70"/>
                  <a:gd name="f74" fmla="+- f50 f70 0"/>
                  <a:gd name="f75" fmla="*/ f71 f35 1"/>
                  <a:gd name="f76" fmla="*/ f73 f35 1"/>
                  <a:gd name="f77" fmla="*/ f72 f35 1"/>
                  <a:gd name="f78" fmla="*/ f74 f35 1"/>
                </a:gdLst>
                <a:ahLst/>
                <a:cxnLst>
                  <a:cxn ang="3cd4">
                    <a:pos x="hc" y="t"/>
                  </a:cxn>
                  <a:cxn ang="0">
                    <a:pos x="r" y="vc"/>
                  </a:cxn>
                  <a:cxn ang="cd4">
                    <a:pos x="hc" y="b"/>
                  </a:cxn>
                  <a:cxn ang="cd2">
                    <a:pos x="l" y="vc"/>
                  </a:cxn>
                  <a:cxn ang="f33">
                    <a:pos x="f75" y="f76"/>
                  </a:cxn>
                  <a:cxn ang="f34">
                    <a:pos x="f75" y="f78"/>
                  </a:cxn>
                  <a:cxn ang="f34">
                    <a:pos x="f77" y="f78"/>
                  </a:cxn>
                  <a:cxn ang="f33">
                    <a:pos x="f77" y="f76"/>
                  </a:cxn>
                </a:cxnLst>
                <a:rect l="f75" t="f76" r="f77" b="f78"/>
                <a:pathLst>
                  <a:path>
                    <a:moveTo>
                      <a:pt x="f42" y="f59"/>
                    </a:moveTo>
                    <a:arcTo wR="f54" hR="f55" stAng="f2" swAng="f1"/>
                    <a:close/>
                    <a:moveTo>
                      <a:pt x="f64" y="f59"/>
                    </a:moveTo>
                    <a:arcTo wR="f67" hR="f68" stAng="f2" swAng="f10"/>
                    <a:close/>
                  </a:path>
                </a:pathLst>
              </a:custGeom>
              <a:solidFill>
                <a:srgbClr val="000000">
                  <a:alpha val="6539"/>
                </a:srgb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grpSp>
        <p:pic>
          <p:nvPicPr>
            <p:cNvPr id="23" name="Imagen 19">
              <a:extLst>
                <a:ext uri="{FF2B5EF4-FFF2-40B4-BE49-F238E27FC236}">
                  <a16:creationId xmlns:a16="http://schemas.microsoft.com/office/drawing/2014/main" id="{D24206BB-C36E-7255-CB04-6B1E59B47709}"/>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2696695" y="1430822"/>
              <a:ext cx="955567" cy="955567"/>
            </a:xfrm>
            <a:prstGeom prst="rect">
              <a:avLst/>
            </a:prstGeom>
          </p:spPr>
        </p:pic>
        <p:pic>
          <p:nvPicPr>
            <p:cNvPr id="24" name="Picture 23">
              <a:extLst>
                <a:ext uri="{FF2B5EF4-FFF2-40B4-BE49-F238E27FC236}">
                  <a16:creationId xmlns:a16="http://schemas.microsoft.com/office/drawing/2014/main" id="{F07BD64A-5D6F-6793-44C4-D05B383EF4B5}"/>
                </a:ext>
              </a:extLst>
            </p:cNvPr>
            <p:cNvPicPr>
              <a:picLocks noChangeAspect="1"/>
            </p:cNvPicPr>
            <p:nvPr/>
          </p:nvPicPr>
          <p:blipFill>
            <a:blip r:embed="rId8"/>
            <a:stretch>
              <a:fillRect/>
            </a:stretch>
          </p:blipFill>
          <p:spPr>
            <a:xfrm>
              <a:off x="2169306" y="2325658"/>
              <a:ext cx="1054778" cy="1053899"/>
            </a:xfrm>
            <a:prstGeom prst="rect">
              <a:avLst/>
            </a:prstGeom>
          </p:spPr>
        </p:pic>
        <p:pic>
          <p:nvPicPr>
            <p:cNvPr id="25" name="Picture 4" descr="Xbox Logo png transparent">
              <a:extLst>
                <a:ext uri="{FF2B5EF4-FFF2-40B4-BE49-F238E27FC236}">
                  <a16:creationId xmlns:a16="http://schemas.microsoft.com/office/drawing/2014/main" id="{272632C0-14B0-84A9-30CB-D03183F8C0D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78181" y="2386389"/>
              <a:ext cx="886721" cy="876776"/>
            </a:xfrm>
            <a:prstGeom prst="rect">
              <a:avLst/>
            </a:prstGeom>
            <a:noFill/>
            <a:extLst>
              <a:ext uri="{909E8E84-426E-40DD-AFC4-6F175D3DCCD1}">
                <a14:hiddenFill xmlns:a14="http://schemas.microsoft.com/office/drawing/2010/main">
                  <a:solidFill>
                    <a:srgbClr val="FFFFFF"/>
                  </a:solidFill>
                </a14:hiddenFill>
              </a:ext>
            </a:extLst>
          </p:spPr>
        </p:pic>
      </p:grpSp>
      <p:pic>
        <p:nvPicPr>
          <p:cNvPr id="38" name="Graphic 37">
            <a:extLst>
              <a:ext uri="{FF2B5EF4-FFF2-40B4-BE49-F238E27FC236}">
                <a16:creationId xmlns:a16="http://schemas.microsoft.com/office/drawing/2014/main" id="{0EFB4F2A-7710-82EC-0D2A-3B9F6B4EE1A0}"/>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10"/>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630900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 name="Content Placeholder 2">
            <a:extLst>
              <a:ext uri="{FF2B5EF4-FFF2-40B4-BE49-F238E27FC236}">
                <a16:creationId xmlns:a16="http://schemas.microsoft.com/office/drawing/2014/main" id="{62B4B7B7-DB8B-D9E8-42D6-BF4038AFE9F4}"/>
              </a:ext>
            </a:extLst>
          </p:cNvPr>
          <p:cNvGraphicFramePr>
            <a:graphicFrameLocks noGrp="1"/>
          </p:cNvGraphicFramePr>
          <p:nvPr>
            <p:ph idx="1"/>
            <p:extLst>
              <p:ext uri="{D42A27DB-BD31-4B8C-83A1-F6EECF244321}">
                <p14:modId xmlns:p14="http://schemas.microsoft.com/office/powerpoint/2010/main" val="192081474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7">
            <a:extLst>
              <a:ext uri="{FF2B5EF4-FFF2-40B4-BE49-F238E27FC236}">
                <a16:creationId xmlns:a16="http://schemas.microsoft.com/office/drawing/2014/main" id="{A7C3F87A-EAAB-9782-7EB8-4114E6DDE72B}"/>
              </a:ext>
            </a:extLst>
          </p:cNvPr>
          <p:cNvSpPr txBox="1"/>
          <p:nvPr/>
        </p:nvSpPr>
        <p:spPr>
          <a:xfrm>
            <a:off x="1087909" y="250199"/>
            <a:ext cx="7581472" cy="553998"/>
          </a:xfrm>
          <a:prstGeom prst="rect">
            <a:avLst/>
          </a:prstGeom>
          <a:noFill/>
        </p:spPr>
        <p:txBody>
          <a:bodyPr wrap="square" rtlCol="0" anchor="ctr">
            <a:spAutoFit/>
          </a:bodyPr>
          <a:lstStyle/>
          <a:p>
            <a:r>
              <a:rPr lang="en-US" sz="3000" dirty="0">
                <a:solidFill>
                  <a:srgbClr val="272936"/>
                </a:solidFill>
                <a:latin typeface="Century Gothic" panose="020B0502020202020204" pitchFamily="34" charset="0"/>
              </a:rPr>
              <a:t>How the game Dashboard came to be.</a:t>
            </a:r>
          </a:p>
        </p:txBody>
      </p:sp>
      <p:sp>
        <p:nvSpPr>
          <p:cNvPr id="7" name="TextBox 10">
            <a:extLst>
              <a:ext uri="{FF2B5EF4-FFF2-40B4-BE49-F238E27FC236}">
                <a16:creationId xmlns:a16="http://schemas.microsoft.com/office/drawing/2014/main" id="{72B980AA-C671-2099-8D9A-EDD2FF4C3AF4}"/>
              </a:ext>
            </a:extLst>
          </p:cNvPr>
          <p:cNvSpPr txBox="1"/>
          <p:nvPr/>
        </p:nvSpPr>
        <p:spPr>
          <a:xfrm>
            <a:off x="1324801" y="855684"/>
            <a:ext cx="3214033" cy="307777"/>
          </a:xfrm>
          <a:prstGeom prst="rect">
            <a:avLst/>
          </a:prstGeom>
          <a:noFill/>
        </p:spPr>
        <p:txBody>
          <a:bodyPr wrap="square" lIns="108000" rIns="108000" rtlCol="0">
            <a:spAutoFit/>
          </a:bodyPr>
          <a:lstStyle/>
          <a:p>
            <a:r>
              <a:rPr lang="en-US" altLang="ko-KR" sz="1400" spc="600" dirty="0">
                <a:solidFill>
                  <a:srgbClr val="9E9CB4"/>
                </a:solidFill>
                <a:latin typeface="Century Gothic" panose="020B0502020202020204" pitchFamily="34" charset="0"/>
                <a:cs typeface="Arial" panose="020B0604020202020204" pitchFamily="34" charset="0"/>
              </a:rPr>
              <a:t>Motivation</a:t>
            </a:r>
            <a:endParaRPr lang="ko-KR" altLang="en-US" sz="1400" spc="600" dirty="0">
              <a:solidFill>
                <a:srgbClr val="9E9CB4"/>
              </a:solidFill>
              <a:latin typeface="Century Gothic" panose="020B0502020202020204" pitchFamily="34" charset="0"/>
              <a:cs typeface="Arial" panose="020B0604020202020204" pitchFamily="34" charset="0"/>
            </a:endParaRPr>
          </a:p>
        </p:txBody>
      </p:sp>
      <p:sp>
        <p:nvSpPr>
          <p:cNvPr id="8" name="Forma libre: forma 65">
            <a:extLst>
              <a:ext uri="{FF2B5EF4-FFF2-40B4-BE49-F238E27FC236}">
                <a16:creationId xmlns:a16="http://schemas.microsoft.com/office/drawing/2014/main" id="{DED2DCE8-B3AB-06A0-23AC-97DF1225A945}"/>
              </a:ext>
            </a:extLst>
          </p:cNvPr>
          <p:cNvSpPr/>
          <p:nvPr/>
        </p:nvSpPr>
        <p:spPr>
          <a:xfrm>
            <a:off x="506706" y="286751"/>
            <a:ext cx="567229" cy="319634"/>
          </a:xfrm>
          <a:custGeom>
            <a:avLst/>
            <a:gdLst>
              <a:gd name="connsiteX0" fmla="*/ 283657 w 567229"/>
              <a:gd name="connsiteY0" fmla="*/ 258695 h 319634"/>
              <a:gd name="connsiteX1" fmla="*/ 40974 w 567229"/>
              <a:gd name="connsiteY1" fmla="*/ 258695 h 319634"/>
              <a:gd name="connsiteX2" fmla="*/ 30668 w 567229"/>
              <a:gd name="connsiteY2" fmla="*/ 268702 h 319634"/>
              <a:gd name="connsiteX3" fmla="*/ 30609 w 567229"/>
              <a:gd name="connsiteY3" fmla="*/ 281876 h 319634"/>
              <a:gd name="connsiteX4" fmla="*/ 37898 w 567229"/>
              <a:gd name="connsiteY4" fmla="*/ 289135 h 319634"/>
              <a:gd name="connsiteX5" fmla="*/ 92624 w 567229"/>
              <a:gd name="connsiteY5" fmla="*/ 289075 h 319634"/>
              <a:gd name="connsiteX6" fmla="*/ 97881 w 567229"/>
              <a:gd name="connsiteY6" fmla="*/ 297081 h 319634"/>
              <a:gd name="connsiteX7" fmla="*/ 94058 w 567229"/>
              <a:gd name="connsiteY7" fmla="*/ 313660 h 319634"/>
              <a:gd name="connsiteX8" fmla="*/ 88113 w 567229"/>
              <a:gd name="connsiteY8" fmla="*/ 319575 h 319634"/>
              <a:gd name="connsiteX9" fmla="*/ 17555 w 567229"/>
              <a:gd name="connsiteY9" fmla="*/ 319425 h 319634"/>
              <a:gd name="connsiteX10" fmla="*/ 348 w 567229"/>
              <a:gd name="connsiteY10" fmla="*/ 302189 h 319634"/>
              <a:gd name="connsiteX11" fmla="*/ 348 w 567229"/>
              <a:gd name="connsiteY11" fmla="*/ 244834 h 319634"/>
              <a:gd name="connsiteX12" fmla="*/ 14956 w 567229"/>
              <a:gd name="connsiteY12" fmla="*/ 228643 h 319634"/>
              <a:gd name="connsiteX13" fmla="*/ 22334 w 567229"/>
              <a:gd name="connsiteY13" fmla="*/ 221175 h 319634"/>
              <a:gd name="connsiteX14" fmla="*/ 57643 w 567229"/>
              <a:gd name="connsiteY14" fmla="*/ 64316 h 319634"/>
              <a:gd name="connsiteX15" fmla="*/ 139254 w 567229"/>
              <a:gd name="connsiteY15" fmla="*/ 120 h 319634"/>
              <a:gd name="connsiteX16" fmla="*/ 423490 w 567229"/>
              <a:gd name="connsiteY16" fmla="*/ 0 h 319634"/>
              <a:gd name="connsiteX17" fmla="*/ 516004 w 567229"/>
              <a:gd name="connsiteY17" fmla="*/ 74860 h 319634"/>
              <a:gd name="connsiteX18" fmla="*/ 537393 w 567229"/>
              <a:gd name="connsiteY18" fmla="*/ 172692 h 319634"/>
              <a:gd name="connsiteX19" fmla="*/ 547938 w 567229"/>
              <a:gd name="connsiteY19" fmla="*/ 221623 h 319634"/>
              <a:gd name="connsiteX20" fmla="*/ 554808 w 567229"/>
              <a:gd name="connsiteY20" fmla="*/ 229181 h 319634"/>
              <a:gd name="connsiteX21" fmla="*/ 566907 w 567229"/>
              <a:gd name="connsiteY21" fmla="*/ 244565 h 319634"/>
              <a:gd name="connsiteX22" fmla="*/ 566787 w 567229"/>
              <a:gd name="connsiteY22" fmla="*/ 303234 h 319634"/>
              <a:gd name="connsiteX23" fmla="*/ 548326 w 567229"/>
              <a:gd name="connsiteY23" fmla="*/ 319485 h 319634"/>
              <a:gd name="connsiteX24" fmla="*/ 314874 w 567229"/>
              <a:gd name="connsiteY24" fmla="*/ 319634 h 319634"/>
              <a:gd name="connsiteX25" fmla="*/ 305852 w 567229"/>
              <a:gd name="connsiteY25" fmla="*/ 311031 h 319634"/>
              <a:gd name="connsiteX26" fmla="*/ 301043 w 567229"/>
              <a:gd name="connsiteY26" fmla="*/ 294064 h 319634"/>
              <a:gd name="connsiteX27" fmla="*/ 304090 w 567229"/>
              <a:gd name="connsiteY27" fmla="*/ 289075 h 319634"/>
              <a:gd name="connsiteX28" fmla="*/ 309377 w 567229"/>
              <a:gd name="connsiteY28" fmla="*/ 289015 h 319634"/>
              <a:gd name="connsiteX29" fmla="*/ 526340 w 567229"/>
              <a:gd name="connsiteY29" fmla="*/ 289045 h 319634"/>
              <a:gd name="connsiteX30" fmla="*/ 536795 w 567229"/>
              <a:gd name="connsiteY30" fmla="*/ 278440 h 319634"/>
              <a:gd name="connsiteX31" fmla="*/ 517080 w 567229"/>
              <a:gd name="connsiteY31" fmla="*/ 258665 h 319634"/>
              <a:gd name="connsiteX32" fmla="*/ 283627 w 567229"/>
              <a:gd name="connsiteY32" fmla="*/ 258665 h 319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67229" h="319634">
                <a:moveTo>
                  <a:pt x="283657" y="258695"/>
                </a:moveTo>
                <a:cubicBezTo>
                  <a:pt x="202763" y="258695"/>
                  <a:pt x="121869" y="258695"/>
                  <a:pt x="40974" y="258695"/>
                </a:cubicBezTo>
                <a:cubicBezTo>
                  <a:pt x="34104" y="258695"/>
                  <a:pt x="30668" y="262031"/>
                  <a:pt x="30668" y="268702"/>
                </a:cubicBezTo>
                <a:cubicBezTo>
                  <a:pt x="30668" y="273093"/>
                  <a:pt x="30937" y="277514"/>
                  <a:pt x="30609" y="281876"/>
                </a:cubicBezTo>
                <a:cubicBezTo>
                  <a:pt x="30220" y="287372"/>
                  <a:pt x="32521" y="289194"/>
                  <a:pt x="37898" y="289135"/>
                </a:cubicBezTo>
                <a:cubicBezTo>
                  <a:pt x="56150" y="288926"/>
                  <a:pt x="74402" y="289045"/>
                  <a:pt x="92624" y="289075"/>
                </a:cubicBezTo>
                <a:cubicBezTo>
                  <a:pt x="101436" y="289075"/>
                  <a:pt x="101436" y="289135"/>
                  <a:pt x="97881" y="297081"/>
                </a:cubicBezTo>
                <a:cubicBezTo>
                  <a:pt x="95521" y="302338"/>
                  <a:pt x="94028" y="307865"/>
                  <a:pt x="94058" y="313660"/>
                </a:cubicBezTo>
                <a:cubicBezTo>
                  <a:pt x="94058" y="317812"/>
                  <a:pt x="92295" y="319604"/>
                  <a:pt x="88113" y="319575"/>
                </a:cubicBezTo>
                <a:cubicBezTo>
                  <a:pt x="64603" y="319485"/>
                  <a:pt x="41064" y="319694"/>
                  <a:pt x="17555" y="319425"/>
                </a:cubicBezTo>
                <a:cubicBezTo>
                  <a:pt x="7547" y="319306"/>
                  <a:pt x="617" y="312674"/>
                  <a:pt x="348" y="302189"/>
                </a:cubicBezTo>
                <a:cubicBezTo>
                  <a:pt x="-160" y="283071"/>
                  <a:pt x="-70" y="263952"/>
                  <a:pt x="348" y="244834"/>
                </a:cubicBezTo>
                <a:cubicBezTo>
                  <a:pt x="557" y="235992"/>
                  <a:pt x="6173" y="230017"/>
                  <a:pt x="14956" y="228643"/>
                </a:cubicBezTo>
                <a:cubicBezTo>
                  <a:pt x="19825" y="227896"/>
                  <a:pt x="21348" y="225656"/>
                  <a:pt x="22334" y="221175"/>
                </a:cubicBezTo>
                <a:cubicBezTo>
                  <a:pt x="33925" y="168869"/>
                  <a:pt x="45396" y="116503"/>
                  <a:pt x="57643" y="64316"/>
                </a:cubicBezTo>
                <a:cubicBezTo>
                  <a:pt x="66605" y="26109"/>
                  <a:pt x="100032" y="180"/>
                  <a:pt x="139254" y="120"/>
                </a:cubicBezTo>
                <a:cubicBezTo>
                  <a:pt x="234009" y="0"/>
                  <a:pt x="328735" y="210"/>
                  <a:pt x="423490" y="0"/>
                </a:cubicBezTo>
                <a:cubicBezTo>
                  <a:pt x="474034" y="-119"/>
                  <a:pt x="505728" y="25452"/>
                  <a:pt x="516004" y="74860"/>
                </a:cubicBezTo>
                <a:cubicBezTo>
                  <a:pt x="522785" y="107541"/>
                  <a:pt x="530253" y="140072"/>
                  <a:pt x="537393" y="172692"/>
                </a:cubicBezTo>
                <a:cubicBezTo>
                  <a:pt x="540948" y="189003"/>
                  <a:pt x="544562" y="205283"/>
                  <a:pt x="547938" y="221623"/>
                </a:cubicBezTo>
                <a:cubicBezTo>
                  <a:pt x="548774" y="225716"/>
                  <a:pt x="550507" y="228106"/>
                  <a:pt x="554808" y="229181"/>
                </a:cubicBezTo>
                <a:cubicBezTo>
                  <a:pt x="562575" y="231153"/>
                  <a:pt x="566787" y="236828"/>
                  <a:pt x="566907" y="244565"/>
                </a:cubicBezTo>
                <a:cubicBezTo>
                  <a:pt x="567235" y="264102"/>
                  <a:pt x="567474" y="283698"/>
                  <a:pt x="566787" y="303234"/>
                </a:cubicBezTo>
                <a:cubicBezTo>
                  <a:pt x="566399" y="314108"/>
                  <a:pt x="559498" y="319485"/>
                  <a:pt x="548326" y="319485"/>
                </a:cubicBezTo>
                <a:cubicBezTo>
                  <a:pt x="470509" y="319515"/>
                  <a:pt x="392691" y="319455"/>
                  <a:pt x="314874" y="319634"/>
                </a:cubicBezTo>
                <a:cubicBezTo>
                  <a:pt x="308392" y="319634"/>
                  <a:pt x="305703" y="317693"/>
                  <a:pt x="305852" y="311031"/>
                </a:cubicBezTo>
                <a:cubicBezTo>
                  <a:pt x="306002" y="305027"/>
                  <a:pt x="303821" y="299381"/>
                  <a:pt x="301043" y="294064"/>
                </a:cubicBezTo>
                <a:cubicBezTo>
                  <a:pt x="299221" y="290569"/>
                  <a:pt x="300565" y="289194"/>
                  <a:pt x="304090" y="289075"/>
                </a:cubicBezTo>
                <a:cubicBezTo>
                  <a:pt x="305852" y="289015"/>
                  <a:pt x="307615" y="289015"/>
                  <a:pt x="309377" y="289015"/>
                </a:cubicBezTo>
                <a:cubicBezTo>
                  <a:pt x="381698" y="289015"/>
                  <a:pt x="454019" y="289015"/>
                  <a:pt x="526340" y="289045"/>
                </a:cubicBezTo>
                <a:cubicBezTo>
                  <a:pt x="533309" y="289045"/>
                  <a:pt x="536795" y="285510"/>
                  <a:pt x="536795" y="278440"/>
                </a:cubicBezTo>
                <a:cubicBezTo>
                  <a:pt x="536816" y="265257"/>
                  <a:pt x="530244" y="258665"/>
                  <a:pt x="517080" y="258665"/>
                </a:cubicBezTo>
                <a:cubicBezTo>
                  <a:pt x="439262" y="258665"/>
                  <a:pt x="361445" y="258665"/>
                  <a:pt x="283627" y="258665"/>
                </a:cubicBezTo>
                <a:close/>
              </a:path>
            </a:pathLst>
          </a:custGeom>
          <a:solidFill>
            <a:srgbClr val="000000"/>
          </a:solidFill>
          <a:ln w="2970" cap="flat">
            <a:noFill/>
            <a:prstDash val="solid"/>
            <a:miter/>
          </a:ln>
        </p:spPr>
        <p:txBody>
          <a:bodyPr rtlCol="0" anchor="ctr"/>
          <a:lstStyle/>
          <a:p>
            <a:endParaRPr lang="LID4096"/>
          </a:p>
        </p:txBody>
      </p:sp>
      <p:grpSp>
        <p:nvGrpSpPr>
          <p:cNvPr id="9" name="Grupo 66">
            <a:extLst>
              <a:ext uri="{FF2B5EF4-FFF2-40B4-BE49-F238E27FC236}">
                <a16:creationId xmlns:a16="http://schemas.microsoft.com/office/drawing/2014/main" id="{293F4734-2281-81C7-C855-A60C8F2CE181}"/>
              </a:ext>
            </a:extLst>
          </p:cNvPr>
          <p:cNvGrpSpPr/>
          <p:nvPr/>
        </p:nvGrpSpPr>
        <p:grpSpPr>
          <a:xfrm>
            <a:off x="241063" y="584897"/>
            <a:ext cx="545369" cy="495206"/>
            <a:chOff x="119056" y="424744"/>
            <a:chExt cx="545369" cy="495206"/>
          </a:xfrm>
        </p:grpSpPr>
        <p:sp>
          <p:nvSpPr>
            <p:cNvPr id="10" name="Forma libre: forma 67">
              <a:extLst>
                <a:ext uri="{FF2B5EF4-FFF2-40B4-BE49-F238E27FC236}">
                  <a16:creationId xmlns:a16="http://schemas.microsoft.com/office/drawing/2014/main" id="{C42AA3CC-2B3D-5433-34F1-1A2C514922F4}"/>
                </a:ext>
              </a:extLst>
            </p:cNvPr>
            <p:cNvSpPr/>
            <p:nvPr/>
          </p:nvSpPr>
          <p:spPr>
            <a:xfrm>
              <a:off x="119056" y="424744"/>
              <a:ext cx="545369" cy="495206"/>
            </a:xfrm>
            <a:custGeom>
              <a:avLst/>
              <a:gdLst>
                <a:gd name="connsiteX0" fmla="*/ 466404 w 545369"/>
                <a:gd name="connsiteY0" fmla="*/ 40 h 495206"/>
                <a:gd name="connsiteX1" fmla="*/ 525761 w 545369"/>
                <a:gd name="connsiteY1" fmla="*/ 40 h 495206"/>
                <a:gd name="connsiteX2" fmla="*/ 544998 w 545369"/>
                <a:gd name="connsiteY2" fmla="*/ 17665 h 495206"/>
                <a:gd name="connsiteX3" fmla="*/ 544371 w 545369"/>
                <a:gd name="connsiteY3" fmla="*/ 64385 h 495206"/>
                <a:gd name="connsiteX4" fmla="*/ 527852 w 545369"/>
                <a:gd name="connsiteY4" fmla="*/ 78156 h 495206"/>
                <a:gd name="connsiteX5" fmla="*/ 492901 w 545369"/>
                <a:gd name="connsiteY5" fmla="*/ 78066 h 495206"/>
                <a:gd name="connsiteX6" fmla="*/ 480892 w 545369"/>
                <a:gd name="connsiteY6" fmla="*/ 86849 h 495206"/>
                <a:gd name="connsiteX7" fmla="*/ 461774 w 545369"/>
                <a:gd name="connsiteY7" fmla="*/ 145040 h 495206"/>
                <a:gd name="connsiteX8" fmla="*/ 370066 w 545369"/>
                <a:gd name="connsiteY8" fmla="*/ 195196 h 495206"/>
                <a:gd name="connsiteX9" fmla="*/ 302316 w 545369"/>
                <a:gd name="connsiteY9" fmla="*/ 151881 h 495206"/>
                <a:gd name="connsiteX10" fmla="*/ 264258 w 545369"/>
                <a:gd name="connsiteY10" fmla="*/ 144741 h 495206"/>
                <a:gd name="connsiteX11" fmla="*/ 237104 w 545369"/>
                <a:gd name="connsiteY11" fmla="*/ 177900 h 495206"/>
                <a:gd name="connsiteX12" fmla="*/ 239285 w 545369"/>
                <a:gd name="connsiteY12" fmla="*/ 183247 h 495206"/>
                <a:gd name="connsiteX13" fmla="*/ 254161 w 545369"/>
                <a:gd name="connsiteY13" fmla="*/ 199736 h 495206"/>
                <a:gd name="connsiteX14" fmla="*/ 260435 w 545369"/>
                <a:gd name="connsiteY14" fmla="*/ 203978 h 495206"/>
                <a:gd name="connsiteX15" fmla="*/ 280121 w 545369"/>
                <a:gd name="connsiteY15" fmla="*/ 205472 h 495206"/>
                <a:gd name="connsiteX16" fmla="*/ 285557 w 545369"/>
                <a:gd name="connsiteY16" fmla="*/ 201111 h 495206"/>
                <a:gd name="connsiteX17" fmla="*/ 303511 w 545369"/>
                <a:gd name="connsiteY17" fmla="*/ 183277 h 495206"/>
                <a:gd name="connsiteX18" fmla="*/ 326721 w 545369"/>
                <a:gd name="connsiteY18" fmla="*/ 195704 h 495206"/>
                <a:gd name="connsiteX19" fmla="*/ 335892 w 545369"/>
                <a:gd name="connsiteY19" fmla="*/ 199079 h 495206"/>
                <a:gd name="connsiteX20" fmla="*/ 387302 w 545369"/>
                <a:gd name="connsiteY20" fmla="*/ 220587 h 495206"/>
                <a:gd name="connsiteX21" fmla="*/ 402985 w 545369"/>
                <a:gd name="connsiteY21" fmla="*/ 263484 h 495206"/>
                <a:gd name="connsiteX22" fmla="*/ 430946 w 545369"/>
                <a:gd name="connsiteY22" fmla="*/ 400538 h 495206"/>
                <a:gd name="connsiteX23" fmla="*/ 412156 w 545369"/>
                <a:gd name="connsiteY23" fmla="*/ 470917 h 495206"/>
                <a:gd name="connsiteX24" fmla="*/ 362658 w 545369"/>
                <a:gd name="connsiteY24" fmla="*/ 493710 h 495206"/>
                <a:gd name="connsiteX25" fmla="*/ 297805 w 545369"/>
                <a:gd name="connsiteY25" fmla="*/ 439253 h 495206"/>
                <a:gd name="connsiteX26" fmla="*/ 265005 w 545369"/>
                <a:gd name="connsiteY26" fmla="*/ 400927 h 495206"/>
                <a:gd name="connsiteX27" fmla="*/ 228202 w 545369"/>
                <a:gd name="connsiteY27" fmla="*/ 397939 h 495206"/>
                <a:gd name="connsiteX28" fmla="*/ 205529 w 545369"/>
                <a:gd name="connsiteY28" fmla="*/ 397282 h 495206"/>
                <a:gd name="connsiteX29" fmla="*/ 142200 w 545369"/>
                <a:gd name="connsiteY29" fmla="*/ 422614 h 495206"/>
                <a:gd name="connsiteX30" fmla="*/ 137181 w 545369"/>
                <a:gd name="connsiteY30" fmla="*/ 440866 h 495206"/>
                <a:gd name="connsiteX31" fmla="*/ 59065 w 545369"/>
                <a:gd name="connsiteY31" fmla="*/ 493829 h 495206"/>
                <a:gd name="connsiteX32" fmla="*/ 247 w 545369"/>
                <a:gd name="connsiteY32" fmla="*/ 418312 h 495206"/>
                <a:gd name="connsiteX33" fmla="*/ 6490 w 545369"/>
                <a:gd name="connsiteY33" fmla="*/ 393458 h 495206"/>
                <a:gd name="connsiteX34" fmla="*/ 28267 w 545369"/>
                <a:gd name="connsiteY34" fmla="*/ 271848 h 495206"/>
                <a:gd name="connsiteX35" fmla="*/ 39140 w 545369"/>
                <a:gd name="connsiteY35" fmla="*/ 228414 h 495206"/>
                <a:gd name="connsiteX36" fmla="*/ 96645 w 545369"/>
                <a:gd name="connsiteY36" fmla="*/ 200394 h 495206"/>
                <a:gd name="connsiteX37" fmla="*/ 109908 w 545369"/>
                <a:gd name="connsiteY37" fmla="*/ 193732 h 495206"/>
                <a:gd name="connsiteX38" fmla="*/ 131506 w 545369"/>
                <a:gd name="connsiteY38" fmla="*/ 184531 h 495206"/>
                <a:gd name="connsiteX39" fmla="*/ 148145 w 545369"/>
                <a:gd name="connsiteY39" fmla="*/ 199527 h 495206"/>
                <a:gd name="connsiteX40" fmla="*/ 156539 w 545369"/>
                <a:gd name="connsiteY40" fmla="*/ 205412 h 495206"/>
                <a:gd name="connsiteX41" fmla="*/ 167651 w 545369"/>
                <a:gd name="connsiteY41" fmla="*/ 204217 h 495206"/>
                <a:gd name="connsiteX42" fmla="*/ 180526 w 545369"/>
                <a:gd name="connsiteY42" fmla="*/ 195853 h 495206"/>
                <a:gd name="connsiteX43" fmla="*/ 196299 w 545369"/>
                <a:gd name="connsiteY43" fmla="*/ 181305 h 495206"/>
                <a:gd name="connsiteX44" fmla="*/ 200720 w 545369"/>
                <a:gd name="connsiteY44" fmla="*/ 176137 h 495206"/>
                <a:gd name="connsiteX45" fmla="*/ 223214 w 545369"/>
                <a:gd name="connsiteY45" fmla="*/ 138379 h 495206"/>
                <a:gd name="connsiteX46" fmla="*/ 270352 w 545369"/>
                <a:gd name="connsiteY46" fmla="*/ 113644 h 495206"/>
                <a:gd name="connsiteX47" fmla="*/ 316923 w 545369"/>
                <a:gd name="connsiteY47" fmla="*/ 128252 h 495206"/>
                <a:gd name="connsiteX48" fmla="*/ 357550 w 545369"/>
                <a:gd name="connsiteY48" fmla="*/ 158513 h 495206"/>
                <a:gd name="connsiteX49" fmla="*/ 420013 w 545369"/>
                <a:gd name="connsiteY49" fmla="*/ 157318 h 495206"/>
                <a:gd name="connsiteX50" fmla="*/ 448481 w 545369"/>
                <a:gd name="connsiteY50" fmla="*/ 118782 h 495206"/>
                <a:gd name="connsiteX51" fmla="*/ 450184 w 545369"/>
                <a:gd name="connsiteY51" fmla="*/ 83951 h 495206"/>
                <a:gd name="connsiteX52" fmla="*/ 444269 w 545369"/>
                <a:gd name="connsiteY52" fmla="*/ 78186 h 495206"/>
                <a:gd name="connsiteX53" fmla="*/ 405345 w 545369"/>
                <a:gd name="connsiteY53" fmla="*/ 78186 h 495206"/>
                <a:gd name="connsiteX54" fmla="*/ 386556 w 545369"/>
                <a:gd name="connsiteY54" fmla="*/ 59426 h 495206"/>
                <a:gd name="connsiteX55" fmla="*/ 386556 w 545369"/>
                <a:gd name="connsiteY55" fmla="*/ 19188 h 495206"/>
                <a:gd name="connsiteX56" fmla="*/ 405614 w 545369"/>
                <a:gd name="connsiteY56" fmla="*/ 40 h 495206"/>
                <a:gd name="connsiteX57" fmla="*/ 466285 w 545369"/>
                <a:gd name="connsiteY57" fmla="*/ 40 h 495206"/>
                <a:gd name="connsiteX58" fmla="*/ 81051 w 545369"/>
                <a:gd name="connsiteY58" fmla="*/ 307635 h 495206"/>
                <a:gd name="connsiteX59" fmla="*/ 127921 w 545369"/>
                <a:gd name="connsiteY59" fmla="*/ 354624 h 495206"/>
                <a:gd name="connsiteX60" fmla="*/ 174671 w 545369"/>
                <a:gd name="connsiteY60" fmla="*/ 307576 h 495206"/>
                <a:gd name="connsiteX61" fmla="*/ 127533 w 545369"/>
                <a:gd name="connsiteY61" fmla="*/ 260377 h 495206"/>
                <a:gd name="connsiteX62" fmla="*/ 81051 w 545369"/>
                <a:gd name="connsiteY62" fmla="*/ 307665 h 495206"/>
                <a:gd name="connsiteX63" fmla="*/ 305393 w 545369"/>
                <a:gd name="connsiteY63" fmla="*/ 353340 h 495206"/>
                <a:gd name="connsiteX64" fmla="*/ 352441 w 545369"/>
                <a:gd name="connsiteY64" fmla="*/ 305783 h 495206"/>
                <a:gd name="connsiteX65" fmla="*/ 305602 w 545369"/>
                <a:gd name="connsiteY65" fmla="*/ 259063 h 495206"/>
                <a:gd name="connsiteX66" fmla="*/ 258164 w 545369"/>
                <a:gd name="connsiteY66" fmla="*/ 307247 h 495206"/>
                <a:gd name="connsiteX67" fmla="*/ 305363 w 545369"/>
                <a:gd name="connsiteY67" fmla="*/ 353340 h 495206"/>
                <a:gd name="connsiteX68" fmla="*/ 216522 w 545369"/>
                <a:gd name="connsiteY68" fmla="*/ 370606 h 495206"/>
                <a:gd name="connsiteX69" fmla="*/ 241735 w 545369"/>
                <a:gd name="connsiteY69" fmla="*/ 345812 h 495206"/>
                <a:gd name="connsiteX70" fmla="*/ 217239 w 545369"/>
                <a:gd name="connsiteY70" fmla="*/ 320899 h 495206"/>
                <a:gd name="connsiteX71" fmla="*/ 191937 w 545369"/>
                <a:gd name="connsiteY71" fmla="*/ 345394 h 495206"/>
                <a:gd name="connsiteX72" fmla="*/ 216522 w 545369"/>
                <a:gd name="connsiteY72" fmla="*/ 370576 h 495206"/>
                <a:gd name="connsiteX73" fmla="*/ 215716 w 545369"/>
                <a:gd name="connsiteY73" fmla="*/ 249324 h 495206"/>
                <a:gd name="connsiteX74" fmla="*/ 215716 w 545369"/>
                <a:gd name="connsiteY74" fmla="*/ 249145 h 495206"/>
                <a:gd name="connsiteX75" fmla="*/ 259807 w 545369"/>
                <a:gd name="connsiteY75" fmla="*/ 249145 h 495206"/>
                <a:gd name="connsiteX76" fmla="*/ 269605 w 545369"/>
                <a:gd name="connsiteY76" fmla="*/ 240034 h 495206"/>
                <a:gd name="connsiteX77" fmla="*/ 260285 w 545369"/>
                <a:gd name="connsiteY77" fmla="*/ 231252 h 495206"/>
                <a:gd name="connsiteX78" fmla="*/ 172102 w 545369"/>
                <a:gd name="connsiteY78" fmla="*/ 231461 h 495206"/>
                <a:gd name="connsiteX79" fmla="*/ 162872 w 545369"/>
                <a:gd name="connsiteY79" fmla="*/ 240602 h 495206"/>
                <a:gd name="connsiteX80" fmla="*/ 172311 w 545369"/>
                <a:gd name="connsiteY80" fmla="*/ 249354 h 495206"/>
                <a:gd name="connsiteX81" fmla="*/ 215746 w 545369"/>
                <a:gd name="connsiteY81" fmla="*/ 249354 h 495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45369" h="495206">
                  <a:moveTo>
                    <a:pt x="466404" y="40"/>
                  </a:moveTo>
                  <a:cubicBezTo>
                    <a:pt x="486180" y="40"/>
                    <a:pt x="505985" y="10"/>
                    <a:pt x="525761" y="40"/>
                  </a:cubicBezTo>
                  <a:cubicBezTo>
                    <a:pt x="538038" y="70"/>
                    <a:pt x="544610" y="5596"/>
                    <a:pt x="544998" y="17665"/>
                  </a:cubicBezTo>
                  <a:cubicBezTo>
                    <a:pt x="545506" y="33228"/>
                    <a:pt x="545656" y="48851"/>
                    <a:pt x="544371" y="64385"/>
                  </a:cubicBezTo>
                  <a:cubicBezTo>
                    <a:pt x="543714" y="72540"/>
                    <a:pt x="536993" y="78036"/>
                    <a:pt x="527852" y="78156"/>
                  </a:cubicBezTo>
                  <a:cubicBezTo>
                    <a:pt x="516202" y="78305"/>
                    <a:pt x="504521" y="78664"/>
                    <a:pt x="492901" y="78066"/>
                  </a:cubicBezTo>
                  <a:cubicBezTo>
                    <a:pt x="485851" y="77678"/>
                    <a:pt x="482894" y="80217"/>
                    <a:pt x="480892" y="86849"/>
                  </a:cubicBezTo>
                  <a:cubicBezTo>
                    <a:pt x="474948" y="106385"/>
                    <a:pt x="468764" y="125862"/>
                    <a:pt x="461774" y="145040"/>
                  </a:cubicBezTo>
                  <a:cubicBezTo>
                    <a:pt x="446360" y="187399"/>
                    <a:pt x="408900" y="202634"/>
                    <a:pt x="370066" y="195196"/>
                  </a:cubicBezTo>
                  <a:cubicBezTo>
                    <a:pt x="341956" y="189819"/>
                    <a:pt x="319283" y="175271"/>
                    <a:pt x="302316" y="151881"/>
                  </a:cubicBezTo>
                  <a:cubicBezTo>
                    <a:pt x="291263" y="136616"/>
                    <a:pt x="280598" y="134973"/>
                    <a:pt x="264258" y="144741"/>
                  </a:cubicBezTo>
                  <a:cubicBezTo>
                    <a:pt x="251174" y="152568"/>
                    <a:pt x="243646" y="164816"/>
                    <a:pt x="237104" y="177900"/>
                  </a:cubicBezTo>
                  <a:cubicBezTo>
                    <a:pt x="235760" y="180588"/>
                    <a:pt x="237373" y="181873"/>
                    <a:pt x="239285" y="183247"/>
                  </a:cubicBezTo>
                  <a:cubicBezTo>
                    <a:pt x="245469" y="187638"/>
                    <a:pt x="250607" y="192985"/>
                    <a:pt x="254161" y="199736"/>
                  </a:cubicBezTo>
                  <a:cubicBezTo>
                    <a:pt x="255506" y="202335"/>
                    <a:pt x="257686" y="203620"/>
                    <a:pt x="260435" y="203978"/>
                  </a:cubicBezTo>
                  <a:cubicBezTo>
                    <a:pt x="266977" y="204845"/>
                    <a:pt x="273489" y="205741"/>
                    <a:pt x="280121" y="205472"/>
                  </a:cubicBezTo>
                  <a:cubicBezTo>
                    <a:pt x="283227" y="205352"/>
                    <a:pt x="284840" y="204307"/>
                    <a:pt x="285557" y="201111"/>
                  </a:cubicBezTo>
                  <a:cubicBezTo>
                    <a:pt x="287678" y="191372"/>
                    <a:pt x="293563" y="184830"/>
                    <a:pt x="303511" y="183277"/>
                  </a:cubicBezTo>
                  <a:cubicBezTo>
                    <a:pt x="314026" y="181634"/>
                    <a:pt x="321942" y="186234"/>
                    <a:pt x="326721" y="195704"/>
                  </a:cubicBezTo>
                  <a:cubicBezTo>
                    <a:pt x="328842" y="199886"/>
                    <a:pt x="332487" y="199049"/>
                    <a:pt x="335892" y="199079"/>
                  </a:cubicBezTo>
                  <a:cubicBezTo>
                    <a:pt x="355936" y="199348"/>
                    <a:pt x="373113" y="206039"/>
                    <a:pt x="387302" y="220587"/>
                  </a:cubicBezTo>
                  <a:cubicBezTo>
                    <a:pt x="399102" y="232686"/>
                    <a:pt x="401850" y="247681"/>
                    <a:pt x="402985" y="263484"/>
                  </a:cubicBezTo>
                  <a:cubicBezTo>
                    <a:pt x="406331" y="310384"/>
                    <a:pt x="415382" y="356088"/>
                    <a:pt x="430946" y="400538"/>
                  </a:cubicBezTo>
                  <a:cubicBezTo>
                    <a:pt x="440565" y="428021"/>
                    <a:pt x="431424" y="451082"/>
                    <a:pt x="412156" y="470917"/>
                  </a:cubicBezTo>
                  <a:cubicBezTo>
                    <a:pt x="398714" y="484748"/>
                    <a:pt x="382672" y="493740"/>
                    <a:pt x="362658" y="493710"/>
                  </a:cubicBezTo>
                  <a:cubicBezTo>
                    <a:pt x="332278" y="493680"/>
                    <a:pt x="302256" y="469304"/>
                    <a:pt x="297805" y="439253"/>
                  </a:cubicBezTo>
                  <a:cubicBezTo>
                    <a:pt x="294788" y="418880"/>
                    <a:pt x="282451" y="408006"/>
                    <a:pt x="265005" y="400927"/>
                  </a:cubicBezTo>
                  <a:cubicBezTo>
                    <a:pt x="253146" y="396117"/>
                    <a:pt x="240868" y="394683"/>
                    <a:pt x="228202" y="397939"/>
                  </a:cubicBezTo>
                  <a:cubicBezTo>
                    <a:pt x="220645" y="399881"/>
                    <a:pt x="213236" y="399612"/>
                    <a:pt x="205529" y="397282"/>
                  </a:cubicBezTo>
                  <a:cubicBezTo>
                    <a:pt x="184410" y="390919"/>
                    <a:pt x="153432" y="403764"/>
                    <a:pt x="142200" y="422614"/>
                  </a:cubicBezTo>
                  <a:cubicBezTo>
                    <a:pt x="138795" y="428349"/>
                    <a:pt x="138227" y="434652"/>
                    <a:pt x="137181" y="440866"/>
                  </a:cubicBezTo>
                  <a:cubicBezTo>
                    <a:pt x="131207" y="475936"/>
                    <a:pt x="93807" y="501537"/>
                    <a:pt x="59065" y="493829"/>
                  </a:cubicBezTo>
                  <a:cubicBezTo>
                    <a:pt x="28745" y="487108"/>
                    <a:pt x="-3129" y="453801"/>
                    <a:pt x="247" y="418312"/>
                  </a:cubicBezTo>
                  <a:cubicBezTo>
                    <a:pt x="1083" y="409649"/>
                    <a:pt x="4040" y="401614"/>
                    <a:pt x="6490" y="393458"/>
                  </a:cubicBezTo>
                  <a:cubicBezTo>
                    <a:pt x="18439" y="353758"/>
                    <a:pt x="26325" y="313371"/>
                    <a:pt x="28267" y="271848"/>
                  </a:cubicBezTo>
                  <a:cubicBezTo>
                    <a:pt x="28984" y="256763"/>
                    <a:pt x="29492" y="241319"/>
                    <a:pt x="39140" y="228414"/>
                  </a:cubicBezTo>
                  <a:cubicBezTo>
                    <a:pt x="53479" y="209236"/>
                    <a:pt x="72986" y="200304"/>
                    <a:pt x="96645" y="200394"/>
                  </a:cubicBezTo>
                  <a:cubicBezTo>
                    <a:pt x="102530" y="200394"/>
                    <a:pt x="106682" y="199826"/>
                    <a:pt x="109908" y="193732"/>
                  </a:cubicBezTo>
                  <a:cubicBezTo>
                    <a:pt x="114299" y="185517"/>
                    <a:pt x="122544" y="183097"/>
                    <a:pt x="131506" y="184531"/>
                  </a:cubicBezTo>
                  <a:cubicBezTo>
                    <a:pt x="140109" y="185905"/>
                    <a:pt x="145994" y="191223"/>
                    <a:pt x="148145" y="199527"/>
                  </a:cubicBezTo>
                  <a:cubicBezTo>
                    <a:pt x="149429" y="204606"/>
                    <a:pt x="152028" y="205890"/>
                    <a:pt x="156539" y="205412"/>
                  </a:cubicBezTo>
                  <a:cubicBezTo>
                    <a:pt x="160243" y="204994"/>
                    <a:pt x="163947" y="204546"/>
                    <a:pt x="167651" y="204217"/>
                  </a:cubicBezTo>
                  <a:cubicBezTo>
                    <a:pt x="173446" y="203709"/>
                    <a:pt x="177688" y="201678"/>
                    <a:pt x="180526" y="195853"/>
                  </a:cubicBezTo>
                  <a:cubicBezTo>
                    <a:pt x="183782" y="189251"/>
                    <a:pt x="189846" y="184860"/>
                    <a:pt x="196299" y="181305"/>
                  </a:cubicBezTo>
                  <a:cubicBezTo>
                    <a:pt x="198479" y="180110"/>
                    <a:pt x="200302" y="179035"/>
                    <a:pt x="200720" y="176137"/>
                  </a:cubicBezTo>
                  <a:cubicBezTo>
                    <a:pt x="203020" y="160484"/>
                    <a:pt x="212340" y="148864"/>
                    <a:pt x="223214" y="138379"/>
                  </a:cubicBezTo>
                  <a:cubicBezTo>
                    <a:pt x="236477" y="125563"/>
                    <a:pt x="252100" y="116870"/>
                    <a:pt x="270352" y="113644"/>
                  </a:cubicBezTo>
                  <a:cubicBezTo>
                    <a:pt x="288246" y="110478"/>
                    <a:pt x="304526" y="113853"/>
                    <a:pt x="316923" y="128252"/>
                  </a:cubicBezTo>
                  <a:cubicBezTo>
                    <a:pt x="328245" y="141426"/>
                    <a:pt x="340373" y="153255"/>
                    <a:pt x="357550" y="158513"/>
                  </a:cubicBezTo>
                  <a:cubicBezTo>
                    <a:pt x="378520" y="164935"/>
                    <a:pt x="399341" y="166250"/>
                    <a:pt x="420013" y="157318"/>
                  </a:cubicBezTo>
                  <a:cubicBezTo>
                    <a:pt x="437010" y="149969"/>
                    <a:pt x="445105" y="136108"/>
                    <a:pt x="448481" y="118782"/>
                  </a:cubicBezTo>
                  <a:cubicBezTo>
                    <a:pt x="450721" y="107252"/>
                    <a:pt x="449915" y="95572"/>
                    <a:pt x="450184" y="83951"/>
                  </a:cubicBezTo>
                  <a:cubicBezTo>
                    <a:pt x="450273" y="79650"/>
                    <a:pt x="448451" y="78126"/>
                    <a:pt x="444269" y="78186"/>
                  </a:cubicBezTo>
                  <a:cubicBezTo>
                    <a:pt x="431304" y="78305"/>
                    <a:pt x="418340" y="78275"/>
                    <a:pt x="405345" y="78186"/>
                  </a:cubicBezTo>
                  <a:cubicBezTo>
                    <a:pt x="393068" y="78096"/>
                    <a:pt x="386675" y="71733"/>
                    <a:pt x="386556" y="59426"/>
                  </a:cubicBezTo>
                  <a:cubicBezTo>
                    <a:pt x="386436" y="46013"/>
                    <a:pt x="386436" y="32601"/>
                    <a:pt x="386556" y="19188"/>
                  </a:cubicBezTo>
                  <a:cubicBezTo>
                    <a:pt x="386645" y="6433"/>
                    <a:pt x="392948" y="70"/>
                    <a:pt x="405614" y="40"/>
                  </a:cubicBezTo>
                  <a:cubicBezTo>
                    <a:pt x="425838" y="-50"/>
                    <a:pt x="446061" y="40"/>
                    <a:pt x="466285" y="40"/>
                  </a:cubicBezTo>
                  <a:close/>
                  <a:moveTo>
                    <a:pt x="81051" y="307635"/>
                  </a:moveTo>
                  <a:cubicBezTo>
                    <a:pt x="81111" y="333624"/>
                    <a:pt x="102022" y="354565"/>
                    <a:pt x="127921" y="354624"/>
                  </a:cubicBezTo>
                  <a:cubicBezTo>
                    <a:pt x="153671" y="354654"/>
                    <a:pt x="174731" y="333475"/>
                    <a:pt x="174671" y="307576"/>
                  </a:cubicBezTo>
                  <a:cubicBezTo>
                    <a:pt x="174611" y="280899"/>
                    <a:pt x="153880" y="260138"/>
                    <a:pt x="127533" y="260377"/>
                  </a:cubicBezTo>
                  <a:cubicBezTo>
                    <a:pt x="101514" y="260616"/>
                    <a:pt x="80992" y="281467"/>
                    <a:pt x="81051" y="307665"/>
                  </a:cubicBezTo>
                  <a:close/>
                  <a:moveTo>
                    <a:pt x="305393" y="353340"/>
                  </a:moveTo>
                  <a:cubicBezTo>
                    <a:pt x="331471" y="353400"/>
                    <a:pt x="352322" y="332310"/>
                    <a:pt x="352441" y="305783"/>
                  </a:cubicBezTo>
                  <a:cubicBezTo>
                    <a:pt x="352561" y="280870"/>
                    <a:pt x="330784" y="259152"/>
                    <a:pt x="305602" y="259063"/>
                  </a:cubicBezTo>
                  <a:cubicBezTo>
                    <a:pt x="279463" y="259003"/>
                    <a:pt x="258105" y="280690"/>
                    <a:pt x="258164" y="307247"/>
                  </a:cubicBezTo>
                  <a:cubicBezTo>
                    <a:pt x="258224" y="332399"/>
                    <a:pt x="279613" y="353310"/>
                    <a:pt x="305363" y="353340"/>
                  </a:cubicBezTo>
                  <a:close/>
                  <a:moveTo>
                    <a:pt x="216522" y="370606"/>
                  </a:moveTo>
                  <a:cubicBezTo>
                    <a:pt x="230532" y="370696"/>
                    <a:pt x="241585" y="359822"/>
                    <a:pt x="241735" y="345812"/>
                  </a:cubicBezTo>
                  <a:cubicBezTo>
                    <a:pt x="241884" y="332399"/>
                    <a:pt x="230712" y="321048"/>
                    <a:pt x="217239" y="320899"/>
                  </a:cubicBezTo>
                  <a:cubicBezTo>
                    <a:pt x="202691" y="320749"/>
                    <a:pt x="192087" y="331025"/>
                    <a:pt x="191937" y="345394"/>
                  </a:cubicBezTo>
                  <a:cubicBezTo>
                    <a:pt x="191788" y="359792"/>
                    <a:pt x="202243" y="370487"/>
                    <a:pt x="216522" y="370576"/>
                  </a:cubicBezTo>
                  <a:close/>
                  <a:moveTo>
                    <a:pt x="215716" y="249324"/>
                  </a:moveTo>
                  <a:cubicBezTo>
                    <a:pt x="215716" y="249324"/>
                    <a:pt x="215716" y="249205"/>
                    <a:pt x="215716" y="249145"/>
                  </a:cubicBezTo>
                  <a:cubicBezTo>
                    <a:pt x="230413" y="249145"/>
                    <a:pt x="245110" y="249205"/>
                    <a:pt x="259807" y="249145"/>
                  </a:cubicBezTo>
                  <a:cubicBezTo>
                    <a:pt x="267335" y="249115"/>
                    <a:pt x="269546" y="246935"/>
                    <a:pt x="269605" y="240034"/>
                  </a:cubicBezTo>
                  <a:cubicBezTo>
                    <a:pt x="269635" y="233402"/>
                    <a:pt x="267574" y="231252"/>
                    <a:pt x="260285" y="231252"/>
                  </a:cubicBezTo>
                  <a:cubicBezTo>
                    <a:pt x="230891" y="231252"/>
                    <a:pt x="201497" y="231311"/>
                    <a:pt x="172102" y="231461"/>
                  </a:cubicBezTo>
                  <a:cubicBezTo>
                    <a:pt x="165351" y="231491"/>
                    <a:pt x="162812" y="234209"/>
                    <a:pt x="162872" y="240602"/>
                  </a:cubicBezTo>
                  <a:cubicBezTo>
                    <a:pt x="162931" y="247054"/>
                    <a:pt x="165232" y="249295"/>
                    <a:pt x="172311" y="249354"/>
                  </a:cubicBezTo>
                  <a:cubicBezTo>
                    <a:pt x="186799" y="249444"/>
                    <a:pt x="201258" y="249354"/>
                    <a:pt x="215746" y="249354"/>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1" name="Forma libre: forma 68">
              <a:extLst>
                <a:ext uri="{FF2B5EF4-FFF2-40B4-BE49-F238E27FC236}">
                  <a16:creationId xmlns:a16="http://schemas.microsoft.com/office/drawing/2014/main" id="{F7C8D993-2230-B52B-B05A-DFE0F254747B}"/>
                </a:ext>
              </a:extLst>
            </p:cNvPr>
            <p:cNvSpPr/>
            <p:nvPr/>
          </p:nvSpPr>
          <p:spPr>
            <a:xfrm>
              <a:off x="242264" y="737784"/>
              <a:ext cx="10675" cy="29696"/>
            </a:xfrm>
            <a:custGeom>
              <a:avLst/>
              <a:gdLst>
                <a:gd name="connsiteX0" fmla="*/ 10598 w 10675"/>
                <a:gd name="connsiteY0" fmla="*/ 14760 h 29696"/>
                <a:gd name="connsiteX1" fmla="*/ 10538 w 10675"/>
                <a:gd name="connsiteY1" fmla="*/ 24617 h 29696"/>
                <a:gd name="connsiteX2" fmla="*/ 5520 w 10675"/>
                <a:gd name="connsiteY2" fmla="*/ 29696 h 29696"/>
                <a:gd name="connsiteX3" fmla="*/ 232 w 10675"/>
                <a:gd name="connsiteY3" fmla="*/ 24797 h 29696"/>
                <a:gd name="connsiteX4" fmla="*/ 172 w 10675"/>
                <a:gd name="connsiteY4" fmla="*/ 5111 h 29696"/>
                <a:gd name="connsiteX5" fmla="*/ 5221 w 10675"/>
                <a:gd name="connsiteY5" fmla="*/ 3 h 29696"/>
                <a:gd name="connsiteX6" fmla="*/ 10419 w 10675"/>
                <a:gd name="connsiteY6" fmla="*/ 4902 h 29696"/>
                <a:gd name="connsiteX7" fmla="*/ 10508 w 10675"/>
                <a:gd name="connsiteY7" fmla="*/ 14730 h 29696"/>
                <a:gd name="connsiteX8" fmla="*/ 10628 w 10675"/>
                <a:gd name="connsiteY8" fmla="*/ 14730 h 29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75" h="29696">
                  <a:moveTo>
                    <a:pt x="10598" y="14760"/>
                  </a:moveTo>
                  <a:cubicBezTo>
                    <a:pt x="10598" y="18046"/>
                    <a:pt x="10807" y="21332"/>
                    <a:pt x="10538" y="24617"/>
                  </a:cubicBezTo>
                  <a:cubicBezTo>
                    <a:pt x="10299" y="27515"/>
                    <a:pt x="8626" y="29726"/>
                    <a:pt x="5520" y="29696"/>
                  </a:cubicBezTo>
                  <a:cubicBezTo>
                    <a:pt x="2562" y="29696"/>
                    <a:pt x="352" y="27724"/>
                    <a:pt x="232" y="24797"/>
                  </a:cubicBezTo>
                  <a:cubicBezTo>
                    <a:pt x="-67" y="18255"/>
                    <a:pt x="-67" y="11653"/>
                    <a:pt x="172" y="5111"/>
                  </a:cubicBezTo>
                  <a:cubicBezTo>
                    <a:pt x="262" y="2213"/>
                    <a:pt x="2174" y="92"/>
                    <a:pt x="5221" y="3"/>
                  </a:cubicBezTo>
                  <a:cubicBezTo>
                    <a:pt x="8328" y="-87"/>
                    <a:pt x="10120" y="2064"/>
                    <a:pt x="10419" y="4902"/>
                  </a:cubicBezTo>
                  <a:cubicBezTo>
                    <a:pt x="10747" y="8158"/>
                    <a:pt x="10508" y="11474"/>
                    <a:pt x="10508" y="14730"/>
                  </a:cubicBezTo>
                  <a:cubicBezTo>
                    <a:pt x="10538" y="14730"/>
                    <a:pt x="10598" y="14730"/>
                    <a:pt x="10628" y="14730"/>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2" name="Forma libre: forma 69">
              <a:extLst>
                <a:ext uri="{FF2B5EF4-FFF2-40B4-BE49-F238E27FC236}">
                  <a16:creationId xmlns:a16="http://schemas.microsoft.com/office/drawing/2014/main" id="{EE42CB77-03E1-CA85-6EC6-FA347CA44FC3}"/>
                </a:ext>
              </a:extLst>
            </p:cNvPr>
            <p:cNvSpPr/>
            <p:nvPr/>
          </p:nvSpPr>
          <p:spPr>
            <a:xfrm>
              <a:off x="212677" y="727990"/>
              <a:ext cx="29376" cy="10578"/>
            </a:xfrm>
            <a:custGeom>
              <a:avLst/>
              <a:gdLst>
                <a:gd name="connsiteX0" fmla="*/ 14943 w 29376"/>
                <a:gd name="connsiteY0" fmla="*/ 58 h 10578"/>
                <a:gd name="connsiteX1" fmla="*/ 24174 w 29376"/>
                <a:gd name="connsiteY1" fmla="*/ 88 h 10578"/>
                <a:gd name="connsiteX2" fmla="*/ 29371 w 29376"/>
                <a:gd name="connsiteY2" fmla="*/ 4987 h 10578"/>
                <a:gd name="connsiteX3" fmla="*/ 24652 w 29376"/>
                <a:gd name="connsiteY3" fmla="*/ 10334 h 10578"/>
                <a:gd name="connsiteX4" fmla="*/ 4936 w 29376"/>
                <a:gd name="connsiteY4" fmla="*/ 10394 h 10578"/>
                <a:gd name="connsiteX5" fmla="*/ 7 w 29376"/>
                <a:gd name="connsiteY5" fmla="*/ 5226 h 10578"/>
                <a:gd name="connsiteX6" fmla="*/ 5742 w 29376"/>
                <a:gd name="connsiteY6" fmla="*/ 88 h 10578"/>
                <a:gd name="connsiteX7" fmla="*/ 14973 w 29376"/>
                <a:gd name="connsiteY7" fmla="*/ 58 h 10578"/>
                <a:gd name="connsiteX8" fmla="*/ 14973 w 29376"/>
                <a:gd name="connsiteY8" fmla="*/ 58 h 10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376" h="10578">
                  <a:moveTo>
                    <a:pt x="14943" y="58"/>
                  </a:moveTo>
                  <a:cubicBezTo>
                    <a:pt x="18020" y="58"/>
                    <a:pt x="21097" y="-61"/>
                    <a:pt x="24174" y="88"/>
                  </a:cubicBezTo>
                  <a:cubicBezTo>
                    <a:pt x="27191" y="238"/>
                    <a:pt x="29252" y="1970"/>
                    <a:pt x="29371" y="4987"/>
                  </a:cubicBezTo>
                  <a:cubicBezTo>
                    <a:pt x="29491" y="8004"/>
                    <a:pt x="27609" y="10185"/>
                    <a:pt x="24652" y="10334"/>
                  </a:cubicBezTo>
                  <a:cubicBezTo>
                    <a:pt x="18080" y="10633"/>
                    <a:pt x="11508" y="10663"/>
                    <a:pt x="4936" y="10394"/>
                  </a:cubicBezTo>
                  <a:cubicBezTo>
                    <a:pt x="2128" y="10275"/>
                    <a:pt x="-142" y="8363"/>
                    <a:pt x="7" y="5226"/>
                  </a:cubicBezTo>
                  <a:cubicBezTo>
                    <a:pt x="126" y="1791"/>
                    <a:pt x="2576" y="267"/>
                    <a:pt x="5742" y="88"/>
                  </a:cubicBezTo>
                  <a:cubicBezTo>
                    <a:pt x="8819" y="-91"/>
                    <a:pt x="11896" y="58"/>
                    <a:pt x="14973" y="58"/>
                  </a:cubicBezTo>
                  <a:cubicBezTo>
                    <a:pt x="14973" y="58"/>
                    <a:pt x="14973" y="58"/>
                    <a:pt x="14973" y="58"/>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3" name="Forma libre: forma 70">
              <a:extLst>
                <a:ext uri="{FF2B5EF4-FFF2-40B4-BE49-F238E27FC236}">
                  <a16:creationId xmlns:a16="http://schemas.microsoft.com/office/drawing/2014/main" id="{8ACD3513-5A36-821B-6451-C31D40E162F9}"/>
                </a:ext>
              </a:extLst>
            </p:cNvPr>
            <p:cNvSpPr/>
            <p:nvPr/>
          </p:nvSpPr>
          <p:spPr>
            <a:xfrm>
              <a:off x="242122" y="697964"/>
              <a:ext cx="10949" cy="29204"/>
            </a:xfrm>
            <a:custGeom>
              <a:avLst/>
              <a:gdLst>
                <a:gd name="connsiteX0" fmla="*/ 135 w 10949"/>
                <a:gd name="connsiteY0" fmla="*/ 14730 h 29204"/>
                <a:gd name="connsiteX1" fmla="*/ 195 w 10949"/>
                <a:gd name="connsiteY1" fmla="*/ 4902 h 29204"/>
                <a:gd name="connsiteX2" fmla="*/ 5363 w 10949"/>
                <a:gd name="connsiteY2" fmla="*/ 3 h 29204"/>
                <a:gd name="connsiteX3" fmla="*/ 10172 w 10949"/>
                <a:gd name="connsiteY3" fmla="*/ 4484 h 29204"/>
                <a:gd name="connsiteX4" fmla="*/ 10381 w 10949"/>
                <a:gd name="connsiteY4" fmla="*/ 24707 h 29204"/>
                <a:gd name="connsiteX5" fmla="*/ 4825 w 10949"/>
                <a:gd name="connsiteY5" fmla="*/ 29188 h 29204"/>
                <a:gd name="connsiteX6" fmla="*/ 75 w 10949"/>
                <a:gd name="connsiteY6" fmla="*/ 23901 h 29204"/>
                <a:gd name="connsiteX7" fmla="*/ 45 w 10949"/>
                <a:gd name="connsiteY7" fmla="*/ 14730 h 29204"/>
                <a:gd name="connsiteX8" fmla="*/ 135 w 10949"/>
                <a:gd name="connsiteY8" fmla="*/ 14730 h 29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49" h="29204">
                  <a:moveTo>
                    <a:pt x="135" y="14730"/>
                  </a:moveTo>
                  <a:cubicBezTo>
                    <a:pt x="135" y="11444"/>
                    <a:pt x="-74" y="8158"/>
                    <a:pt x="195" y="4902"/>
                  </a:cubicBezTo>
                  <a:cubicBezTo>
                    <a:pt x="434" y="1915"/>
                    <a:pt x="2316" y="92"/>
                    <a:pt x="5363" y="3"/>
                  </a:cubicBezTo>
                  <a:cubicBezTo>
                    <a:pt x="8260" y="-87"/>
                    <a:pt x="9784" y="1945"/>
                    <a:pt x="10172" y="4484"/>
                  </a:cubicBezTo>
                  <a:cubicBezTo>
                    <a:pt x="11217" y="11205"/>
                    <a:pt x="11128" y="17986"/>
                    <a:pt x="10381" y="24707"/>
                  </a:cubicBezTo>
                  <a:cubicBezTo>
                    <a:pt x="10052" y="27575"/>
                    <a:pt x="7902" y="29397"/>
                    <a:pt x="4825" y="29188"/>
                  </a:cubicBezTo>
                  <a:cubicBezTo>
                    <a:pt x="1718" y="28979"/>
                    <a:pt x="224" y="26858"/>
                    <a:pt x="75" y="23901"/>
                  </a:cubicBezTo>
                  <a:cubicBezTo>
                    <a:pt x="-74" y="20854"/>
                    <a:pt x="45" y="17777"/>
                    <a:pt x="45" y="14730"/>
                  </a:cubicBezTo>
                  <a:cubicBezTo>
                    <a:pt x="45" y="14730"/>
                    <a:pt x="105" y="14730"/>
                    <a:pt x="135" y="14730"/>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4" name="Forma libre: forma 71">
              <a:extLst>
                <a:ext uri="{FF2B5EF4-FFF2-40B4-BE49-F238E27FC236}">
                  <a16:creationId xmlns:a16="http://schemas.microsoft.com/office/drawing/2014/main" id="{830397C2-837B-8C17-EC96-4008558393BF}"/>
                </a:ext>
              </a:extLst>
            </p:cNvPr>
            <p:cNvSpPr/>
            <p:nvPr/>
          </p:nvSpPr>
          <p:spPr>
            <a:xfrm>
              <a:off x="252791" y="727693"/>
              <a:ext cx="29167" cy="10114"/>
            </a:xfrm>
            <a:custGeom>
              <a:avLst/>
              <a:gdLst>
                <a:gd name="connsiteX0" fmla="*/ 14947 w 29167"/>
                <a:gd name="connsiteY0" fmla="*/ 10063 h 10114"/>
                <a:gd name="connsiteX1" fmla="*/ 4462 w 29167"/>
                <a:gd name="connsiteY1" fmla="*/ 10004 h 10114"/>
                <a:gd name="connsiteX2" fmla="*/ 41 w 29167"/>
                <a:gd name="connsiteY2" fmla="*/ 5941 h 10114"/>
                <a:gd name="connsiteX3" fmla="*/ 3895 w 29167"/>
                <a:gd name="connsiteY3" fmla="*/ 683 h 10114"/>
                <a:gd name="connsiteX4" fmla="*/ 25433 w 29167"/>
                <a:gd name="connsiteY4" fmla="*/ 594 h 10114"/>
                <a:gd name="connsiteX5" fmla="*/ 29167 w 29167"/>
                <a:gd name="connsiteY5" fmla="*/ 5254 h 10114"/>
                <a:gd name="connsiteX6" fmla="*/ 24746 w 29167"/>
                <a:gd name="connsiteY6" fmla="*/ 10004 h 10114"/>
                <a:gd name="connsiteX7" fmla="*/ 14918 w 29167"/>
                <a:gd name="connsiteY7" fmla="*/ 10063 h 1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167" h="10114">
                  <a:moveTo>
                    <a:pt x="14947" y="10063"/>
                  </a:moveTo>
                  <a:cubicBezTo>
                    <a:pt x="11452" y="10063"/>
                    <a:pt x="7957" y="10213"/>
                    <a:pt x="4462" y="10004"/>
                  </a:cubicBezTo>
                  <a:cubicBezTo>
                    <a:pt x="2043" y="9884"/>
                    <a:pt x="340" y="8450"/>
                    <a:pt x="41" y="5941"/>
                  </a:cubicBezTo>
                  <a:cubicBezTo>
                    <a:pt x="-287" y="3133"/>
                    <a:pt x="1385" y="1012"/>
                    <a:pt x="3895" y="683"/>
                  </a:cubicBezTo>
                  <a:cubicBezTo>
                    <a:pt x="11034" y="-273"/>
                    <a:pt x="18263" y="-153"/>
                    <a:pt x="25433" y="594"/>
                  </a:cubicBezTo>
                  <a:cubicBezTo>
                    <a:pt x="27852" y="863"/>
                    <a:pt x="29197" y="2745"/>
                    <a:pt x="29167" y="5254"/>
                  </a:cubicBezTo>
                  <a:cubicBezTo>
                    <a:pt x="29107" y="8092"/>
                    <a:pt x="27494" y="9794"/>
                    <a:pt x="24746" y="10004"/>
                  </a:cubicBezTo>
                  <a:cubicBezTo>
                    <a:pt x="21489" y="10213"/>
                    <a:pt x="18204" y="10063"/>
                    <a:pt x="14918" y="10063"/>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5" name="Forma libre: forma 72">
              <a:extLst>
                <a:ext uri="{FF2B5EF4-FFF2-40B4-BE49-F238E27FC236}">
                  <a16:creationId xmlns:a16="http://schemas.microsoft.com/office/drawing/2014/main" id="{D7D727D7-B5A9-F079-B97B-F96AE7F3E1A6}"/>
                </a:ext>
              </a:extLst>
            </p:cNvPr>
            <p:cNvSpPr/>
            <p:nvPr/>
          </p:nvSpPr>
          <p:spPr>
            <a:xfrm>
              <a:off x="411540" y="700296"/>
              <a:ext cx="24829" cy="25077"/>
            </a:xfrm>
            <a:custGeom>
              <a:avLst/>
              <a:gdLst>
                <a:gd name="connsiteX0" fmla="*/ 12521 w 24829"/>
                <a:gd name="connsiteY0" fmla="*/ 1 h 25077"/>
                <a:gd name="connsiteX1" fmla="*/ 24828 w 24829"/>
                <a:gd name="connsiteY1" fmla="*/ 12667 h 25077"/>
                <a:gd name="connsiteX2" fmla="*/ 12162 w 24829"/>
                <a:gd name="connsiteY2" fmla="*/ 25064 h 25077"/>
                <a:gd name="connsiteX3" fmla="*/ 4 w 24829"/>
                <a:gd name="connsiteY3" fmla="*/ 11920 h 25077"/>
                <a:gd name="connsiteX4" fmla="*/ 12521 w 24829"/>
                <a:gd name="connsiteY4" fmla="*/ 1 h 25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29" h="25077">
                  <a:moveTo>
                    <a:pt x="12521" y="1"/>
                  </a:moveTo>
                  <a:cubicBezTo>
                    <a:pt x="19570" y="91"/>
                    <a:pt x="24918" y="5587"/>
                    <a:pt x="24828" y="12667"/>
                  </a:cubicBezTo>
                  <a:cubicBezTo>
                    <a:pt x="24738" y="19627"/>
                    <a:pt x="18883" y="25393"/>
                    <a:pt x="12162" y="25064"/>
                  </a:cubicBezTo>
                  <a:cubicBezTo>
                    <a:pt x="5560" y="24765"/>
                    <a:pt x="-175" y="18552"/>
                    <a:pt x="4" y="11920"/>
                  </a:cubicBezTo>
                  <a:cubicBezTo>
                    <a:pt x="183" y="5557"/>
                    <a:pt x="6098" y="-89"/>
                    <a:pt x="12521" y="1"/>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6" name="Forma libre: forma 73">
              <a:extLst>
                <a:ext uri="{FF2B5EF4-FFF2-40B4-BE49-F238E27FC236}">
                  <a16:creationId xmlns:a16="http://schemas.microsoft.com/office/drawing/2014/main" id="{48855DB6-8A89-FD82-1A8F-1224405B45BA}"/>
                </a:ext>
              </a:extLst>
            </p:cNvPr>
            <p:cNvSpPr/>
            <p:nvPr/>
          </p:nvSpPr>
          <p:spPr>
            <a:xfrm>
              <a:off x="412111" y="739489"/>
              <a:ext cx="24408" cy="24555"/>
            </a:xfrm>
            <a:custGeom>
              <a:avLst/>
              <a:gdLst>
                <a:gd name="connsiteX0" fmla="*/ 1 w 24408"/>
                <a:gd name="connsiteY0" fmla="*/ 11889 h 24555"/>
                <a:gd name="connsiteX1" fmla="*/ 12099 w 24408"/>
                <a:gd name="connsiteY1" fmla="*/ 0 h 24555"/>
                <a:gd name="connsiteX2" fmla="*/ 24406 w 24408"/>
                <a:gd name="connsiteY2" fmla="*/ 12517 h 24555"/>
                <a:gd name="connsiteX3" fmla="*/ 12218 w 24408"/>
                <a:gd name="connsiteY3" fmla="*/ 24555 h 24555"/>
                <a:gd name="connsiteX4" fmla="*/ 1 w 24408"/>
                <a:gd name="connsiteY4" fmla="*/ 11859 h 24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08" h="24555">
                  <a:moveTo>
                    <a:pt x="1" y="11889"/>
                  </a:moveTo>
                  <a:cubicBezTo>
                    <a:pt x="60" y="4869"/>
                    <a:pt x="5019" y="0"/>
                    <a:pt x="12099" y="0"/>
                  </a:cubicBezTo>
                  <a:cubicBezTo>
                    <a:pt x="19388" y="0"/>
                    <a:pt x="24526" y="5228"/>
                    <a:pt x="24406" y="12517"/>
                  </a:cubicBezTo>
                  <a:cubicBezTo>
                    <a:pt x="24287" y="19327"/>
                    <a:pt x="18969" y="24555"/>
                    <a:pt x="12218" y="24555"/>
                  </a:cubicBezTo>
                  <a:cubicBezTo>
                    <a:pt x="5198" y="24555"/>
                    <a:pt x="-59" y="19118"/>
                    <a:pt x="1" y="11859"/>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7" name="Forma libre: forma 74">
              <a:extLst>
                <a:ext uri="{FF2B5EF4-FFF2-40B4-BE49-F238E27FC236}">
                  <a16:creationId xmlns:a16="http://schemas.microsoft.com/office/drawing/2014/main" id="{39B827FF-9E28-298F-ECA1-A41A0437939B}"/>
                </a:ext>
              </a:extLst>
            </p:cNvPr>
            <p:cNvSpPr/>
            <p:nvPr/>
          </p:nvSpPr>
          <p:spPr>
            <a:xfrm>
              <a:off x="392419" y="720030"/>
              <a:ext cx="24833" cy="24746"/>
            </a:xfrm>
            <a:custGeom>
              <a:avLst/>
              <a:gdLst>
                <a:gd name="connsiteX0" fmla="*/ 11985 w 24833"/>
                <a:gd name="connsiteY0" fmla="*/ 24746 h 24746"/>
                <a:gd name="connsiteX1" fmla="*/ 6 w 24833"/>
                <a:gd name="connsiteY1" fmla="*/ 11662 h 24746"/>
                <a:gd name="connsiteX2" fmla="*/ 12642 w 24833"/>
                <a:gd name="connsiteY2" fmla="*/ 12 h 24746"/>
                <a:gd name="connsiteX3" fmla="*/ 24830 w 24833"/>
                <a:gd name="connsiteY3" fmla="*/ 12319 h 24746"/>
                <a:gd name="connsiteX4" fmla="*/ 11985 w 24833"/>
                <a:gd name="connsiteY4" fmla="*/ 24716 h 247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33" h="24746">
                  <a:moveTo>
                    <a:pt x="11985" y="24746"/>
                  </a:moveTo>
                  <a:cubicBezTo>
                    <a:pt x="5144" y="24597"/>
                    <a:pt x="-203" y="18742"/>
                    <a:pt x="6" y="11662"/>
                  </a:cubicBezTo>
                  <a:cubicBezTo>
                    <a:pt x="185" y="5060"/>
                    <a:pt x="5980" y="-287"/>
                    <a:pt x="12642" y="12"/>
                  </a:cubicBezTo>
                  <a:cubicBezTo>
                    <a:pt x="19274" y="311"/>
                    <a:pt x="25009" y="6136"/>
                    <a:pt x="24830" y="12319"/>
                  </a:cubicBezTo>
                  <a:cubicBezTo>
                    <a:pt x="24621" y="19250"/>
                    <a:pt x="18796" y="24866"/>
                    <a:pt x="11985" y="24716"/>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8" name="Forma libre: forma 75">
              <a:extLst>
                <a:ext uri="{FF2B5EF4-FFF2-40B4-BE49-F238E27FC236}">
                  <a16:creationId xmlns:a16="http://schemas.microsoft.com/office/drawing/2014/main" id="{96451C49-6E4F-9BC7-168A-F9D006F4227D}"/>
                </a:ext>
              </a:extLst>
            </p:cNvPr>
            <p:cNvSpPr/>
            <p:nvPr/>
          </p:nvSpPr>
          <p:spPr>
            <a:xfrm>
              <a:off x="431226" y="719982"/>
              <a:ext cx="24859" cy="24465"/>
            </a:xfrm>
            <a:custGeom>
              <a:avLst/>
              <a:gdLst>
                <a:gd name="connsiteX0" fmla="*/ 12430 w 24859"/>
                <a:gd name="connsiteY0" fmla="*/ 0 h 24465"/>
                <a:gd name="connsiteX1" fmla="*/ 24857 w 24859"/>
                <a:gd name="connsiteY1" fmla="*/ 11859 h 24465"/>
                <a:gd name="connsiteX2" fmla="*/ 12340 w 24859"/>
                <a:gd name="connsiteY2" fmla="*/ 24465 h 24465"/>
                <a:gd name="connsiteX3" fmla="*/ 3 w 24859"/>
                <a:gd name="connsiteY3" fmla="*/ 12457 h 24465"/>
                <a:gd name="connsiteX4" fmla="*/ 12460 w 24859"/>
                <a:gd name="connsiteY4" fmla="*/ 30 h 24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59" h="24465">
                  <a:moveTo>
                    <a:pt x="12430" y="0"/>
                  </a:moveTo>
                  <a:cubicBezTo>
                    <a:pt x="19241" y="30"/>
                    <a:pt x="24707" y="5258"/>
                    <a:pt x="24857" y="11859"/>
                  </a:cubicBezTo>
                  <a:cubicBezTo>
                    <a:pt x="25006" y="18670"/>
                    <a:pt x="19241" y="24465"/>
                    <a:pt x="12340" y="24465"/>
                  </a:cubicBezTo>
                  <a:cubicBezTo>
                    <a:pt x="5559" y="24465"/>
                    <a:pt x="122" y="19148"/>
                    <a:pt x="3" y="12457"/>
                  </a:cubicBezTo>
                  <a:cubicBezTo>
                    <a:pt x="-146" y="5407"/>
                    <a:pt x="5290" y="-30"/>
                    <a:pt x="12460" y="30"/>
                  </a:cubicBezTo>
                  <a:close/>
                </a:path>
              </a:pathLst>
            </a:custGeom>
            <a:solidFill>
              <a:schemeClr val="bg1">
                <a:lumMod val="50000"/>
              </a:schemeClr>
            </a:solidFill>
            <a:ln w="2970" cap="flat">
              <a:noFill/>
              <a:prstDash val="solid"/>
              <a:miter/>
            </a:ln>
          </p:spPr>
          <p:txBody>
            <a:bodyPr rtlCol="0" anchor="ctr"/>
            <a:lstStyle/>
            <a:p>
              <a:endParaRPr lang="LID4096"/>
            </a:p>
          </p:txBody>
        </p:sp>
      </p:grpSp>
      <p:cxnSp>
        <p:nvCxnSpPr>
          <p:cNvPr id="19" name="Conector recto de flecha 76">
            <a:extLst>
              <a:ext uri="{FF2B5EF4-FFF2-40B4-BE49-F238E27FC236}">
                <a16:creationId xmlns:a16="http://schemas.microsoft.com/office/drawing/2014/main" id="{C3744CA2-DFC8-BA22-F5B1-D6579CC80713}"/>
              </a:ext>
            </a:extLst>
          </p:cNvPr>
          <p:cNvCxnSpPr>
            <a:cxnSpLocks/>
          </p:cNvCxnSpPr>
          <p:nvPr/>
        </p:nvCxnSpPr>
        <p:spPr>
          <a:xfrm flipV="1">
            <a:off x="786432" y="834787"/>
            <a:ext cx="8030658" cy="2920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664C593A-C66E-22C3-3489-14729530479B}"/>
              </a:ext>
            </a:extLst>
          </p:cNvPr>
          <p:cNvGrpSpPr/>
          <p:nvPr/>
        </p:nvGrpSpPr>
        <p:grpSpPr>
          <a:xfrm>
            <a:off x="10655300" y="-131233"/>
            <a:ext cx="1656567" cy="1612901"/>
            <a:chOff x="1540617" y="851075"/>
            <a:chExt cx="3268467" cy="3268467"/>
          </a:xfrm>
        </p:grpSpPr>
        <p:grpSp>
          <p:nvGrpSpPr>
            <p:cNvPr id="22" name="Google Shape;11;p2">
              <a:extLst>
                <a:ext uri="{FF2B5EF4-FFF2-40B4-BE49-F238E27FC236}">
                  <a16:creationId xmlns:a16="http://schemas.microsoft.com/office/drawing/2014/main" id="{9F65E234-5931-2E06-4C18-4FDE6E12602A}"/>
                </a:ext>
              </a:extLst>
            </p:cNvPr>
            <p:cNvGrpSpPr/>
            <p:nvPr/>
          </p:nvGrpSpPr>
          <p:grpSpPr>
            <a:xfrm>
              <a:off x="1540617" y="851075"/>
              <a:ext cx="3268467" cy="3268467"/>
              <a:chOff x="1155463" y="638306"/>
              <a:chExt cx="2451350" cy="2451350"/>
            </a:xfrm>
          </p:grpSpPr>
          <p:sp>
            <p:nvSpPr>
              <p:cNvPr id="26" name="Google Shape;12;p2">
                <a:extLst>
                  <a:ext uri="{FF2B5EF4-FFF2-40B4-BE49-F238E27FC236}">
                    <a16:creationId xmlns:a16="http://schemas.microsoft.com/office/drawing/2014/main" id="{7D1F433E-3A24-7457-8C7B-73879CC6BA62}"/>
                  </a:ext>
                </a:extLst>
              </p:cNvPr>
              <p:cNvSpPr/>
              <p:nvPr/>
            </p:nvSpPr>
            <p:spPr>
              <a:xfrm>
                <a:off x="1386084" y="868926"/>
                <a:ext cx="1989935" cy="1989935"/>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0000">
                  <a:alpha val="18820"/>
                </a:srgb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sp>
            <p:nvSpPr>
              <p:cNvPr id="27" name="Google Shape;13;p2">
                <a:extLst>
                  <a:ext uri="{FF2B5EF4-FFF2-40B4-BE49-F238E27FC236}">
                    <a16:creationId xmlns:a16="http://schemas.microsoft.com/office/drawing/2014/main" id="{D26BFFF3-1746-EF8A-DB25-90F3A44C8535}"/>
                  </a:ext>
                </a:extLst>
              </p:cNvPr>
              <p:cNvSpPr/>
              <p:nvPr/>
            </p:nvSpPr>
            <p:spPr>
              <a:xfrm>
                <a:off x="1496232" y="979075"/>
                <a:ext cx="1769254" cy="1769254"/>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chemeClr val="tx1">
                  <a:lumMod val="85000"/>
                  <a:lumOff val="15000"/>
                </a:scheme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sp>
            <p:nvSpPr>
              <p:cNvPr id="28" name="Google Shape;14;p2">
                <a:extLst>
                  <a:ext uri="{FF2B5EF4-FFF2-40B4-BE49-F238E27FC236}">
                    <a16:creationId xmlns:a16="http://schemas.microsoft.com/office/drawing/2014/main" id="{F0A84933-00F7-F6FE-AEA2-1D98634D8317}"/>
                  </a:ext>
                </a:extLst>
              </p:cNvPr>
              <p:cNvSpPr/>
              <p:nvPr/>
            </p:nvSpPr>
            <p:spPr>
              <a:xfrm>
                <a:off x="1155463" y="638306"/>
                <a:ext cx="2451350" cy="2451350"/>
              </a:xfrm>
              <a:custGeom>
                <a:avLst>
                  <a:gd name="f11" fmla="val 495"/>
                </a:avLst>
                <a:gdLst>
                  <a:gd name="f1" fmla="val 21600000"/>
                  <a:gd name="f2" fmla="val 10800000"/>
                  <a:gd name="f3" fmla="val 5400000"/>
                  <a:gd name="f4" fmla="val 180"/>
                  <a:gd name="f5" fmla="val w"/>
                  <a:gd name="f6" fmla="val h"/>
                  <a:gd name="f7" fmla="val ss"/>
                  <a:gd name="f8" fmla="val 0"/>
                  <a:gd name="f9" fmla="*/ 5419351 1 1725033"/>
                  <a:gd name="f10" fmla="+- 0 0 21600000"/>
                  <a:gd name="f11" fmla="val 495"/>
                  <a:gd name="f12" fmla="+- 0 0 -360"/>
                  <a:gd name="f13" fmla="+- 0 0 -180"/>
                  <a:gd name="f14" fmla="abs f5"/>
                  <a:gd name="f15" fmla="abs f6"/>
                  <a:gd name="f16" fmla="abs f7"/>
                  <a:gd name="f17" fmla="val f8"/>
                  <a:gd name="f18" fmla="val f11"/>
                  <a:gd name="f19" fmla="+- 2700000 f3 0"/>
                  <a:gd name="f20" fmla="*/ f12 f2 1"/>
                  <a:gd name="f21" fmla="*/ f13 f2 1"/>
                  <a:gd name="f22" fmla="?: f14 f5 1"/>
                  <a:gd name="f23" fmla="?: f15 f6 1"/>
                  <a:gd name="f24" fmla="?: f16 f7 1"/>
                  <a:gd name="f25" fmla="*/ f19 f9 1"/>
                  <a:gd name="f26" fmla="*/ f20 1 f4"/>
                  <a:gd name="f27" fmla="*/ f21 1 f4"/>
                  <a:gd name="f28" fmla="*/ f22 1 21600"/>
                  <a:gd name="f29" fmla="*/ f23 1 21600"/>
                  <a:gd name="f30" fmla="*/ 21600 f22 1"/>
                  <a:gd name="f31" fmla="*/ 21600 f23 1"/>
                  <a:gd name="f32" fmla="*/ f25 1 f2"/>
                  <a:gd name="f33" fmla="+- f26 0 f3"/>
                  <a:gd name="f34" fmla="+- f27 0 f3"/>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2 1"/>
                  <a:gd name="f46" fmla="*/ f43 1 2"/>
                  <a:gd name="f47" fmla="*/ f44 1 2"/>
                  <a:gd name="f48" fmla="min f44 f43"/>
                  <a:gd name="f49" fmla="*/ f45 1 f9"/>
                  <a:gd name="f50" fmla="+- f17 f46 0"/>
                  <a:gd name="f51" fmla="+- f17 f47 0"/>
                  <a:gd name="f52" fmla="*/ f48 f18 1"/>
                  <a:gd name="f53" fmla="+- f49 0 f3"/>
                  <a:gd name="f54" fmla="*/ f47 f35 1"/>
                  <a:gd name="f55" fmla="*/ f46 f35 1"/>
                  <a:gd name="f56" fmla="*/ f52 1 100000"/>
                  <a:gd name="f57" fmla="cos 1 f53"/>
                  <a:gd name="f58" fmla="sin 1 f53"/>
                  <a:gd name="f59" fmla="*/ f50 f35 1"/>
                  <a:gd name="f60" fmla="+- f47 0 f56"/>
                  <a:gd name="f61" fmla="+- f46 0 f56"/>
                  <a:gd name="f62" fmla="+- 0 0 f57"/>
                  <a:gd name="f63" fmla="+- 0 0 f58"/>
                  <a:gd name="f64" fmla="*/ f56 f35 1"/>
                  <a:gd name="f65" fmla="+- 0 0 f62"/>
                  <a:gd name="f66" fmla="+- 0 0 f63"/>
                  <a:gd name="f67" fmla="*/ f60 f35 1"/>
                  <a:gd name="f68" fmla="*/ f61 f35 1"/>
                  <a:gd name="f69" fmla="*/ f65 f47 1"/>
                  <a:gd name="f70" fmla="*/ f66 f46 1"/>
                  <a:gd name="f71" fmla="+- f51 0 f69"/>
                  <a:gd name="f72" fmla="+- f51 f69 0"/>
                  <a:gd name="f73" fmla="+- f50 0 f70"/>
                  <a:gd name="f74" fmla="+- f50 f70 0"/>
                  <a:gd name="f75" fmla="*/ f71 f35 1"/>
                  <a:gd name="f76" fmla="*/ f73 f35 1"/>
                  <a:gd name="f77" fmla="*/ f72 f35 1"/>
                  <a:gd name="f78" fmla="*/ f74 f35 1"/>
                </a:gdLst>
                <a:ahLst/>
                <a:cxnLst>
                  <a:cxn ang="3cd4">
                    <a:pos x="hc" y="t"/>
                  </a:cxn>
                  <a:cxn ang="0">
                    <a:pos x="r" y="vc"/>
                  </a:cxn>
                  <a:cxn ang="cd4">
                    <a:pos x="hc" y="b"/>
                  </a:cxn>
                  <a:cxn ang="cd2">
                    <a:pos x="l" y="vc"/>
                  </a:cxn>
                  <a:cxn ang="f33">
                    <a:pos x="f75" y="f76"/>
                  </a:cxn>
                  <a:cxn ang="f34">
                    <a:pos x="f75" y="f78"/>
                  </a:cxn>
                  <a:cxn ang="f34">
                    <a:pos x="f77" y="f78"/>
                  </a:cxn>
                  <a:cxn ang="f33">
                    <a:pos x="f77" y="f76"/>
                  </a:cxn>
                </a:cxnLst>
                <a:rect l="f75" t="f76" r="f77" b="f78"/>
                <a:pathLst>
                  <a:path>
                    <a:moveTo>
                      <a:pt x="f42" y="f59"/>
                    </a:moveTo>
                    <a:arcTo wR="f54" hR="f55" stAng="f2" swAng="f1"/>
                    <a:close/>
                    <a:moveTo>
                      <a:pt x="f64" y="f59"/>
                    </a:moveTo>
                    <a:arcTo wR="f67" hR="f68" stAng="f2" swAng="f10"/>
                    <a:close/>
                  </a:path>
                </a:pathLst>
              </a:custGeom>
              <a:solidFill>
                <a:srgbClr val="000000">
                  <a:alpha val="6539"/>
                </a:srgb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grpSp>
        <p:pic>
          <p:nvPicPr>
            <p:cNvPr id="23" name="Imagen 19">
              <a:extLst>
                <a:ext uri="{FF2B5EF4-FFF2-40B4-BE49-F238E27FC236}">
                  <a16:creationId xmlns:a16="http://schemas.microsoft.com/office/drawing/2014/main" id="{1C13A265-EA2E-45B3-DA42-0AF6578B2825}"/>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2696695" y="1430822"/>
              <a:ext cx="955567" cy="955567"/>
            </a:xfrm>
            <a:prstGeom prst="rect">
              <a:avLst/>
            </a:prstGeom>
          </p:spPr>
        </p:pic>
        <p:pic>
          <p:nvPicPr>
            <p:cNvPr id="24" name="Picture 23">
              <a:extLst>
                <a:ext uri="{FF2B5EF4-FFF2-40B4-BE49-F238E27FC236}">
                  <a16:creationId xmlns:a16="http://schemas.microsoft.com/office/drawing/2014/main" id="{074B81D8-CCEE-53A4-C966-310437D8C8B3}"/>
                </a:ext>
              </a:extLst>
            </p:cNvPr>
            <p:cNvPicPr>
              <a:picLocks noChangeAspect="1"/>
            </p:cNvPicPr>
            <p:nvPr/>
          </p:nvPicPr>
          <p:blipFill>
            <a:blip r:embed="rId8"/>
            <a:stretch>
              <a:fillRect/>
            </a:stretch>
          </p:blipFill>
          <p:spPr>
            <a:xfrm>
              <a:off x="2169306" y="2325658"/>
              <a:ext cx="1054778" cy="1053899"/>
            </a:xfrm>
            <a:prstGeom prst="rect">
              <a:avLst/>
            </a:prstGeom>
          </p:spPr>
        </p:pic>
        <p:pic>
          <p:nvPicPr>
            <p:cNvPr id="25" name="Picture 4" descr="Xbox Logo png transparent">
              <a:extLst>
                <a:ext uri="{FF2B5EF4-FFF2-40B4-BE49-F238E27FC236}">
                  <a16:creationId xmlns:a16="http://schemas.microsoft.com/office/drawing/2014/main" id="{11F69C89-9E05-877D-0E51-C00BFDA5B31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78181" y="2386389"/>
              <a:ext cx="886721" cy="876776"/>
            </a:xfrm>
            <a:prstGeom prst="rect">
              <a:avLst/>
            </a:prstGeom>
            <a:noFill/>
            <a:extLst>
              <a:ext uri="{909E8E84-426E-40DD-AFC4-6F175D3DCCD1}">
                <a14:hiddenFill xmlns:a14="http://schemas.microsoft.com/office/drawing/2010/main">
                  <a:solidFill>
                    <a:srgbClr val="FFFFFF"/>
                  </a:solidFill>
                </a14:hiddenFill>
              </a:ext>
            </a:extLst>
          </p:spPr>
        </p:pic>
      </p:grpSp>
      <p:pic>
        <p:nvPicPr>
          <p:cNvPr id="36" name="Graphic 35">
            <a:extLst>
              <a:ext uri="{FF2B5EF4-FFF2-40B4-BE49-F238E27FC236}">
                <a16:creationId xmlns:a16="http://schemas.microsoft.com/office/drawing/2014/main" id="{953BEB23-7767-14A2-07D6-2AEECED99F58}"/>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10"/>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877257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Content Placeholder 2">
            <a:extLst>
              <a:ext uri="{FF2B5EF4-FFF2-40B4-BE49-F238E27FC236}">
                <a16:creationId xmlns:a16="http://schemas.microsoft.com/office/drawing/2014/main" id="{46CB0D0A-8A63-F637-87F6-72BCFD308F19}"/>
              </a:ext>
            </a:extLst>
          </p:cNvPr>
          <p:cNvGraphicFramePr>
            <a:graphicFrameLocks noGrp="1"/>
          </p:cNvGraphicFramePr>
          <p:nvPr>
            <p:ph idx="1"/>
            <p:extLst>
              <p:ext uri="{D42A27DB-BD31-4B8C-83A1-F6EECF244321}">
                <p14:modId xmlns:p14="http://schemas.microsoft.com/office/powerpoint/2010/main" val="93959498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7">
            <a:extLst>
              <a:ext uri="{FF2B5EF4-FFF2-40B4-BE49-F238E27FC236}">
                <a16:creationId xmlns:a16="http://schemas.microsoft.com/office/drawing/2014/main" id="{C57425E8-1C2E-321B-9F9E-4FE8AE7013C8}"/>
              </a:ext>
            </a:extLst>
          </p:cNvPr>
          <p:cNvSpPr txBox="1"/>
          <p:nvPr/>
        </p:nvSpPr>
        <p:spPr>
          <a:xfrm>
            <a:off x="1087909" y="211727"/>
            <a:ext cx="7876054" cy="630942"/>
          </a:xfrm>
          <a:prstGeom prst="rect">
            <a:avLst/>
          </a:prstGeom>
          <a:noFill/>
        </p:spPr>
        <p:txBody>
          <a:bodyPr wrap="square" rtlCol="0" anchor="ctr">
            <a:spAutoFit/>
          </a:bodyPr>
          <a:lstStyle/>
          <a:p>
            <a:r>
              <a:rPr lang="en-US" sz="3500" dirty="0">
                <a:solidFill>
                  <a:srgbClr val="272936"/>
                </a:solidFill>
                <a:latin typeface="Century Gothic" panose="020B0502020202020204" pitchFamily="34" charset="0"/>
              </a:rPr>
              <a:t>What the Game Dashboard brings.</a:t>
            </a:r>
          </a:p>
        </p:txBody>
      </p:sp>
      <p:sp>
        <p:nvSpPr>
          <p:cNvPr id="5" name="TextBox 10">
            <a:extLst>
              <a:ext uri="{FF2B5EF4-FFF2-40B4-BE49-F238E27FC236}">
                <a16:creationId xmlns:a16="http://schemas.microsoft.com/office/drawing/2014/main" id="{4D16D8BB-F37C-BA43-220A-1245035B5FEC}"/>
              </a:ext>
            </a:extLst>
          </p:cNvPr>
          <p:cNvSpPr txBox="1"/>
          <p:nvPr/>
        </p:nvSpPr>
        <p:spPr>
          <a:xfrm>
            <a:off x="1324801" y="855684"/>
            <a:ext cx="3214033" cy="307777"/>
          </a:xfrm>
          <a:prstGeom prst="rect">
            <a:avLst/>
          </a:prstGeom>
          <a:noFill/>
        </p:spPr>
        <p:txBody>
          <a:bodyPr wrap="square" lIns="108000" rIns="108000" rtlCol="0">
            <a:spAutoFit/>
          </a:bodyPr>
          <a:lstStyle/>
          <a:p>
            <a:r>
              <a:rPr lang="en-US" altLang="ko-KR" sz="1400" spc="600" dirty="0">
                <a:solidFill>
                  <a:srgbClr val="9E9CB4"/>
                </a:solidFill>
                <a:latin typeface="Century Gothic" panose="020B0502020202020204" pitchFamily="34" charset="0"/>
                <a:cs typeface="Arial" panose="020B0604020202020204" pitchFamily="34" charset="0"/>
              </a:rPr>
              <a:t>Solution Statement</a:t>
            </a:r>
            <a:endParaRPr lang="ko-KR" altLang="en-US" sz="1400" spc="600" dirty="0">
              <a:solidFill>
                <a:srgbClr val="9E9CB4"/>
              </a:solidFill>
              <a:latin typeface="Century Gothic" panose="020B0502020202020204" pitchFamily="34" charset="0"/>
              <a:cs typeface="Arial" panose="020B0604020202020204" pitchFamily="34" charset="0"/>
            </a:endParaRPr>
          </a:p>
        </p:txBody>
      </p:sp>
      <p:sp>
        <p:nvSpPr>
          <p:cNvPr id="6" name="Forma libre: forma 65">
            <a:extLst>
              <a:ext uri="{FF2B5EF4-FFF2-40B4-BE49-F238E27FC236}">
                <a16:creationId xmlns:a16="http://schemas.microsoft.com/office/drawing/2014/main" id="{95DAE190-D803-2EAD-055E-F2F8D171CB80}"/>
              </a:ext>
            </a:extLst>
          </p:cNvPr>
          <p:cNvSpPr/>
          <p:nvPr/>
        </p:nvSpPr>
        <p:spPr>
          <a:xfrm>
            <a:off x="506706" y="286751"/>
            <a:ext cx="567229" cy="319634"/>
          </a:xfrm>
          <a:custGeom>
            <a:avLst/>
            <a:gdLst>
              <a:gd name="connsiteX0" fmla="*/ 283657 w 567229"/>
              <a:gd name="connsiteY0" fmla="*/ 258695 h 319634"/>
              <a:gd name="connsiteX1" fmla="*/ 40974 w 567229"/>
              <a:gd name="connsiteY1" fmla="*/ 258695 h 319634"/>
              <a:gd name="connsiteX2" fmla="*/ 30668 w 567229"/>
              <a:gd name="connsiteY2" fmla="*/ 268702 h 319634"/>
              <a:gd name="connsiteX3" fmla="*/ 30609 w 567229"/>
              <a:gd name="connsiteY3" fmla="*/ 281876 h 319634"/>
              <a:gd name="connsiteX4" fmla="*/ 37898 w 567229"/>
              <a:gd name="connsiteY4" fmla="*/ 289135 h 319634"/>
              <a:gd name="connsiteX5" fmla="*/ 92624 w 567229"/>
              <a:gd name="connsiteY5" fmla="*/ 289075 h 319634"/>
              <a:gd name="connsiteX6" fmla="*/ 97881 w 567229"/>
              <a:gd name="connsiteY6" fmla="*/ 297081 h 319634"/>
              <a:gd name="connsiteX7" fmla="*/ 94058 w 567229"/>
              <a:gd name="connsiteY7" fmla="*/ 313660 h 319634"/>
              <a:gd name="connsiteX8" fmla="*/ 88113 w 567229"/>
              <a:gd name="connsiteY8" fmla="*/ 319575 h 319634"/>
              <a:gd name="connsiteX9" fmla="*/ 17555 w 567229"/>
              <a:gd name="connsiteY9" fmla="*/ 319425 h 319634"/>
              <a:gd name="connsiteX10" fmla="*/ 348 w 567229"/>
              <a:gd name="connsiteY10" fmla="*/ 302189 h 319634"/>
              <a:gd name="connsiteX11" fmla="*/ 348 w 567229"/>
              <a:gd name="connsiteY11" fmla="*/ 244834 h 319634"/>
              <a:gd name="connsiteX12" fmla="*/ 14956 w 567229"/>
              <a:gd name="connsiteY12" fmla="*/ 228643 h 319634"/>
              <a:gd name="connsiteX13" fmla="*/ 22334 w 567229"/>
              <a:gd name="connsiteY13" fmla="*/ 221175 h 319634"/>
              <a:gd name="connsiteX14" fmla="*/ 57643 w 567229"/>
              <a:gd name="connsiteY14" fmla="*/ 64316 h 319634"/>
              <a:gd name="connsiteX15" fmla="*/ 139254 w 567229"/>
              <a:gd name="connsiteY15" fmla="*/ 120 h 319634"/>
              <a:gd name="connsiteX16" fmla="*/ 423490 w 567229"/>
              <a:gd name="connsiteY16" fmla="*/ 0 h 319634"/>
              <a:gd name="connsiteX17" fmla="*/ 516004 w 567229"/>
              <a:gd name="connsiteY17" fmla="*/ 74860 h 319634"/>
              <a:gd name="connsiteX18" fmla="*/ 537393 w 567229"/>
              <a:gd name="connsiteY18" fmla="*/ 172692 h 319634"/>
              <a:gd name="connsiteX19" fmla="*/ 547938 w 567229"/>
              <a:gd name="connsiteY19" fmla="*/ 221623 h 319634"/>
              <a:gd name="connsiteX20" fmla="*/ 554808 w 567229"/>
              <a:gd name="connsiteY20" fmla="*/ 229181 h 319634"/>
              <a:gd name="connsiteX21" fmla="*/ 566907 w 567229"/>
              <a:gd name="connsiteY21" fmla="*/ 244565 h 319634"/>
              <a:gd name="connsiteX22" fmla="*/ 566787 w 567229"/>
              <a:gd name="connsiteY22" fmla="*/ 303234 h 319634"/>
              <a:gd name="connsiteX23" fmla="*/ 548326 w 567229"/>
              <a:gd name="connsiteY23" fmla="*/ 319485 h 319634"/>
              <a:gd name="connsiteX24" fmla="*/ 314874 w 567229"/>
              <a:gd name="connsiteY24" fmla="*/ 319634 h 319634"/>
              <a:gd name="connsiteX25" fmla="*/ 305852 w 567229"/>
              <a:gd name="connsiteY25" fmla="*/ 311031 h 319634"/>
              <a:gd name="connsiteX26" fmla="*/ 301043 w 567229"/>
              <a:gd name="connsiteY26" fmla="*/ 294064 h 319634"/>
              <a:gd name="connsiteX27" fmla="*/ 304090 w 567229"/>
              <a:gd name="connsiteY27" fmla="*/ 289075 h 319634"/>
              <a:gd name="connsiteX28" fmla="*/ 309377 w 567229"/>
              <a:gd name="connsiteY28" fmla="*/ 289015 h 319634"/>
              <a:gd name="connsiteX29" fmla="*/ 526340 w 567229"/>
              <a:gd name="connsiteY29" fmla="*/ 289045 h 319634"/>
              <a:gd name="connsiteX30" fmla="*/ 536795 w 567229"/>
              <a:gd name="connsiteY30" fmla="*/ 278440 h 319634"/>
              <a:gd name="connsiteX31" fmla="*/ 517080 w 567229"/>
              <a:gd name="connsiteY31" fmla="*/ 258665 h 319634"/>
              <a:gd name="connsiteX32" fmla="*/ 283627 w 567229"/>
              <a:gd name="connsiteY32" fmla="*/ 258665 h 319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67229" h="319634">
                <a:moveTo>
                  <a:pt x="283657" y="258695"/>
                </a:moveTo>
                <a:cubicBezTo>
                  <a:pt x="202763" y="258695"/>
                  <a:pt x="121869" y="258695"/>
                  <a:pt x="40974" y="258695"/>
                </a:cubicBezTo>
                <a:cubicBezTo>
                  <a:pt x="34104" y="258695"/>
                  <a:pt x="30668" y="262031"/>
                  <a:pt x="30668" y="268702"/>
                </a:cubicBezTo>
                <a:cubicBezTo>
                  <a:pt x="30668" y="273093"/>
                  <a:pt x="30937" y="277514"/>
                  <a:pt x="30609" y="281876"/>
                </a:cubicBezTo>
                <a:cubicBezTo>
                  <a:pt x="30220" y="287372"/>
                  <a:pt x="32521" y="289194"/>
                  <a:pt x="37898" y="289135"/>
                </a:cubicBezTo>
                <a:cubicBezTo>
                  <a:pt x="56150" y="288926"/>
                  <a:pt x="74402" y="289045"/>
                  <a:pt x="92624" y="289075"/>
                </a:cubicBezTo>
                <a:cubicBezTo>
                  <a:pt x="101436" y="289075"/>
                  <a:pt x="101436" y="289135"/>
                  <a:pt x="97881" y="297081"/>
                </a:cubicBezTo>
                <a:cubicBezTo>
                  <a:pt x="95521" y="302338"/>
                  <a:pt x="94028" y="307865"/>
                  <a:pt x="94058" y="313660"/>
                </a:cubicBezTo>
                <a:cubicBezTo>
                  <a:pt x="94058" y="317812"/>
                  <a:pt x="92295" y="319604"/>
                  <a:pt x="88113" y="319575"/>
                </a:cubicBezTo>
                <a:cubicBezTo>
                  <a:pt x="64603" y="319485"/>
                  <a:pt x="41064" y="319694"/>
                  <a:pt x="17555" y="319425"/>
                </a:cubicBezTo>
                <a:cubicBezTo>
                  <a:pt x="7547" y="319306"/>
                  <a:pt x="617" y="312674"/>
                  <a:pt x="348" y="302189"/>
                </a:cubicBezTo>
                <a:cubicBezTo>
                  <a:pt x="-160" y="283071"/>
                  <a:pt x="-70" y="263952"/>
                  <a:pt x="348" y="244834"/>
                </a:cubicBezTo>
                <a:cubicBezTo>
                  <a:pt x="557" y="235992"/>
                  <a:pt x="6173" y="230017"/>
                  <a:pt x="14956" y="228643"/>
                </a:cubicBezTo>
                <a:cubicBezTo>
                  <a:pt x="19825" y="227896"/>
                  <a:pt x="21348" y="225656"/>
                  <a:pt x="22334" y="221175"/>
                </a:cubicBezTo>
                <a:cubicBezTo>
                  <a:pt x="33925" y="168869"/>
                  <a:pt x="45396" y="116503"/>
                  <a:pt x="57643" y="64316"/>
                </a:cubicBezTo>
                <a:cubicBezTo>
                  <a:pt x="66605" y="26109"/>
                  <a:pt x="100032" y="180"/>
                  <a:pt x="139254" y="120"/>
                </a:cubicBezTo>
                <a:cubicBezTo>
                  <a:pt x="234009" y="0"/>
                  <a:pt x="328735" y="210"/>
                  <a:pt x="423490" y="0"/>
                </a:cubicBezTo>
                <a:cubicBezTo>
                  <a:pt x="474034" y="-119"/>
                  <a:pt x="505728" y="25452"/>
                  <a:pt x="516004" y="74860"/>
                </a:cubicBezTo>
                <a:cubicBezTo>
                  <a:pt x="522785" y="107541"/>
                  <a:pt x="530253" y="140072"/>
                  <a:pt x="537393" y="172692"/>
                </a:cubicBezTo>
                <a:cubicBezTo>
                  <a:pt x="540948" y="189003"/>
                  <a:pt x="544562" y="205283"/>
                  <a:pt x="547938" y="221623"/>
                </a:cubicBezTo>
                <a:cubicBezTo>
                  <a:pt x="548774" y="225716"/>
                  <a:pt x="550507" y="228106"/>
                  <a:pt x="554808" y="229181"/>
                </a:cubicBezTo>
                <a:cubicBezTo>
                  <a:pt x="562575" y="231153"/>
                  <a:pt x="566787" y="236828"/>
                  <a:pt x="566907" y="244565"/>
                </a:cubicBezTo>
                <a:cubicBezTo>
                  <a:pt x="567235" y="264102"/>
                  <a:pt x="567474" y="283698"/>
                  <a:pt x="566787" y="303234"/>
                </a:cubicBezTo>
                <a:cubicBezTo>
                  <a:pt x="566399" y="314108"/>
                  <a:pt x="559498" y="319485"/>
                  <a:pt x="548326" y="319485"/>
                </a:cubicBezTo>
                <a:cubicBezTo>
                  <a:pt x="470509" y="319515"/>
                  <a:pt x="392691" y="319455"/>
                  <a:pt x="314874" y="319634"/>
                </a:cubicBezTo>
                <a:cubicBezTo>
                  <a:pt x="308392" y="319634"/>
                  <a:pt x="305703" y="317693"/>
                  <a:pt x="305852" y="311031"/>
                </a:cubicBezTo>
                <a:cubicBezTo>
                  <a:pt x="306002" y="305027"/>
                  <a:pt x="303821" y="299381"/>
                  <a:pt x="301043" y="294064"/>
                </a:cubicBezTo>
                <a:cubicBezTo>
                  <a:pt x="299221" y="290569"/>
                  <a:pt x="300565" y="289194"/>
                  <a:pt x="304090" y="289075"/>
                </a:cubicBezTo>
                <a:cubicBezTo>
                  <a:pt x="305852" y="289015"/>
                  <a:pt x="307615" y="289015"/>
                  <a:pt x="309377" y="289015"/>
                </a:cubicBezTo>
                <a:cubicBezTo>
                  <a:pt x="381698" y="289015"/>
                  <a:pt x="454019" y="289015"/>
                  <a:pt x="526340" y="289045"/>
                </a:cubicBezTo>
                <a:cubicBezTo>
                  <a:pt x="533309" y="289045"/>
                  <a:pt x="536795" y="285510"/>
                  <a:pt x="536795" y="278440"/>
                </a:cubicBezTo>
                <a:cubicBezTo>
                  <a:pt x="536816" y="265257"/>
                  <a:pt x="530244" y="258665"/>
                  <a:pt x="517080" y="258665"/>
                </a:cubicBezTo>
                <a:cubicBezTo>
                  <a:pt x="439262" y="258665"/>
                  <a:pt x="361445" y="258665"/>
                  <a:pt x="283627" y="258665"/>
                </a:cubicBezTo>
                <a:close/>
              </a:path>
            </a:pathLst>
          </a:custGeom>
          <a:solidFill>
            <a:srgbClr val="000000"/>
          </a:solidFill>
          <a:ln w="2970" cap="flat">
            <a:noFill/>
            <a:prstDash val="solid"/>
            <a:miter/>
          </a:ln>
        </p:spPr>
        <p:txBody>
          <a:bodyPr rtlCol="0" anchor="ctr"/>
          <a:lstStyle/>
          <a:p>
            <a:endParaRPr lang="LID4096"/>
          </a:p>
        </p:txBody>
      </p:sp>
      <p:grpSp>
        <p:nvGrpSpPr>
          <p:cNvPr id="7" name="Grupo 66">
            <a:extLst>
              <a:ext uri="{FF2B5EF4-FFF2-40B4-BE49-F238E27FC236}">
                <a16:creationId xmlns:a16="http://schemas.microsoft.com/office/drawing/2014/main" id="{9DBEEC73-CC86-8631-57DA-30C3862403A9}"/>
              </a:ext>
            </a:extLst>
          </p:cNvPr>
          <p:cNvGrpSpPr/>
          <p:nvPr/>
        </p:nvGrpSpPr>
        <p:grpSpPr>
          <a:xfrm>
            <a:off x="241063" y="584897"/>
            <a:ext cx="545369" cy="495206"/>
            <a:chOff x="119056" y="424744"/>
            <a:chExt cx="545369" cy="495206"/>
          </a:xfrm>
        </p:grpSpPr>
        <p:sp>
          <p:nvSpPr>
            <p:cNvPr id="8" name="Forma libre: forma 67">
              <a:extLst>
                <a:ext uri="{FF2B5EF4-FFF2-40B4-BE49-F238E27FC236}">
                  <a16:creationId xmlns:a16="http://schemas.microsoft.com/office/drawing/2014/main" id="{CC0D7046-BCA3-0BD7-5EEA-7AB67A73892D}"/>
                </a:ext>
              </a:extLst>
            </p:cNvPr>
            <p:cNvSpPr/>
            <p:nvPr/>
          </p:nvSpPr>
          <p:spPr>
            <a:xfrm>
              <a:off x="119056" y="424744"/>
              <a:ext cx="545369" cy="495206"/>
            </a:xfrm>
            <a:custGeom>
              <a:avLst/>
              <a:gdLst>
                <a:gd name="connsiteX0" fmla="*/ 466404 w 545369"/>
                <a:gd name="connsiteY0" fmla="*/ 40 h 495206"/>
                <a:gd name="connsiteX1" fmla="*/ 525761 w 545369"/>
                <a:gd name="connsiteY1" fmla="*/ 40 h 495206"/>
                <a:gd name="connsiteX2" fmla="*/ 544998 w 545369"/>
                <a:gd name="connsiteY2" fmla="*/ 17665 h 495206"/>
                <a:gd name="connsiteX3" fmla="*/ 544371 w 545369"/>
                <a:gd name="connsiteY3" fmla="*/ 64385 h 495206"/>
                <a:gd name="connsiteX4" fmla="*/ 527852 w 545369"/>
                <a:gd name="connsiteY4" fmla="*/ 78156 h 495206"/>
                <a:gd name="connsiteX5" fmla="*/ 492901 w 545369"/>
                <a:gd name="connsiteY5" fmla="*/ 78066 h 495206"/>
                <a:gd name="connsiteX6" fmla="*/ 480892 w 545369"/>
                <a:gd name="connsiteY6" fmla="*/ 86849 h 495206"/>
                <a:gd name="connsiteX7" fmla="*/ 461774 w 545369"/>
                <a:gd name="connsiteY7" fmla="*/ 145040 h 495206"/>
                <a:gd name="connsiteX8" fmla="*/ 370066 w 545369"/>
                <a:gd name="connsiteY8" fmla="*/ 195196 h 495206"/>
                <a:gd name="connsiteX9" fmla="*/ 302316 w 545369"/>
                <a:gd name="connsiteY9" fmla="*/ 151881 h 495206"/>
                <a:gd name="connsiteX10" fmla="*/ 264258 w 545369"/>
                <a:gd name="connsiteY10" fmla="*/ 144741 h 495206"/>
                <a:gd name="connsiteX11" fmla="*/ 237104 w 545369"/>
                <a:gd name="connsiteY11" fmla="*/ 177900 h 495206"/>
                <a:gd name="connsiteX12" fmla="*/ 239285 w 545369"/>
                <a:gd name="connsiteY12" fmla="*/ 183247 h 495206"/>
                <a:gd name="connsiteX13" fmla="*/ 254161 w 545369"/>
                <a:gd name="connsiteY13" fmla="*/ 199736 h 495206"/>
                <a:gd name="connsiteX14" fmla="*/ 260435 w 545369"/>
                <a:gd name="connsiteY14" fmla="*/ 203978 h 495206"/>
                <a:gd name="connsiteX15" fmla="*/ 280121 w 545369"/>
                <a:gd name="connsiteY15" fmla="*/ 205472 h 495206"/>
                <a:gd name="connsiteX16" fmla="*/ 285557 w 545369"/>
                <a:gd name="connsiteY16" fmla="*/ 201111 h 495206"/>
                <a:gd name="connsiteX17" fmla="*/ 303511 w 545369"/>
                <a:gd name="connsiteY17" fmla="*/ 183277 h 495206"/>
                <a:gd name="connsiteX18" fmla="*/ 326721 w 545369"/>
                <a:gd name="connsiteY18" fmla="*/ 195704 h 495206"/>
                <a:gd name="connsiteX19" fmla="*/ 335892 w 545369"/>
                <a:gd name="connsiteY19" fmla="*/ 199079 h 495206"/>
                <a:gd name="connsiteX20" fmla="*/ 387302 w 545369"/>
                <a:gd name="connsiteY20" fmla="*/ 220587 h 495206"/>
                <a:gd name="connsiteX21" fmla="*/ 402985 w 545369"/>
                <a:gd name="connsiteY21" fmla="*/ 263484 h 495206"/>
                <a:gd name="connsiteX22" fmla="*/ 430946 w 545369"/>
                <a:gd name="connsiteY22" fmla="*/ 400538 h 495206"/>
                <a:gd name="connsiteX23" fmla="*/ 412156 w 545369"/>
                <a:gd name="connsiteY23" fmla="*/ 470917 h 495206"/>
                <a:gd name="connsiteX24" fmla="*/ 362658 w 545369"/>
                <a:gd name="connsiteY24" fmla="*/ 493710 h 495206"/>
                <a:gd name="connsiteX25" fmla="*/ 297805 w 545369"/>
                <a:gd name="connsiteY25" fmla="*/ 439253 h 495206"/>
                <a:gd name="connsiteX26" fmla="*/ 265005 w 545369"/>
                <a:gd name="connsiteY26" fmla="*/ 400927 h 495206"/>
                <a:gd name="connsiteX27" fmla="*/ 228202 w 545369"/>
                <a:gd name="connsiteY27" fmla="*/ 397939 h 495206"/>
                <a:gd name="connsiteX28" fmla="*/ 205529 w 545369"/>
                <a:gd name="connsiteY28" fmla="*/ 397282 h 495206"/>
                <a:gd name="connsiteX29" fmla="*/ 142200 w 545369"/>
                <a:gd name="connsiteY29" fmla="*/ 422614 h 495206"/>
                <a:gd name="connsiteX30" fmla="*/ 137181 w 545369"/>
                <a:gd name="connsiteY30" fmla="*/ 440866 h 495206"/>
                <a:gd name="connsiteX31" fmla="*/ 59065 w 545369"/>
                <a:gd name="connsiteY31" fmla="*/ 493829 h 495206"/>
                <a:gd name="connsiteX32" fmla="*/ 247 w 545369"/>
                <a:gd name="connsiteY32" fmla="*/ 418312 h 495206"/>
                <a:gd name="connsiteX33" fmla="*/ 6490 w 545369"/>
                <a:gd name="connsiteY33" fmla="*/ 393458 h 495206"/>
                <a:gd name="connsiteX34" fmla="*/ 28267 w 545369"/>
                <a:gd name="connsiteY34" fmla="*/ 271848 h 495206"/>
                <a:gd name="connsiteX35" fmla="*/ 39140 w 545369"/>
                <a:gd name="connsiteY35" fmla="*/ 228414 h 495206"/>
                <a:gd name="connsiteX36" fmla="*/ 96645 w 545369"/>
                <a:gd name="connsiteY36" fmla="*/ 200394 h 495206"/>
                <a:gd name="connsiteX37" fmla="*/ 109908 w 545369"/>
                <a:gd name="connsiteY37" fmla="*/ 193732 h 495206"/>
                <a:gd name="connsiteX38" fmla="*/ 131506 w 545369"/>
                <a:gd name="connsiteY38" fmla="*/ 184531 h 495206"/>
                <a:gd name="connsiteX39" fmla="*/ 148145 w 545369"/>
                <a:gd name="connsiteY39" fmla="*/ 199527 h 495206"/>
                <a:gd name="connsiteX40" fmla="*/ 156539 w 545369"/>
                <a:gd name="connsiteY40" fmla="*/ 205412 h 495206"/>
                <a:gd name="connsiteX41" fmla="*/ 167651 w 545369"/>
                <a:gd name="connsiteY41" fmla="*/ 204217 h 495206"/>
                <a:gd name="connsiteX42" fmla="*/ 180526 w 545369"/>
                <a:gd name="connsiteY42" fmla="*/ 195853 h 495206"/>
                <a:gd name="connsiteX43" fmla="*/ 196299 w 545369"/>
                <a:gd name="connsiteY43" fmla="*/ 181305 h 495206"/>
                <a:gd name="connsiteX44" fmla="*/ 200720 w 545369"/>
                <a:gd name="connsiteY44" fmla="*/ 176137 h 495206"/>
                <a:gd name="connsiteX45" fmla="*/ 223214 w 545369"/>
                <a:gd name="connsiteY45" fmla="*/ 138379 h 495206"/>
                <a:gd name="connsiteX46" fmla="*/ 270352 w 545369"/>
                <a:gd name="connsiteY46" fmla="*/ 113644 h 495206"/>
                <a:gd name="connsiteX47" fmla="*/ 316923 w 545369"/>
                <a:gd name="connsiteY47" fmla="*/ 128252 h 495206"/>
                <a:gd name="connsiteX48" fmla="*/ 357550 w 545369"/>
                <a:gd name="connsiteY48" fmla="*/ 158513 h 495206"/>
                <a:gd name="connsiteX49" fmla="*/ 420013 w 545369"/>
                <a:gd name="connsiteY49" fmla="*/ 157318 h 495206"/>
                <a:gd name="connsiteX50" fmla="*/ 448481 w 545369"/>
                <a:gd name="connsiteY50" fmla="*/ 118782 h 495206"/>
                <a:gd name="connsiteX51" fmla="*/ 450184 w 545369"/>
                <a:gd name="connsiteY51" fmla="*/ 83951 h 495206"/>
                <a:gd name="connsiteX52" fmla="*/ 444269 w 545369"/>
                <a:gd name="connsiteY52" fmla="*/ 78186 h 495206"/>
                <a:gd name="connsiteX53" fmla="*/ 405345 w 545369"/>
                <a:gd name="connsiteY53" fmla="*/ 78186 h 495206"/>
                <a:gd name="connsiteX54" fmla="*/ 386556 w 545369"/>
                <a:gd name="connsiteY54" fmla="*/ 59426 h 495206"/>
                <a:gd name="connsiteX55" fmla="*/ 386556 w 545369"/>
                <a:gd name="connsiteY55" fmla="*/ 19188 h 495206"/>
                <a:gd name="connsiteX56" fmla="*/ 405614 w 545369"/>
                <a:gd name="connsiteY56" fmla="*/ 40 h 495206"/>
                <a:gd name="connsiteX57" fmla="*/ 466285 w 545369"/>
                <a:gd name="connsiteY57" fmla="*/ 40 h 495206"/>
                <a:gd name="connsiteX58" fmla="*/ 81051 w 545369"/>
                <a:gd name="connsiteY58" fmla="*/ 307635 h 495206"/>
                <a:gd name="connsiteX59" fmla="*/ 127921 w 545369"/>
                <a:gd name="connsiteY59" fmla="*/ 354624 h 495206"/>
                <a:gd name="connsiteX60" fmla="*/ 174671 w 545369"/>
                <a:gd name="connsiteY60" fmla="*/ 307576 h 495206"/>
                <a:gd name="connsiteX61" fmla="*/ 127533 w 545369"/>
                <a:gd name="connsiteY61" fmla="*/ 260377 h 495206"/>
                <a:gd name="connsiteX62" fmla="*/ 81051 w 545369"/>
                <a:gd name="connsiteY62" fmla="*/ 307665 h 495206"/>
                <a:gd name="connsiteX63" fmla="*/ 305393 w 545369"/>
                <a:gd name="connsiteY63" fmla="*/ 353340 h 495206"/>
                <a:gd name="connsiteX64" fmla="*/ 352441 w 545369"/>
                <a:gd name="connsiteY64" fmla="*/ 305783 h 495206"/>
                <a:gd name="connsiteX65" fmla="*/ 305602 w 545369"/>
                <a:gd name="connsiteY65" fmla="*/ 259063 h 495206"/>
                <a:gd name="connsiteX66" fmla="*/ 258164 w 545369"/>
                <a:gd name="connsiteY66" fmla="*/ 307247 h 495206"/>
                <a:gd name="connsiteX67" fmla="*/ 305363 w 545369"/>
                <a:gd name="connsiteY67" fmla="*/ 353340 h 495206"/>
                <a:gd name="connsiteX68" fmla="*/ 216522 w 545369"/>
                <a:gd name="connsiteY68" fmla="*/ 370606 h 495206"/>
                <a:gd name="connsiteX69" fmla="*/ 241735 w 545369"/>
                <a:gd name="connsiteY69" fmla="*/ 345812 h 495206"/>
                <a:gd name="connsiteX70" fmla="*/ 217239 w 545369"/>
                <a:gd name="connsiteY70" fmla="*/ 320899 h 495206"/>
                <a:gd name="connsiteX71" fmla="*/ 191937 w 545369"/>
                <a:gd name="connsiteY71" fmla="*/ 345394 h 495206"/>
                <a:gd name="connsiteX72" fmla="*/ 216522 w 545369"/>
                <a:gd name="connsiteY72" fmla="*/ 370576 h 495206"/>
                <a:gd name="connsiteX73" fmla="*/ 215716 w 545369"/>
                <a:gd name="connsiteY73" fmla="*/ 249324 h 495206"/>
                <a:gd name="connsiteX74" fmla="*/ 215716 w 545369"/>
                <a:gd name="connsiteY74" fmla="*/ 249145 h 495206"/>
                <a:gd name="connsiteX75" fmla="*/ 259807 w 545369"/>
                <a:gd name="connsiteY75" fmla="*/ 249145 h 495206"/>
                <a:gd name="connsiteX76" fmla="*/ 269605 w 545369"/>
                <a:gd name="connsiteY76" fmla="*/ 240034 h 495206"/>
                <a:gd name="connsiteX77" fmla="*/ 260285 w 545369"/>
                <a:gd name="connsiteY77" fmla="*/ 231252 h 495206"/>
                <a:gd name="connsiteX78" fmla="*/ 172102 w 545369"/>
                <a:gd name="connsiteY78" fmla="*/ 231461 h 495206"/>
                <a:gd name="connsiteX79" fmla="*/ 162872 w 545369"/>
                <a:gd name="connsiteY79" fmla="*/ 240602 h 495206"/>
                <a:gd name="connsiteX80" fmla="*/ 172311 w 545369"/>
                <a:gd name="connsiteY80" fmla="*/ 249354 h 495206"/>
                <a:gd name="connsiteX81" fmla="*/ 215746 w 545369"/>
                <a:gd name="connsiteY81" fmla="*/ 249354 h 495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45369" h="495206">
                  <a:moveTo>
                    <a:pt x="466404" y="40"/>
                  </a:moveTo>
                  <a:cubicBezTo>
                    <a:pt x="486180" y="40"/>
                    <a:pt x="505985" y="10"/>
                    <a:pt x="525761" y="40"/>
                  </a:cubicBezTo>
                  <a:cubicBezTo>
                    <a:pt x="538038" y="70"/>
                    <a:pt x="544610" y="5596"/>
                    <a:pt x="544998" y="17665"/>
                  </a:cubicBezTo>
                  <a:cubicBezTo>
                    <a:pt x="545506" y="33228"/>
                    <a:pt x="545656" y="48851"/>
                    <a:pt x="544371" y="64385"/>
                  </a:cubicBezTo>
                  <a:cubicBezTo>
                    <a:pt x="543714" y="72540"/>
                    <a:pt x="536993" y="78036"/>
                    <a:pt x="527852" y="78156"/>
                  </a:cubicBezTo>
                  <a:cubicBezTo>
                    <a:pt x="516202" y="78305"/>
                    <a:pt x="504521" y="78664"/>
                    <a:pt x="492901" y="78066"/>
                  </a:cubicBezTo>
                  <a:cubicBezTo>
                    <a:pt x="485851" y="77678"/>
                    <a:pt x="482894" y="80217"/>
                    <a:pt x="480892" y="86849"/>
                  </a:cubicBezTo>
                  <a:cubicBezTo>
                    <a:pt x="474948" y="106385"/>
                    <a:pt x="468764" y="125862"/>
                    <a:pt x="461774" y="145040"/>
                  </a:cubicBezTo>
                  <a:cubicBezTo>
                    <a:pt x="446360" y="187399"/>
                    <a:pt x="408900" y="202634"/>
                    <a:pt x="370066" y="195196"/>
                  </a:cubicBezTo>
                  <a:cubicBezTo>
                    <a:pt x="341956" y="189819"/>
                    <a:pt x="319283" y="175271"/>
                    <a:pt x="302316" y="151881"/>
                  </a:cubicBezTo>
                  <a:cubicBezTo>
                    <a:pt x="291263" y="136616"/>
                    <a:pt x="280598" y="134973"/>
                    <a:pt x="264258" y="144741"/>
                  </a:cubicBezTo>
                  <a:cubicBezTo>
                    <a:pt x="251174" y="152568"/>
                    <a:pt x="243646" y="164816"/>
                    <a:pt x="237104" y="177900"/>
                  </a:cubicBezTo>
                  <a:cubicBezTo>
                    <a:pt x="235760" y="180588"/>
                    <a:pt x="237373" y="181873"/>
                    <a:pt x="239285" y="183247"/>
                  </a:cubicBezTo>
                  <a:cubicBezTo>
                    <a:pt x="245469" y="187638"/>
                    <a:pt x="250607" y="192985"/>
                    <a:pt x="254161" y="199736"/>
                  </a:cubicBezTo>
                  <a:cubicBezTo>
                    <a:pt x="255506" y="202335"/>
                    <a:pt x="257686" y="203620"/>
                    <a:pt x="260435" y="203978"/>
                  </a:cubicBezTo>
                  <a:cubicBezTo>
                    <a:pt x="266977" y="204845"/>
                    <a:pt x="273489" y="205741"/>
                    <a:pt x="280121" y="205472"/>
                  </a:cubicBezTo>
                  <a:cubicBezTo>
                    <a:pt x="283227" y="205352"/>
                    <a:pt x="284840" y="204307"/>
                    <a:pt x="285557" y="201111"/>
                  </a:cubicBezTo>
                  <a:cubicBezTo>
                    <a:pt x="287678" y="191372"/>
                    <a:pt x="293563" y="184830"/>
                    <a:pt x="303511" y="183277"/>
                  </a:cubicBezTo>
                  <a:cubicBezTo>
                    <a:pt x="314026" y="181634"/>
                    <a:pt x="321942" y="186234"/>
                    <a:pt x="326721" y="195704"/>
                  </a:cubicBezTo>
                  <a:cubicBezTo>
                    <a:pt x="328842" y="199886"/>
                    <a:pt x="332487" y="199049"/>
                    <a:pt x="335892" y="199079"/>
                  </a:cubicBezTo>
                  <a:cubicBezTo>
                    <a:pt x="355936" y="199348"/>
                    <a:pt x="373113" y="206039"/>
                    <a:pt x="387302" y="220587"/>
                  </a:cubicBezTo>
                  <a:cubicBezTo>
                    <a:pt x="399102" y="232686"/>
                    <a:pt x="401850" y="247681"/>
                    <a:pt x="402985" y="263484"/>
                  </a:cubicBezTo>
                  <a:cubicBezTo>
                    <a:pt x="406331" y="310384"/>
                    <a:pt x="415382" y="356088"/>
                    <a:pt x="430946" y="400538"/>
                  </a:cubicBezTo>
                  <a:cubicBezTo>
                    <a:pt x="440565" y="428021"/>
                    <a:pt x="431424" y="451082"/>
                    <a:pt x="412156" y="470917"/>
                  </a:cubicBezTo>
                  <a:cubicBezTo>
                    <a:pt x="398714" y="484748"/>
                    <a:pt x="382672" y="493740"/>
                    <a:pt x="362658" y="493710"/>
                  </a:cubicBezTo>
                  <a:cubicBezTo>
                    <a:pt x="332278" y="493680"/>
                    <a:pt x="302256" y="469304"/>
                    <a:pt x="297805" y="439253"/>
                  </a:cubicBezTo>
                  <a:cubicBezTo>
                    <a:pt x="294788" y="418880"/>
                    <a:pt x="282451" y="408006"/>
                    <a:pt x="265005" y="400927"/>
                  </a:cubicBezTo>
                  <a:cubicBezTo>
                    <a:pt x="253146" y="396117"/>
                    <a:pt x="240868" y="394683"/>
                    <a:pt x="228202" y="397939"/>
                  </a:cubicBezTo>
                  <a:cubicBezTo>
                    <a:pt x="220645" y="399881"/>
                    <a:pt x="213236" y="399612"/>
                    <a:pt x="205529" y="397282"/>
                  </a:cubicBezTo>
                  <a:cubicBezTo>
                    <a:pt x="184410" y="390919"/>
                    <a:pt x="153432" y="403764"/>
                    <a:pt x="142200" y="422614"/>
                  </a:cubicBezTo>
                  <a:cubicBezTo>
                    <a:pt x="138795" y="428349"/>
                    <a:pt x="138227" y="434652"/>
                    <a:pt x="137181" y="440866"/>
                  </a:cubicBezTo>
                  <a:cubicBezTo>
                    <a:pt x="131207" y="475936"/>
                    <a:pt x="93807" y="501537"/>
                    <a:pt x="59065" y="493829"/>
                  </a:cubicBezTo>
                  <a:cubicBezTo>
                    <a:pt x="28745" y="487108"/>
                    <a:pt x="-3129" y="453801"/>
                    <a:pt x="247" y="418312"/>
                  </a:cubicBezTo>
                  <a:cubicBezTo>
                    <a:pt x="1083" y="409649"/>
                    <a:pt x="4040" y="401614"/>
                    <a:pt x="6490" y="393458"/>
                  </a:cubicBezTo>
                  <a:cubicBezTo>
                    <a:pt x="18439" y="353758"/>
                    <a:pt x="26325" y="313371"/>
                    <a:pt x="28267" y="271848"/>
                  </a:cubicBezTo>
                  <a:cubicBezTo>
                    <a:pt x="28984" y="256763"/>
                    <a:pt x="29492" y="241319"/>
                    <a:pt x="39140" y="228414"/>
                  </a:cubicBezTo>
                  <a:cubicBezTo>
                    <a:pt x="53479" y="209236"/>
                    <a:pt x="72986" y="200304"/>
                    <a:pt x="96645" y="200394"/>
                  </a:cubicBezTo>
                  <a:cubicBezTo>
                    <a:pt x="102530" y="200394"/>
                    <a:pt x="106682" y="199826"/>
                    <a:pt x="109908" y="193732"/>
                  </a:cubicBezTo>
                  <a:cubicBezTo>
                    <a:pt x="114299" y="185517"/>
                    <a:pt x="122544" y="183097"/>
                    <a:pt x="131506" y="184531"/>
                  </a:cubicBezTo>
                  <a:cubicBezTo>
                    <a:pt x="140109" y="185905"/>
                    <a:pt x="145994" y="191223"/>
                    <a:pt x="148145" y="199527"/>
                  </a:cubicBezTo>
                  <a:cubicBezTo>
                    <a:pt x="149429" y="204606"/>
                    <a:pt x="152028" y="205890"/>
                    <a:pt x="156539" y="205412"/>
                  </a:cubicBezTo>
                  <a:cubicBezTo>
                    <a:pt x="160243" y="204994"/>
                    <a:pt x="163947" y="204546"/>
                    <a:pt x="167651" y="204217"/>
                  </a:cubicBezTo>
                  <a:cubicBezTo>
                    <a:pt x="173446" y="203709"/>
                    <a:pt x="177688" y="201678"/>
                    <a:pt x="180526" y="195853"/>
                  </a:cubicBezTo>
                  <a:cubicBezTo>
                    <a:pt x="183782" y="189251"/>
                    <a:pt x="189846" y="184860"/>
                    <a:pt x="196299" y="181305"/>
                  </a:cubicBezTo>
                  <a:cubicBezTo>
                    <a:pt x="198479" y="180110"/>
                    <a:pt x="200302" y="179035"/>
                    <a:pt x="200720" y="176137"/>
                  </a:cubicBezTo>
                  <a:cubicBezTo>
                    <a:pt x="203020" y="160484"/>
                    <a:pt x="212340" y="148864"/>
                    <a:pt x="223214" y="138379"/>
                  </a:cubicBezTo>
                  <a:cubicBezTo>
                    <a:pt x="236477" y="125563"/>
                    <a:pt x="252100" y="116870"/>
                    <a:pt x="270352" y="113644"/>
                  </a:cubicBezTo>
                  <a:cubicBezTo>
                    <a:pt x="288246" y="110478"/>
                    <a:pt x="304526" y="113853"/>
                    <a:pt x="316923" y="128252"/>
                  </a:cubicBezTo>
                  <a:cubicBezTo>
                    <a:pt x="328245" y="141426"/>
                    <a:pt x="340373" y="153255"/>
                    <a:pt x="357550" y="158513"/>
                  </a:cubicBezTo>
                  <a:cubicBezTo>
                    <a:pt x="378520" y="164935"/>
                    <a:pt x="399341" y="166250"/>
                    <a:pt x="420013" y="157318"/>
                  </a:cubicBezTo>
                  <a:cubicBezTo>
                    <a:pt x="437010" y="149969"/>
                    <a:pt x="445105" y="136108"/>
                    <a:pt x="448481" y="118782"/>
                  </a:cubicBezTo>
                  <a:cubicBezTo>
                    <a:pt x="450721" y="107252"/>
                    <a:pt x="449915" y="95572"/>
                    <a:pt x="450184" y="83951"/>
                  </a:cubicBezTo>
                  <a:cubicBezTo>
                    <a:pt x="450273" y="79650"/>
                    <a:pt x="448451" y="78126"/>
                    <a:pt x="444269" y="78186"/>
                  </a:cubicBezTo>
                  <a:cubicBezTo>
                    <a:pt x="431304" y="78305"/>
                    <a:pt x="418340" y="78275"/>
                    <a:pt x="405345" y="78186"/>
                  </a:cubicBezTo>
                  <a:cubicBezTo>
                    <a:pt x="393068" y="78096"/>
                    <a:pt x="386675" y="71733"/>
                    <a:pt x="386556" y="59426"/>
                  </a:cubicBezTo>
                  <a:cubicBezTo>
                    <a:pt x="386436" y="46013"/>
                    <a:pt x="386436" y="32601"/>
                    <a:pt x="386556" y="19188"/>
                  </a:cubicBezTo>
                  <a:cubicBezTo>
                    <a:pt x="386645" y="6433"/>
                    <a:pt x="392948" y="70"/>
                    <a:pt x="405614" y="40"/>
                  </a:cubicBezTo>
                  <a:cubicBezTo>
                    <a:pt x="425838" y="-50"/>
                    <a:pt x="446061" y="40"/>
                    <a:pt x="466285" y="40"/>
                  </a:cubicBezTo>
                  <a:close/>
                  <a:moveTo>
                    <a:pt x="81051" y="307635"/>
                  </a:moveTo>
                  <a:cubicBezTo>
                    <a:pt x="81111" y="333624"/>
                    <a:pt x="102022" y="354565"/>
                    <a:pt x="127921" y="354624"/>
                  </a:cubicBezTo>
                  <a:cubicBezTo>
                    <a:pt x="153671" y="354654"/>
                    <a:pt x="174731" y="333475"/>
                    <a:pt x="174671" y="307576"/>
                  </a:cubicBezTo>
                  <a:cubicBezTo>
                    <a:pt x="174611" y="280899"/>
                    <a:pt x="153880" y="260138"/>
                    <a:pt x="127533" y="260377"/>
                  </a:cubicBezTo>
                  <a:cubicBezTo>
                    <a:pt x="101514" y="260616"/>
                    <a:pt x="80992" y="281467"/>
                    <a:pt x="81051" y="307665"/>
                  </a:cubicBezTo>
                  <a:close/>
                  <a:moveTo>
                    <a:pt x="305393" y="353340"/>
                  </a:moveTo>
                  <a:cubicBezTo>
                    <a:pt x="331471" y="353400"/>
                    <a:pt x="352322" y="332310"/>
                    <a:pt x="352441" y="305783"/>
                  </a:cubicBezTo>
                  <a:cubicBezTo>
                    <a:pt x="352561" y="280870"/>
                    <a:pt x="330784" y="259152"/>
                    <a:pt x="305602" y="259063"/>
                  </a:cubicBezTo>
                  <a:cubicBezTo>
                    <a:pt x="279463" y="259003"/>
                    <a:pt x="258105" y="280690"/>
                    <a:pt x="258164" y="307247"/>
                  </a:cubicBezTo>
                  <a:cubicBezTo>
                    <a:pt x="258224" y="332399"/>
                    <a:pt x="279613" y="353310"/>
                    <a:pt x="305363" y="353340"/>
                  </a:cubicBezTo>
                  <a:close/>
                  <a:moveTo>
                    <a:pt x="216522" y="370606"/>
                  </a:moveTo>
                  <a:cubicBezTo>
                    <a:pt x="230532" y="370696"/>
                    <a:pt x="241585" y="359822"/>
                    <a:pt x="241735" y="345812"/>
                  </a:cubicBezTo>
                  <a:cubicBezTo>
                    <a:pt x="241884" y="332399"/>
                    <a:pt x="230712" y="321048"/>
                    <a:pt x="217239" y="320899"/>
                  </a:cubicBezTo>
                  <a:cubicBezTo>
                    <a:pt x="202691" y="320749"/>
                    <a:pt x="192087" y="331025"/>
                    <a:pt x="191937" y="345394"/>
                  </a:cubicBezTo>
                  <a:cubicBezTo>
                    <a:pt x="191788" y="359792"/>
                    <a:pt x="202243" y="370487"/>
                    <a:pt x="216522" y="370576"/>
                  </a:cubicBezTo>
                  <a:close/>
                  <a:moveTo>
                    <a:pt x="215716" y="249324"/>
                  </a:moveTo>
                  <a:cubicBezTo>
                    <a:pt x="215716" y="249324"/>
                    <a:pt x="215716" y="249205"/>
                    <a:pt x="215716" y="249145"/>
                  </a:cubicBezTo>
                  <a:cubicBezTo>
                    <a:pt x="230413" y="249145"/>
                    <a:pt x="245110" y="249205"/>
                    <a:pt x="259807" y="249145"/>
                  </a:cubicBezTo>
                  <a:cubicBezTo>
                    <a:pt x="267335" y="249115"/>
                    <a:pt x="269546" y="246935"/>
                    <a:pt x="269605" y="240034"/>
                  </a:cubicBezTo>
                  <a:cubicBezTo>
                    <a:pt x="269635" y="233402"/>
                    <a:pt x="267574" y="231252"/>
                    <a:pt x="260285" y="231252"/>
                  </a:cubicBezTo>
                  <a:cubicBezTo>
                    <a:pt x="230891" y="231252"/>
                    <a:pt x="201497" y="231311"/>
                    <a:pt x="172102" y="231461"/>
                  </a:cubicBezTo>
                  <a:cubicBezTo>
                    <a:pt x="165351" y="231491"/>
                    <a:pt x="162812" y="234209"/>
                    <a:pt x="162872" y="240602"/>
                  </a:cubicBezTo>
                  <a:cubicBezTo>
                    <a:pt x="162931" y="247054"/>
                    <a:pt x="165232" y="249295"/>
                    <a:pt x="172311" y="249354"/>
                  </a:cubicBezTo>
                  <a:cubicBezTo>
                    <a:pt x="186799" y="249444"/>
                    <a:pt x="201258" y="249354"/>
                    <a:pt x="215746" y="249354"/>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9" name="Forma libre: forma 68">
              <a:extLst>
                <a:ext uri="{FF2B5EF4-FFF2-40B4-BE49-F238E27FC236}">
                  <a16:creationId xmlns:a16="http://schemas.microsoft.com/office/drawing/2014/main" id="{A8465130-9836-9BCF-773E-98B24F938DF5}"/>
                </a:ext>
              </a:extLst>
            </p:cNvPr>
            <p:cNvSpPr/>
            <p:nvPr/>
          </p:nvSpPr>
          <p:spPr>
            <a:xfrm>
              <a:off x="242264" y="737784"/>
              <a:ext cx="10675" cy="29696"/>
            </a:xfrm>
            <a:custGeom>
              <a:avLst/>
              <a:gdLst>
                <a:gd name="connsiteX0" fmla="*/ 10598 w 10675"/>
                <a:gd name="connsiteY0" fmla="*/ 14760 h 29696"/>
                <a:gd name="connsiteX1" fmla="*/ 10538 w 10675"/>
                <a:gd name="connsiteY1" fmla="*/ 24617 h 29696"/>
                <a:gd name="connsiteX2" fmla="*/ 5520 w 10675"/>
                <a:gd name="connsiteY2" fmla="*/ 29696 h 29696"/>
                <a:gd name="connsiteX3" fmla="*/ 232 w 10675"/>
                <a:gd name="connsiteY3" fmla="*/ 24797 h 29696"/>
                <a:gd name="connsiteX4" fmla="*/ 172 w 10675"/>
                <a:gd name="connsiteY4" fmla="*/ 5111 h 29696"/>
                <a:gd name="connsiteX5" fmla="*/ 5221 w 10675"/>
                <a:gd name="connsiteY5" fmla="*/ 3 h 29696"/>
                <a:gd name="connsiteX6" fmla="*/ 10419 w 10675"/>
                <a:gd name="connsiteY6" fmla="*/ 4902 h 29696"/>
                <a:gd name="connsiteX7" fmla="*/ 10508 w 10675"/>
                <a:gd name="connsiteY7" fmla="*/ 14730 h 29696"/>
                <a:gd name="connsiteX8" fmla="*/ 10628 w 10675"/>
                <a:gd name="connsiteY8" fmla="*/ 14730 h 29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75" h="29696">
                  <a:moveTo>
                    <a:pt x="10598" y="14760"/>
                  </a:moveTo>
                  <a:cubicBezTo>
                    <a:pt x="10598" y="18046"/>
                    <a:pt x="10807" y="21332"/>
                    <a:pt x="10538" y="24617"/>
                  </a:cubicBezTo>
                  <a:cubicBezTo>
                    <a:pt x="10299" y="27515"/>
                    <a:pt x="8626" y="29726"/>
                    <a:pt x="5520" y="29696"/>
                  </a:cubicBezTo>
                  <a:cubicBezTo>
                    <a:pt x="2562" y="29696"/>
                    <a:pt x="352" y="27724"/>
                    <a:pt x="232" y="24797"/>
                  </a:cubicBezTo>
                  <a:cubicBezTo>
                    <a:pt x="-67" y="18255"/>
                    <a:pt x="-67" y="11653"/>
                    <a:pt x="172" y="5111"/>
                  </a:cubicBezTo>
                  <a:cubicBezTo>
                    <a:pt x="262" y="2213"/>
                    <a:pt x="2174" y="92"/>
                    <a:pt x="5221" y="3"/>
                  </a:cubicBezTo>
                  <a:cubicBezTo>
                    <a:pt x="8328" y="-87"/>
                    <a:pt x="10120" y="2064"/>
                    <a:pt x="10419" y="4902"/>
                  </a:cubicBezTo>
                  <a:cubicBezTo>
                    <a:pt x="10747" y="8158"/>
                    <a:pt x="10508" y="11474"/>
                    <a:pt x="10508" y="14730"/>
                  </a:cubicBezTo>
                  <a:cubicBezTo>
                    <a:pt x="10538" y="14730"/>
                    <a:pt x="10598" y="14730"/>
                    <a:pt x="10628" y="14730"/>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0" name="Forma libre: forma 69">
              <a:extLst>
                <a:ext uri="{FF2B5EF4-FFF2-40B4-BE49-F238E27FC236}">
                  <a16:creationId xmlns:a16="http://schemas.microsoft.com/office/drawing/2014/main" id="{587AFB37-F36C-1852-CC87-9B9747209372}"/>
                </a:ext>
              </a:extLst>
            </p:cNvPr>
            <p:cNvSpPr/>
            <p:nvPr/>
          </p:nvSpPr>
          <p:spPr>
            <a:xfrm>
              <a:off x="212677" y="727990"/>
              <a:ext cx="29376" cy="10578"/>
            </a:xfrm>
            <a:custGeom>
              <a:avLst/>
              <a:gdLst>
                <a:gd name="connsiteX0" fmla="*/ 14943 w 29376"/>
                <a:gd name="connsiteY0" fmla="*/ 58 h 10578"/>
                <a:gd name="connsiteX1" fmla="*/ 24174 w 29376"/>
                <a:gd name="connsiteY1" fmla="*/ 88 h 10578"/>
                <a:gd name="connsiteX2" fmla="*/ 29371 w 29376"/>
                <a:gd name="connsiteY2" fmla="*/ 4987 h 10578"/>
                <a:gd name="connsiteX3" fmla="*/ 24652 w 29376"/>
                <a:gd name="connsiteY3" fmla="*/ 10334 h 10578"/>
                <a:gd name="connsiteX4" fmla="*/ 4936 w 29376"/>
                <a:gd name="connsiteY4" fmla="*/ 10394 h 10578"/>
                <a:gd name="connsiteX5" fmla="*/ 7 w 29376"/>
                <a:gd name="connsiteY5" fmla="*/ 5226 h 10578"/>
                <a:gd name="connsiteX6" fmla="*/ 5742 w 29376"/>
                <a:gd name="connsiteY6" fmla="*/ 88 h 10578"/>
                <a:gd name="connsiteX7" fmla="*/ 14973 w 29376"/>
                <a:gd name="connsiteY7" fmla="*/ 58 h 10578"/>
                <a:gd name="connsiteX8" fmla="*/ 14973 w 29376"/>
                <a:gd name="connsiteY8" fmla="*/ 58 h 10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376" h="10578">
                  <a:moveTo>
                    <a:pt x="14943" y="58"/>
                  </a:moveTo>
                  <a:cubicBezTo>
                    <a:pt x="18020" y="58"/>
                    <a:pt x="21097" y="-61"/>
                    <a:pt x="24174" y="88"/>
                  </a:cubicBezTo>
                  <a:cubicBezTo>
                    <a:pt x="27191" y="238"/>
                    <a:pt x="29252" y="1970"/>
                    <a:pt x="29371" y="4987"/>
                  </a:cubicBezTo>
                  <a:cubicBezTo>
                    <a:pt x="29491" y="8004"/>
                    <a:pt x="27609" y="10185"/>
                    <a:pt x="24652" y="10334"/>
                  </a:cubicBezTo>
                  <a:cubicBezTo>
                    <a:pt x="18080" y="10633"/>
                    <a:pt x="11508" y="10663"/>
                    <a:pt x="4936" y="10394"/>
                  </a:cubicBezTo>
                  <a:cubicBezTo>
                    <a:pt x="2128" y="10275"/>
                    <a:pt x="-142" y="8363"/>
                    <a:pt x="7" y="5226"/>
                  </a:cubicBezTo>
                  <a:cubicBezTo>
                    <a:pt x="126" y="1791"/>
                    <a:pt x="2576" y="267"/>
                    <a:pt x="5742" y="88"/>
                  </a:cubicBezTo>
                  <a:cubicBezTo>
                    <a:pt x="8819" y="-91"/>
                    <a:pt x="11896" y="58"/>
                    <a:pt x="14973" y="58"/>
                  </a:cubicBezTo>
                  <a:cubicBezTo>
                    <a:pt x="14973" y="58"/>
                    <a:pt x="14973" y="58"/>
                    <a:pt x="14973" y="58"/>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1" name="Forma libre: forma 70">
              <a:extLst>
                <a:ext uri="{FF2B5EF4-FFF2-40B4-BE49-F238E27FC236}">
                  <a16:creationId xmlns:a16="http://schemas.microsoft.com/office/drawing/2014/main" id="{81686D94-CA18-179D-74B5-AA6EBDA9C57C}"/>
                </a:ext>
              </a:extLst>
            </p:cNvPr>
            <p:cNvSpPr/>
            <p:nvPr/>
          </p:nvSpPr>
          <p:spPr>
            <a:xfrm>
              <a:off x="242122" y="697964"/>
              <a:ext cx="10949" cy="29204"/>
            </a:xfrm>
            <a:custGeom>
              <a:avLst/>
              <a:gdLst>
                <a:gd name="connsiteX0" fmla="*/ 135 w 10949"/>
                <a:gd name="connsiteY0" fmla="*/ 14730 h 29204"/>
                <a:gd name="connsiteX1" fmla="*/ 195 w 10949"/>
                <a:gd name="connsiteY1" fmla="*/ 4902 h 29204"/>
                <a:gd name="connsiteX2" fmla="*/ 5363 w 10949"/>
                <a:gd name="connsiteY2" fmla="*/ 3 h 29204"/>
                <a:gd name="connsiteX3" fmla="*/ 10172 w 10949"/>
                <a:gd name="connsiteY3" fmla="*/ 4484 h 29204"/>
                <a:gd name="connsiteX4" fmla="*/ 10381 w 10949"/>
                <a:gd name="connsiteY4" fmla="*/ 24707 h 29204"/>
                <a:gd name="connsiteX5" fmla="*/ 4825 w 10949"/>
                <a:gd name="connsiteY5" fmla="*/ 29188 h 29204"/>
                <a:gd name="connsiteX6" fmla="*/ 75 w 10949"/>
                <a:gd name="connsiteY6" fmla="*/ 23901 h 29204"/>
                <a:gd name="connsiteX7" fmla="*/ 45 w 10949"/>
                <a:gd name="connsiteY7" fmla="*/ 14730 h 29204"/>
                <a:gd name="connsiteX8" fmla="*/ 135 w 10949"/>
                <a:gd name="connsiteY8" fmla="*/ 14730 h 29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49" h="29204">
                  <a:moveTo>
                    <a:pt x="135" y="14730"/>
                  </a:moveTo>
                  <a:cubicBezTo>
                    <a:pt x="135" y="11444"/>
                    <a:pt x="-74" y="8158"/>
                    <a:pt x="195" y="4902"/>
                  </a:cubicBezTo>
                  <a:cubicBezTo>
                    <a:pt x="434" y="1915"/>
                    <a:pt x="2316" y="92"/>
                    <a:pt x="5363" y="3"/>
                  </a:cubicBezTo>
                  <a:cubicBezTo>
                    <a:pt x="8260" y="-87"/>
                    <a:pt x="9784" y="1945"/>
                    <a:pt x="10172" y="4484"/>
                  </a:cubicBezTo>
                  <a:cubicBezTo>
                    <a:pt x="11217" y="11205"/>
                    <a:pt x="11128" y="17986"/>
                    <a:pt x="10381" y="24707"/>
                  </a:cubicBezTo>
                  <a:cubicBezTo>
                    <a:pt x="10052" y="27575"/>
                    <a:pt x="7902" y="29397"/>
                    <a:pt x="4825" y="29188"/>
                  </a:cubicBezTo>
                  <a:cubicBezTo>
                    <a:pt x="1718" y="28979"/>
                    <a:pt x="224" y="26858"/>
                    <a:pt x="75" y="23901"/>
                  </a:cubicBezTo>
                  <a:cubicBezTo>
                    <a:pt x="-74" y="20854"/>
                    <a:pt x="45" y="17777"/>
                    <a:pt x="45" y="14730"/>
                  </a:cubicBezTo>
                  <a:cubicBezTo>
                    <a:pt x="45" y="14730"/>
                    <a:pt x="105" y="14730"/>
                    <a:pt x="135" y="14730"/>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2" name="Forma libre: forma 71">
              <a:extLst>
                <a:ext uri="{FF2B5EF4-FFF2-40B4-BE49-F238E27FC236}">
                  <a16:creationId xmlns:a16="http://schemas.microsoft.com/office/drawing/2014/main" id="{9CB85037-9D83-B174-D4F4-71BFA2E38C0E}"/>
                </a:ext>
              </a:extLst>
            </p:cNvPr>
            <p:cNvSpPr/>
            <p:nvPr/>
          </p:nvSpPr>
          <p:spPr>
            <a:xfrm>
              <a:off x="252791" y="727693"/>
              <a:ext cx="29167" cy="10114"/>
            </a:xfrm>
            <a:custGeom>
              <a:avLst/>
              <a:gdLst>
                <a:gd name="connsiteX0" fmla="*/ 14947 w 29167"/>
                <a:gd name="connsiteY0" fmla="*/ 10063 h 10114"/>
                <a:gd name="connsiteX1" fmla="*/ 4462 w 29167"/>
                <a:gd name="connsiteY1" fmla="*/ 10004 h 10114"/>
                <a:gd name="connsiteX2" fmla="*/ 41 w 29167"/>
                <a:gd name="connsiteY2" fmla="*/ 5941 h 10114"/>
                <a:gd name="connsiteX3" fmla="*/ 3895 w 29167"/>
                <a:gd name="connsiteY3" fmla="*/ 683 h 10114"/>
                <a:gd name="connsiteX4" fmla="*/ 25433 w 29167"/>
                <a:gd name="connsiteY4" fmla="*/ 594 h 10114"/>
                <a:gd name="connsiteX5" fmla="*/ 29167 w 29167"/>
                <a:gd name="connsiteY5" fmla="*/ 5254 h 10114"/>
                <a:gd name="connsiteX6" fmla="*/ 24746 w 29167"/>
                <a:gd name="connsiteY6" fmla="*/ 10004 h 10114"/>
                <a:gd name="connsiteX7" fmla="*/ 14918 w 29167"/>
                <a:gd name="connsiteY7" fmla="*/ 10063 h 1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167" h="10114">
                  <a:moveTo>
                    <a:pt x="14947" y="10063"/>
                  </a:moveTo>
                  <a:cubicBezTo>
                    <a:pt x="11452" y="10063"/>
                    <a:pt x="7957" y="10213"/>
                    <a:pt x="4462" y="10004"/>
                  </a:cubicBezTo>
                  <a:cubicBezTo>
                    <a:pt x="2043" y="9884"/>
                    <a:pt x="340" y="8450"/>
                    <a:pt x="41" y="5941"/>
                  </a:cubicBezTo>
                  <a:cubicBezTo>
                    <a:pt x="-287" y="3133"/>
                    <a:pt x="1385" y="1012"/>
                    <a:pt x="3895" y="683"/>
                  </a:cubicBezTo>
                  <a:cubicBezTo>
                    <a:pt x="11034" y="-273"/>
                    <a:pt x="18263" y="-153"/>
                    <a:pt x="25433" y="594"/>
                  </a:cubicBezTo>
                  <a:cubicBezTo>
                    <a:pt x="27852" y="863"/>
                    <a:pt x="29197" y="2745"/>
                    <a:pt x="29167" y="5254"/>
                  </a:cubicBezTo>
                  <a:cubicBezTo>
                    <a:pt x="29107" y="8092"/>
                    <a:pt x="27494" y="9794"/>
                    <a:pt x="24746" y="10004"/>
                  </a:cubicBezTo>
                  <a:cubicBezTo>
                    <a:pt x="21489" y="10213"/>
                    <a:pt x="18204" y="10063"/>
                    <a:pt x="14918" y="10063"/>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3" name="Forma libre: forma 72">
              <a:extLst>
                <a:ext uri="{FF2B5EF4-FFF2-40B4-BE49-F238E27FC236}">
                  <a16:creationId xmlns:a16="http://schemas.microsoft.com/office/drawing/2014/main" id="{67420EC6-8503-7FB9-F373-FA5670E4108B}"/>
                </a:ext>
              </a:extLst>
            </p:cNvPr>
            <p:cNvSpPr/>
            <p:nvPr/>
          </p:nvSpPr>
          <p:spPr>
            <a:xfrm>
              <a:off x="411540" y="700296"/>
              <a:ext cx="24829" cy="25077"/>
            </a:xfrm>
            <a:custGeom>
              <a:avLst/>
              <a:gdLst>
                <a:gd name="connsiteX0" fmla="*/ 12521 w 24829"/>
                <a:gd name="connsiteY0" fmla="*/ 1 h 25077"/>
                <a:gd name="connsiteX1" fmla="*/ 24828 w 24829"/>
                <a:gd name="connsiteY1" fmla="*/ 12667 h 25077"/>
                <a:gd name="connsiteX2" fmla="*/ 12162 w 24829"/>
                <a:gd name="connsiteY2" fmla="*/ 25064 h 25077"/>
                <a:gd name="connsiteX3" fmla="*/ 4 w 24829"/>
                <a:gd name="connsiteY3" fmla="*/ 11920 h 25077"/>
                <a:gd name="connsiteX4" fmla="*/ 12521 w 24829"/>
                <a:gd name="connsiteY4" fmla="*/ 1 h 25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29" h="25077">
                  <a:moveTo>
                    <a:pt x="12521" y="1"/>
                  </a:moveTo>
                  <a:cubicBezTo>
                    <a:pt x="19570" y="91"/>
                    <a:pt x="24918" y="5587"/>
                    <a:pt x="24828" y="12667"/>
                  </a:cubicBezTo>
                  <a:cubicBezTo>
                    <a:pt x="24738" y="19627"/>
                    <a:pt x="18883" y="25393"/>
                    <a:pt x="12162" y="25064"/>
                  </a:cubicBezTo>
                  <a:cubicBezTo>
                    <a:pt x="5560" y="24765"/>
                    <a:pt x="-175" y="18552"/>
                    <a:pt x="4" y="11920"/>
                  </a:cubicBezTo>
                  <a:cubicBezTo>
                    <a:pt x="183" y="5557"/>
                    <a:pt x="6098" y="-89"/>
                    <a:pt x="12521" y="1"/>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4" name="Forma libre: forma 73">
              <a:extLst>
                <a:ext uri="{FF2B5EF4-FFF2-40B4-BE49-F238E27FC236}">
                  <a16:creationId xmlns:a16="http://schemas.microsoft.com/office/drawing/2014/main" id="{A6992E25-A73B-2F4C-1AEA-7C4C282E6FE8}"/>
                </a:ext>
              </a:extLst>
            </p:cNvPr>
            <p:cNvSpPr/>
            <p:nvPr/>
          </p:nvSpPr>
          <p:spPr>
            <a:xfrm>
              <a:off x="412111" y="739489"/>
              <a:ext cx="24408" cy="24555"/>
            </a:xfrm>
            <a:custGeom>
              <a:avLst/>
              <a:gdLst>
                <a:gd name="connsiteX0" fmla="*/ 1 w 24408"/>
                <a:gd name="connsiteY0" fmla="*/ 11889 h 24555"/>
                <a:gd name="connsiteX1" fmla="*/ 12099 w 24408"/>
                <a:gd name="connsiteY1" fmla="*/ 0 h 24555"/>
                <a:gd name="connsiteX2" fmla="*/ 24406 w 24408"/>
                <a:gd name="connsiteY2" fmla="*/ 12517 h 24555"/>
                <a:gd name="connsiteX3" fmla="*/ 12218 w 24408"/>
                <a:gd name="connsiteY3" fmla="*/ 24555 h 24555"/>
                <a:gd name="connsiteX4" fmla="*/ 1 w 24408"/>
                <a:gd name="connsiteY4" fmla="*/ 11859 h 24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08" h="24555">
                  <a:moveTo>
                    <a:pt x="1" y="11889"/>
                  </a:moveTo>
                  <a:cubicBezTo>
                    <a:pt x="60" y="4869"/>
                    <a:pt x="5019" y="0"/>
                    <a:pt x="12099" y="0"/>
                  </a:cubicBezTo>
                  <a:cubicBezTo>
                    <a:pt x="19388" y="0"/>
                    <a:pt x="24526" y="5228"/>
                    <a:pt x="24406" y="12517"/>
                  </a:cubicBezTo>
                  <a:cubicBezTo>
                    <a:pt x="24287" y="19327"/>
                    <a:pt x="18969" y="24555"/>
                    <a:pt x="12218" y="24555"/>
                  </a:cubicBezTo>
                  <a:cubicBezTo>
                    <a:pt x="5198" y="24555"/>
                    <a:pt x="-59" y="19118"/>
                    <a:pt x="1" y="11859"/>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5" name="Forma libre: forma 74">
              <a:extLst>
                <a:ext uri="{FF2B5EF4-FFF2-40B4-BE49-F238E27FC236}">
                  <a16:creationId xmlns:a16="http://schemas.microsoft.com/office/drawing/2014/main" id="{364D4979-8D86-8FA2-6794-89C042C2E2B1}"/>
                </a:ext>
              </a:extLst>
            </p:cNvPr>
            <p:cNvSpPr/>
            <p:nvPr/>
          </p:nvSpPr>
          <p:spPr>
            <a:xfrm>
              <a:off x="392419" y="720030"/>
              <a:ext cx="24833" cy="24746"/>
            </a:xfrm>
            <a:custGeom>
              <a:avLst/>
              <a:gdLst>
                <a:gd name="connsiteX0" fmla="*/ 11985 w 24833"/>
                <a:gd name="connsiteY0" fmla="*/ 24746 h 24746"/>
                <a:gd name="connsiteX1" fmla="*/ 6 w 24833"/>
                <a:gd name="connsiteY1" fmla="*/ 11662 h 24746"/>
                <a:gd name="connsiteX2" fmla="*/ 12642 w 24833"/>
                <a:gd name="connsiteY2" fmla="*/ 12 h 24746"/>
                <a:gd name="connsiteX3" fmla="*/ 24830 w 24833"/>
                <a:gd name="connsiteY3" fmla="*/ 12319 h 24746"/>
                <a:gd name="connsiteX4" fmla="*/ 11985 w 24833"/>
                <a:gd name="connsiteY4" fmla="*/ 24716 h 247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33" h="24746">
                  <a:moveTo>
                    <a:pt x="11985" y="24746"/>
                  </a:moveTo>
                  <a:cubicBezTo>
                    <a:pt x="5144" y="24597"/>
                    <a:pt x="-203" y="18742"/>
                    <a:pt x="6" y="11662"/>
                  </a:cubicBezTo>
                  <a:cubicBezTo>
                    <a:pt x="185" y="5060"/>
                    <a:pt x="5980" y="-287"/>
                    <a:pt x="12642" y="12"/>
                  </a:cubicBezTo>
                  <a:cubicBezTo>
                    <a:pt x="19274" y="311"/>
                    <a:pt x="25009" y="6136"/>
                    <a:pt x="24830" y="12319"/>
                  </a:cubicBezTo>
                  <a:cubicBezTo>
                    <a:pt x="24621" y="19250"/>
                    <a:pt x="18796" y="24866"/>
                    <a:pt x="11985" y="24716"/>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6" name="Forma libre: forma 75">
              <a:extLst>
                <a:ext uri="{FF2B5EF4-FFF2-40B4-BE49-F238E27FC236}">
                  <a16:creationId xmlns:a16="http://schemas.microsoft.com/office/drawing/2014/main" id="{2253EE49-65BF-C0A7-3A4E-6B1ED57F7EED}"/>
                </a:ext>
              </a:extLst>
            </p:cNvPr>
            <p:cNvSpPr/>
            <p:nvPr/>
          </p:nvSpPr>
          <p:spPr>
            <a:xfrm>
              <a:off x="431226" y="719982"/>
              <a:ext cx="24859" cy="24465"/>
            </a:xfrm>
            <a:custGeom>
              <a:avLst/>
              <a:gdLst>
                <a:gd name="connsiteX0" fmla="*/ 12430 w 24859"/>
                <a:gd name="connsiteY0" fmla="*/ 0 h 24465"/>
                <a:gd name="connsiteX1" fmla="*/ 24857 w 24859"/>
                <a:gd name="connsiteY1" fmla="*/ 11859 h 24465"/>
                <a:gd name="connsiteX2" fmla="*/ 12340 w 24859"/>
                <a:gd name="connsiteY2" fmla="*/ 24465 h 24465"/>
                <a:gd name="connsiteX3" fmla="*/ 3 w 24859"/>
                <a:gd name="connsiteY3" fmla="*/ 12457 h 24465"/>
                <a:gd name="connsiteX4" fmla="*/ 12460 w 24859"/>
                <a:gd name="connsiteY4" fmla="*/ 30 h 24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59" h="24465">
                  <a:moveTo>
                    <a:pt x="12430" y="0"/>
                  </a:moveTo>
                  <a:cubicBezTo>
                    <a:pt x="19241" y="30"/>
                    <a:pt x="24707" y="5258"/>
                    <a:pt x="24857" y="11859"/>
                  </a:cubicBezTo>
                  <a:cubicBezTo>
                    <a:pt x="25006" y="18670"/>
                    <a:pt x="19241" y="24465"/>
                    <a:pt x="12340" y="24465"/>
                  </a:cubicBezTo>
                  <a:cubicBezTo>
                    <a:pt x="5559" y="24465"/>
                    <a:pt x="122" y="19148"/>
                    <a:pt x="3" y="12457"/>
                  </a:cubicBezTo>
                  <a:cubicBezTo>
                    <a:pt x="-146" y="5407"/>
                    <a:pt x="5290" y="-30"/>
                    <a:pt x="12460" y="30"/>
                  </a:cubicBezTo>
                  <a:close/>
                </a:path>
              </a:pathLst>
            </a:custGeom>
            <a:solidFill>
              <a:schemeClr val="bg1">
                <a:lumMod val="50000"/>
              </a:schemeClr>
            </a:solidFill>
            <a:ln w="2970" cap="flat">
              <a:noFill/>
              <a:prstDash val="solid"/>
              <a:miter/>
            </a:ln>
          </p:spPr>
          <p:txBody>
            <a:bodyPr rtlCol="0" anchor="ctr"/>
            <a:lstStyle/>
            <a:p>
              <a:endParaRPr lang="LID4096"/>
            </a:p>
          </p:txBody>
        </p:sp>
      </p:grpSp>
      <p:cxnSp>
        <p:nvCxnSpPr>
          <p:cNvPr id="17" name="Conector recto de flecha 76">
            <a:extLst>
              <a:ext uri="{FF2B5EF4-FFF2-40B4-BE49-F238E27FC236}">
                <a16:creationId xmlns:a16="http://schemas.microsoft.com/office/drawing/2014/main" id="{BD63018F-44F9-FC43-96A7-E42970D1621E}"/>
              </a:ext>
            </a:extLst>
          </p:cNvPr>
          <p:cNvCxnSpPr>
            <a:cxnSpLocks/>
          </p:cNvCxnSpPr>
          <p:nvPr/>
        </p:nvCxnSpPr>
        <p:spPr>
          <a:xfrm flipV="1">
            <a:off x="786432" y="834787"/>
            <a:ext cx="8191505" cy="2920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997DCD6C-D9F4-3501-965E-94DDA9693D36}"/>
              </a:ext>
            </a:extLst>
          </p:cNvPr>
          <p:cNvGrpSpPr/>
          <p:nvPr/>
        </p:nvGrpSpPr>
        <p:grpSpPr>
          <a:xfrm>
            <a:off x="10655300" y="-131233"/>
            <a:ext cx="1656567" cy="1612901"/>
            <a:chOff x="1540617" y="851075"/>
            <a:chExt cx="3268467" cy="3268467"/>
          </a:xfrm>
        </p:grpSpPr>
        <p:grpSp>
          <p:nvGrpSpPr>
            <p:cNvPr id="22" name="Google Shape;11;p2">
              <a:extLst>
                <a:ext uri="{FF2B5EF4-FFF2-40B4-BE49-F238E27FC236}">
                  <a16:creationId xmlns:a16="http://schemas.microsoft.com/office/drawing/2014/main" id="{1A3EE9AE-BD49-54A3-706C-FBA75D1324A7}"/>
                </a:ext>
              </a:extLst>
            </p:cNvPr>
            <p:cNvGrpSpPr/>
            <p:nvPr/>
          </p:nvGrpSpPr>
          <p:grpSpPr>
            <a:xfrm>
              <a:off x="1540617" y="851075"/>
              <a:ext cx="3268467" cy="3268467"/>
              <a:chOff x="1155463" y="638306"/>
              <a:chExt cx="2451350" cy="2451350"/>
            </a:xfrm>
          </p:grpSpPr>
          <p:sp>
            <p:nvSpPr>
              <p:cNvPr id="26" name="Google Shape;12;p2">
                <a:extLst>
                  <a:ext uri="{FF2B5EF4-FFF2-40B4-BE49-F238E27FC236}">
                    <a16:creationId xmlns:a16="http://schemas.microsoft.com/office/drawing/2014/main" id="{2FC0C330-7DB4-61E2-3260-60EDF82A94E7}"/>
                  </a:ext>
                </a:extLst>
              </p:cNvPr>
              <p:cNvSpPr/>
              <p:nvPr/>
            </p:nvSpPr>
            <p:spPr>
              <a:xfrm>
                <a:off x="1386084" y="868926"/>
                <a:ext cx="1989935" cy="1989935"/>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0000">
                  <a:alpha val="18820"/>
                </a:srgb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sp>
            <p:nvSpPr>
              <p:cNvPr id="27" name="Google Shape;13;p2">
                <a:extLst>
                  <a:ext uri="{FF2B5EF4-FFF2-40B4-BE49-F238E27FC236}">
                    <a16:creationId xmlns:a16="http://schemas.microsoft.com/office/drawing/2014/main" id="{497B1BF4-C631-8FD6-2192-FF011351B064}"/>
                  </a:ext>
                </a:extLst>
              </p:cNvPr>
              <p:cNvSpPr/>
              <p:nvPr/>
            </p:nvSpPr>
            <p:spPr>
              <a:xfrm>
                <a:off x="1496232" y="979075"/>
                <a:ext cx="1769254" cy="1769254"/>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chemeClr val="tx1">
                  <a:lumMod val="85000"/>
                  <a:lumOff val="15000"/>
                </a:scheme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sp>
            <p:nvSpPr>
              <p:cNvPr id="28" name="Google Shape;14;p2">
                <a:extLst>
                  <a:ext uri="{FF2B5EF4-FFF2-40B4-BE49-F238E27FC236}">
                    <a16:creationId xmlns:a16="http://schemas.microsoft.com/office/drawing/2014/main" id="{0A917BD1-C8B8-82E0-32DC-4FF97EB601F6}"/>
                  </a:ext>
                </a:extLst>
              </p:cNvPr>
              <p:cNvSpPr/>
              <p:nvPr/>
            </p:nvSpPr>
            <p:spPr>
              <a:xfrm>
                <a:off x="1155463" y="638306"/>
                <a:ext cx="2451350" cy="2451350"/>
              </a:xfrm>
              <a:custGeom>
                <a:avLst>
                  <a:gd name="f11" fmla="val 495"/>
                </a:avLst>
                <a:gdLst>
                  <a:gd name="f1" fmla="val 21600000"/>
                  <a:gd name="f2" fmla="val 10800000"/>
                  <a:gd name="f3" fmla="val 5400000"/>
                  <a:gd name="f4" fmla="val 180"/>
                  <a:gd name="f5" fmla="val w"/>
                  <a:gd name="f6" fmla="val h"/>
                  <a:gd name="f7" fmla="val ss"/>
                  <a:gd name="f8" fmla="val 0"/>
                  <a:gd name="f9" fmla="*/ 5419351 1 1725033"/>
                  <a:gd name="f10" fmla="+- 0 0 21600000"/>
                  <a:gd name="f11" fmla="val 495"/>
                  <a:gd name="f12" fmla="+- 0 0 -360"/>
                  <a:gd name="f13" fmla="+- 0 0 -180"/>
                  <a:gd name="f14" fmla="abs f5"/>
                  <a:gd name="f15" fmla="abs f6"/>
                  <a:gd name="f16" fmla="abs f7"/>
                  <a:gd name="f17" fmla="val f8"/>
                  <a:gd name="f18" fmla="val f11"/>
                  <a:gd name="f19" fmla="+- 2700000 f3 0"/>
                  <a:gd name="f20" fmla="*/ f12 f2 1"/>
                  <a:gd name="f21" fmla="*/ f13 f2 1"/>
                  <a:gd name="f22" fmla="?: f14 f5 1"/>
                  <a:gd name="f23" fmla="?: f15 f6 1"/>
                  <a:gd name="f24" fmla="?: f16 f7 1"/>
                  <a:gd name="f25" fmla="*/ f19 f9 1"/>
                  <a:gd name="f26" fmla="*/ f20 1 f4"/>
                  <a:gd name="f27" fmla="*/ f21 1 f4"/>
                  <a:gd name="f28" fmla="*/ f22 1 21600"/>
                  <a:gd name="f29" fmla="*/ f23 1 21600"/>
                  <a:gd name="f30" fmla="*/ 21600 f22 1"/>
                  <a:gd name="f31" fmla="*/ 21600 f23 1"/>
                  <a:gd name="f32" fmla="*/ f25 1 f2"/>
                  <a:gd name="f33" fmla="+- f26 0 f3"/>
                  <a:gd name="f34" fmla="+- f27 0 f3"/>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2 1"/>
                  <a:gd name="f46" fmla="*/ f43 1 2"/>
                  <a:gd name="f47" fmla="*/ f44 1 2"/>
                  <a:gd name="f48" fmla="min f44 f43"/>
                  <a:gd name="f49" fmla="*/ f45 1 f9"/>
                  <a:gd name="f50" fmla="+- f17 f46 0"/>
                  <a:gd name="f51" fmla="+- f17 f47 0"/>
                  <a:gd name="f52" fmla="*/ f48 f18 1"/>
                  <a:gd name="f53" fmla="+- f49 0 f3"/>
                  <a:gd name="f54" fmla="*/ f47 f35 1"/>
                  <a:gd name="f55" fmla="*/ f46 f35 1"/>
                  <a:gd name="f56" fmla="*/ f52 1 100000"/>
                  <a:gd name="f57" fmla="cos 1 f53"/>
                  <a:gd name="f58" fmla="sin 1 f53"/>
                  <a:gd name="f59" fmla="*/ f50 f35 1"/>
                  <a:gd name="f60" fmla="+- f47 0 f56"/>
                  <a:gd name="f61" fmla="+- f46 0 f56"/>
                  <a:gd name="f62" fmla="+- 0 0 f57"/>
                  <a:gd name="f63" fmla="+- 0 0 f58"/>
                  <a:gd name="f64" fmla="*/ f56 f35 1"/>
                  <a:gd name="f65" fmla="+- 0 0 f62"/>
                  <a:gd name="f66" fmla="+- 0 0 f63"/>
                  <a:gd name="f67" fmla="*/ f60 f35 1"/>
                  <a:gd name="f68" fmla="*/ f61 f35 1"/>
                  <a:gd name="f69" fmla="*/ f65 f47 1"/>
                  <a:gd name="f70" fmla="*/ f66 f46 1"/>
                  <a:gd name="f71" fmla="+- f51 0 f69"/>
                  <a:gd name="f72" fmla="+- f51 f69 0"/>
                  <a:gd name="f73" fmla="+- f50 0 f70"/>
                  <a:gd name="f74" fmla="+- f50 f70 0"/>
                  <a:gd name="f75" fmla="*/ f71 f35 1"/>
                  <a:gd name="f76" fmla="*/ f73 f35 1"/>
                  <a:gd name="f77" fmla="*/ f72 f35 1"/>
                  <a:gd name="f78" fmla="*/ f74 f35 1"/>
                </a:gdLst>
                <a:ahLst/>
                <a:cxnLst>
                  <a:cxn ang="3cd4">
                    <a:pos x="hc" y="t"/>
                  </a:cxn>
                  <a:cxn ang="0">
                    <a:pos x="r" y="vc"/>
                  </a:cxn>
                  <a:cxn ang="cd4">
                    <a:pos x="hc" y="b"/>
                  </a:cxn>
                  <a:cxn ang="cd2">
                    <a:pos x="l" y="vc"/>
                  </a:cxn>
                  <a:cxn ang="f33">
                    <a:pos x="f75" y="f76"/>
                  </a:cxn>
                  <a:cxn ang="f34">
                    <a:pos x="f75" y="f78"/>
                  </a:cxn>
                  <a:cxn ang="f34">
                    <a:pos x="f77" y="f78"/>
                  </a:cxn>
                  <a:cxn ang="f33">
                    <a:pos x="f77" y="f76"/>
                  </a:cxn>
                </a:cxnLst>
                <a:rect l="f75" t="f76" r="f77" b="f78"/>
                <a:pathLst>
                  <a:path>
                    <a:moveTo>
                      <a:pt x="f42" y="f59"/>
                    </a:moveTo>
                    <a:arcTo wR="f54" hR="f55" stAng="f2" swAng="f1"/>
                    <a:close/>
                    <a:moveTo>
                      <a:pt x="f64" y="f59"/>
                    </a:moveTo>
                    <a:arcTo wR="f67" hR="f68" stAng="f2" swAng="f10"/>
                    <a:close/>
                  </a:path>
                </a:pathLst>
              </a:custGeom>
              <a:solidFill>
                <a:srgbClr val="000000">
                  <a:alpha val="6539"/>
                </a:srgb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grpSp>
        <p:pic>
          <p:nvPicPr>
            <p:cNvPr id="23" name="Imagen 19">
              <a:extLst>
                <a:ext uri="{FF2B5EF4-FFF2-40B4-BE49-F238E27FC236}">
                  <a16:creationId xmlns:a16="http://schemas.microsoft.com/office/drawing/2014/main" id="{28370D28-8971-24D1-0FFE-DDC0F05FF43D}"/>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2696695" y="1430822"/>
              <a:ext cx="955567" cy="955567"/>
            </a:xfrm>
            <a:prstGeom prst="rect">
              <a:avLst/>
            </a:prstGeom>
          </p:spPr>
        </p:pic>
        <p:pic>
          <p:nvPicPr>
            <p:cNvPr id="24" name="Picture 23">
              <a:extLst>
                <a:ext uri="{FF2B5EF4-FFF2-40B4-BE49-F238E27FC236}">
                  <a16:creationId xmlns:a16="http://schemas.microsoft.com/office/drawing/2014/main" id="{ABA23C4D-2D8B-1A22-1554-9B8B73CBF72E}"/>
                </a:ext>
              </a:extLst>
            </p:cNvPr>
            <p:cNvPicPr>
              <a:picLocks noChangeAspect="1"/>
            </p:cNvPicPr>
            <p:nvPr/>
          </p:nvPicPr>
          <p:blipFill>
            <a:blip r:embed="rId8"/>
            <a:stretch>
              <a:fillRect/>
            </a:stretch>
          </p:blipFill>
          <p:spPr>
            <a:xfrm>
              <a:off x="2169306" y="2325658"/>
              <a:ext cx="1054778" cy="1053899"/>
            </a:xfrm>
            <a:prstGeom prst="rect">
              <a:avLst/>
            </a:prstGeom>
          </p:spPr>
        </p:pic>
        <p:pic>
          <p:nvPicPr>
            <p:cNvPr id="25" name="Picture 4" descr="Xbox Logo png transparent">
              <a:extLst>
                <a:ext uri="{FF2B5EF4-FFF2-40B4-BE49-F238E27FC236}">
                  <a16:creationId xmlns:a16="http://schemas.microsoft.com/office/drawing/2014/main" id="{034BCD2B-6935-3770-1D1F-199E442FA50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78181" y="2386389"/>
              <a:ext cx="886721" cy="876776"/>
            </a:xfrm>
            <a:prstGeom prst="rect">
              <a:avLst/>
            </a:prstGeom>
            <a:noFill/>
            <a:extLst>
              <a:ext uri="{909E8E84-426E-40DD-AFC4-6F175D3DCCD1}">
                <a14:hiddenFill xmlns:a14="http://schemas.microsoft.com/office/drawing/2010/main">
                  <a:solidFill>
                    <a:srgbClr val="FFFFFF"/>
                  </a:solidFill>
                </a14:hiddenFill>
              </a:ext>
            </a:extLst>
          </p:spPr>
        </p:pic>
      </p:grpSp>
      <p:pic>
        <p:nvPicPr>
          <p:cNvPr id="35" name="Graphic 34">
            <a:extLst>
              <a:ext uri="{FF2B5EF4-FFF2-40B4-BE49-F238E27FC236}">
                <a16:creationId xmlns:a16="http://schemas.microsoft.com/office/drawing/2014/main" id="{A8BEAE88-EE54-D8BB-510A-2884C730BCF5}"/>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10"/>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862350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Arc 37">
            <a:extLst>
              <a:ext uri="{FF2B5EF4-FFF2-40B4-BE49-F238E27FC236}">
                <a16:creationId xmlns:a16="http://schemas.microsoft.com/office/drawing/2014/main" id="{FD5D05E6-2233-AD53-3225-A475F23F276A}"/>
              </a:ext>
            </a:extLst>
          </p:cNvPr>
          <p:cNvSpPr/>
          <p:nvPr/>
        </p:nvSpPr>
        <p:spPr>
          <a:xfrm flipH="1">
            <a:off x="7089647" y="2235958"/>
            <a:ext cx="3970151" cy="3970151"/>
          </a:xfrm>
          <a:prstGeom prst="arc">
            <a:avLst>
              <a:gd name="adj1" fmla="val 16200000"/>
              <a:gd name="adj2" fmla="val 5433205"/>
            </a:avLst>
          </a:prstGeom>
          <a:ln w="53975">
            <a:gradFill>
              <a:gsLst>
                <a:gs pos="82000">
                  <a:srgbClr val="D9D9D9"/>
                </a:gs>
                <a:gs pos="0">
                  <a:schemeClr val="bg1">
                    <a:lumMod val="85000"/>
                    <a:alpha val="0"/>
                  </a:schemeClr>
                </a:gs>
                <a:gs pos="20000">
                  <a:schemeClr val="bg1">
                    <a:lumMod val="85000"/>
                  </a:schemeClr>
                </a:gs>
                <a:gs pos="100000">
                  <a:schemeClr val="bg1">
                    <a:lumMod val="85000"/>
                    <a:alpha val="0"/>
                  </a:schemeClr>
                </a:gs>
              </a:gsLst>
              <a:lin ang="540000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700"/>
          </a:p>
        </p:txBody>
      </p:sp>
      <p:sp>
        <p:nvSpPr>
          <p:cNvPr id="87" name="Oval 2">
            <a:extLst>
              <a:ext uri="{FF2B5EF4-FFF2-40B4-BE49-F238E27FC236}">
                <a16:creationId xmlns:a16="http://schemas.microsoft.com/office/drawing/2014/main" id="{21602569-D1D7-693D-AB94-39E7FAAB914C}"/>
              </a:ext>
            </a:extLst>
          </p:cNvPr>
          <p:cNvSpPr/>
          <p:nvPr/>
        </p:nvSpPr>
        <p:spPr>
          <a:xfrm flipH="1">
            <a:off x="8229310" y="2292923"/>
            <a:ext cx="216118" cy="216118"/>
          </a:xfrm>
          <a:prstGeom prst="ellipse">
            <a:avLst/>
          </a:prstGeom>
          <a:solidFill>
            <a:srgbClr val="9E9C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88" name="Oval 3">
            <a:extLst>
              <a:ext uri="{FF2B5EF4-FFF2-40B4-BE49-F238E27FC236}">
                <a16:creationId xmlns:a16="http://schemas.microsoft.com/office/drawing/2014/main" id="{A444A60E-AE4F-6E60-371F-6A244D28D3E6}"/>
              </a:ext>
            </a:extLst>
          </p:cNvPr>
          <p:cNvSpPr/>
          <p:nvPr/>
        </p:nvSpPr>
        <p:spPr>
          <a:xfrm flipH="1">
            <a:off x="5968815" y="2149832"/>
            <a:ext cx="549613" cy="549613"/>
          </a:xfrm>
          <a:prstGeom prst="ellipse">
            <a:avLst/>
          </a:prstGeom>
          <a:solidFill>
            <a:srgbClr val="9E9C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tx1">
                  <a:lumMod val="75000"/>
                  <a:lumOff val="25000"/>
                </a:schemeClr>
              </a:solidFill>
            </a:endParaRPr>
          </a:p>
        </p:txBody>
      </p:sp>
      <p:grpSp>
        <p:nvGrpSpPr>
          <p:cNvPr id="89" name="Group 4">
            <a:extLst>
              <a:ext uri="{FF2B5EF4-FFF2-40B4-BE49-F238E27FC236}">
                <a16:creationId xmlns:a16="http://schemas.microsoft.com/office/drawing/2014/main" id="{A65F79BF-4E3F-8AD2-DF36-48BFDBE008CF}"/>
              </a:ext>
            </a:extLst>
          </p:cNvPr>
          <p:cNvGrpSpPr/>
          <p:nvPr/>
        </p:nvGrpSpPr>
        <p:grpSpPr>
          <a:xfrm flipH="1">
            <a:off x="1192587" y="2066548"/>
            <a:ext cx="4616540" cy="668469"/>
            <a:chOff x="4716014" y="1639851"/>
            <a:chExt cx="3888434" cy="668179"/>
          </a:xfrm>
        </p:grpSpPr>
        <p:sp>
          <p:nvSpPr>
            <p:cNvPr id="90" name="TextBox 5">
              <a:extLst>
                <a:ext uri="{FF2B5EF4-FFF2-40B4-BE49-F238E27FC236}">
                  <a16:creationId xmlns:a16="http://schemas.microsoft.com/office/drawing/2014/main" id="{DEF0A90B-1969-1576-C3B7-97E52772EA90}"/>
                </a:ext>
              </a:extLst>
            </p:cNvPr>
            <p:cNvSpPr txBox="1"/>
            <p:nvPr/>
          </p:nvSpPr>
          <p:spPr>
            <a:xfrm>
              <a:off x="4716015" y="1846565"/>
              <a:ext cx="3888433" cy="461465"/>
            </a:xfrm>
            <a:prstGeom prst="rect">
              <a:avLst/>
            </a:prstGeom>
            <a:noFill/>
          </p:spPr>
          <p:txBody>
            <a:bodyPr wrap="square" rtlCol="0">
              <a:spAutoFit/>
            </a:bodyPr>
            <a:lstStyle/>
            <a:p>
              <a:r>
                <a:rPr lang="en-US" altLang="ko-KR" sz="1200" dirty="0">
                  <a:solidFill>
                    <a:schemeClr val="tx1">
                      <a:lumMod val="75000"/>
                      <a:lumOff val="25000"/>
                    </a:schemeClr>
                  </a:solidFill>
                </a:rPr>
                <a:t>Sony has no official APIs so we had to use a community work around that has a few limiting </a:t>
              </a:r>
              <a:r>
                <a:rPr lang="en-US" altLang="ko-KR" sz="1200" dirty="0" err="1">
                  <a:solidFill>
                    <a:schemeClr val="tx1">
                      <a:lumMod val="75000"/>
                      <a:lumOff val="25000"/>
                    </a:schemeClr>
                  </a:solidFill>
                </a:rPr>
                <a:t>querks</a:t>
              </a:r>
              <a:r>
                <a:rPr lang="en-US" altLang="ko-KR" sz="1200" dirty="0">
                  <a:solidFill>
                    <a:schemeClr val="tx1">
                      <a:lumMod val="75000"/>
                      <a:lumOff val="25000"/>
                    </a:schemeClr>
                  </a:solidFill>
                </a:rPr>
                <a:t>.</a:t>
              </a:r>
              <a:endParaRPr lang="ko-KR" altLang="en-US" sz="1200" dirty="0">
                <a:solidFill>
                  <a:schemeClr val="tx1">
                    <a:lumMod val="75000"/>
                    <a:lumOff val="25000"/>
                  </a:schemeClr>
                </a:solidFill>
              </a:endParaRPr>
            </a:p>
          </p:txBody>
        </p:sp>
        <p:sp>
          <p:nvSpPr>
            <p:cNvPr id="91" name="TextBox 6">
              <a:extLst>
                <a:ext uri="{FF2B5EF4-FFF2-40B4-BE49-F238E27FC236}">
                  <a16:creationId xmlns:a16="http://schemas.microsoft.com/office/drawing/2014/main" id="{D0C27E9E-E32E-A6A9-6B0B-4BF9B257B180}"/>
                </a:ext>
              </a:extLst>
            </p:cNvPr>
            <p:cNvSpPr txBox="1"/>
            <p:nvPr/>
          </p:nvSpPr>
          <p:spPr>
            <a:xfrm>
              <a:off x="4716014" y="1639851"/>
              <a:ext cx="3888433" cy="276879"/>
            </a:xfrm>
            <a:prstGeom prst="rect">
              <a:avLst/>
            </a:prstGeom>
            <a:noFill/>
          </p:spPr>
          <p:txBody>
            <a:bodyPr wrap="square" rtlCol="0">
              <a:spAutoFit/>
            </a:bodyPr>
            <a:lstStyle/>
            <a:p>
              <a:r>
                <a:rPr lang="en-US" altLang="ko-KR" sz="1200" b="1" dirty="0">
                  <a:solidFill>
                    <a:schemeClr val="tx1">
                      <a:lumMod val="75000"/>
                      <a:lumOff val="25000"/>
                    </a:schemeClr>
                  </a:solidFill>
                </a:rPr>
                <a:t>Sony has no official APIs</a:t>
              </a:r>
              <a:endParaRPr lang="ko-KR" altLang="en-US" sz="1200" b="1" dirty="0">
                <a:solidFill>
                  <a:schemeClr val="tx1">
                    <a:lumMod val="75000"/>
                    <a:lumOff val="25000"/>
                  </a:schemeClr>
                </a:solidFill>
              </a:endParaRPr>
            </a:p>
          </p:txBody>
        </p:sp>
      </p:grpSp>
      <p:sp>
        <p:nvSpPr>
          <p:cNvPr id="92" name="Oval 7">
            <a:extLst>
              <a:ext uri="{FF2B5EF4-FFF2-40B4-BE49-F238E27FC236}">
                <a16:creationId xmlns:a16="http://schemas.microsoft.com/office/drawing/2014/main" id="{B9F3E8F7-D78F-AB6E-64C3-08F94A1D160B}"/>
              </a:ext>
            </a:extLst>
          </p:cNvPr>
          <p:cNvSpPr/>
          <p:nvPr/>
        </p:nvSpPr>
        <p:spPr>
          <a:xfrm flipH="1">
            <a:off x="5023188" y="3986078"/>
            <a:ext cx="549613" cy="549613"/>
          </a:xfrm>
          <a:prstGeom prst="ellipse">
            <a:avLst/>
          </a:prstGeom>
          <a:solidFill>
            <a:srgbClr val="9E9C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tx1">
                  <a:lumMod val="75000"/>
                  <a:lumOff val="25000"/>
                </a:schemeClr>
              </a:solidFill>
            </a:endParaRPr>
          </a:p>
        </p:txBody>
      </p:sp>
      <p:grpSp>
        <p:nvGrpSpPr>
          <p:cNvPr id="93" name="Group 8">
            <a:extLst>
              <a:ext uri="{FF2B5EF4-FFF2-40B4-BE49-F238E27FC236}">
                <a16:creationId xmlns:a16="http://schemas.microsoft.com/office/drawing/2014/main" id="{1565092F-9120-5C09-642E-9CA6A7696B95}"/>
              </a:ext>
            </a:extLst>
          </p:cNvPr>
          <p:cNvGrpSpPr/>
          <p:nvPr/>
        </p:nvGrpSpPr>
        <p:grpSpPr>
          <a:xfrm flipH="1">
            <a:off x="246960" y="3902794"/>
            <a:ext cx="4616540" cy="853135"/>
            <a:chOff x="4716014" y="1639851"/>
            <a:chExt cx="3888434" cy="852765"/>
          </a:xfrm>
        </p:grpSpPr>
        <p:sp>
          <p:nvSpPr>
            <p:cNvPr id="94" name="TextBox 9">
              <a:extLst>
                <a:ext uri="{FF2B5EF4-FFF2-40B4-BE49-F238E27FC236}">
                  <a16:creationId xmlns:a16="http://schemas.microsoft.com/office/drawing/2014/main" id="{D0E241DF-1990-F822-9171-62C8D1FC63D6}"/>
                </a:ext>
              </a:extLst>
            </p:cNvPr>
            <p:cNvSpPr txBox="1"/>
            <p:nvPr/>
          </p:nvSpPr>
          <p:spPr>
            <a:xfrm>
              <a:off x="4716015" y="1846565"/>
              <a:ext cx="3888433" cy="646051"/>
            </a:xfrm>
            <a:prstGeom prst="rect">
              <a:avLst/>
            </a:prstGeom>
            <a:noFill/>
          </p:spPr>
          <p:txBody>
            <a:bodyPr wrap="square" rtlCol="0">
              <a:spAutoFit/>
            </a:bodyPr>
            <a:lstStyle/>
            <a:p>
              <a:r>
                <a:rPr lang="en-US" altLang="ko-KR" sz="1200" dirty="0">
                  <a:solidFill>
                    <a:schemeClr val="tx1">
                      <a:lumMod val="75000"/>
                      <a:lumOff val="25000"/>
                    </a:schemeClr>
                  </a:solidFill>
                </a:rPr>
                <a:t>When looking up users we cannot look up by display name using the Web API, we instead need the user ID making the process harder.</a:t>
              </a:r>
              <a:endParaRPr lang="ko-KR" altLang="en-US" sz="1200" dirty="0">
                <a:solidFill>
                  <a:schemeClr val="tx1">
                    <a:lumMod val="75000"/>
                    <a:lumOff val="25000"/>
                  </a:schemeClr>
                </a:solidFill>
              </a:endParaRPr>
            </a:p>
          </p:txBody>
        </p:sp>
        <p:sp>
          <p:nvSpPr>
            <p:cNvPr id="95" name="TextBox 10">
              <a:extLst>
                <a:ext uri="{FF2B5EF4-FFF2-40B4-BE49-F238E27FC236}">
                  <a16:creationId xmlns:a16="http://schemas.microsoft.com/office/drawing/2014/main" id="{79F625DC-BBEC-8814-2266-66CFE311901C}"/>
                </a:ext>
              </a:extLst>
            </p:cNvPr>
            <p:cNvSpPr txBox="1"/>
            <p:nvPr/>
          </p:nvSpPr>
          <p:spPr>
            <a:xfrm>
              <a:off x="4716014" y="1639851"/>
              <a:ext cx="3888433" cy="276879"/>
            </a:xfrm>
            <a:prstGeom prst="rect">
              <a:avLst/>
            </a:prstGeom>
            <a:noFill/>
          </p:spPr>
          <p:txBody>
            <a:bodyPr wrap="square" rtlCol="0">
              <a:spAutoFit/>
            </a:bodyPr>
            <a:lstStyle/>
            <a:p>
              <a:r>
                <a:rPr lang="en-US" altLang="ko-KR" sz="1200" b="1" dirty="0">
                  <a:solidFill>
                    <a:schemeClr val="tx1">
                      <a:lumMod val="75000"/>
                      <a:lumOff val="25000"/>
                    </a:schemeClr>
                  </a:solidFill>
                </a:rPr>
                <a:t>Steam cannot query Display names</a:t>
              </a:r>
              <a:endParaRPr lang="ko-KR" altLang="en-US" sz="1200" b="1" dirty="0">
                <a:solidFill>
                  <a:schemeClr val="tx1">
                    <a:lumMod val="75000"/>
                    <a:lumOff val="25000"/>
                  </a:schemeClr>
                </a:solidFill>
              </a:endParaRPr>
            </a:p>
          </p:txBody>
        </p:sp>
      </p:grpSp>
      <p:sp>
        <p:nvSpPr>
          <p:cNvPr id="96" name="Oval 11">
            <a:extLst>
              <a:ext uri="{FF2B5EF4-FFF2-40B4-BE49-F238E27FC236}">
                <a16:creationId xmlns:a16="http://schemas.microsoft.com/office/drawing/2014/main" id="{D89844E3-CD86-A358-00F8-47562B4778D9}"/>
              </a:ext>
            </a:extLst>
          </p:cNvPr>
          <p:cNvSpPr/>
          <p:nvPr/>
        </p:nvSpPr>
        <p:spPr>
          <a:xfrm flipH="1">
            <a:off x="6092642" y="5822324"/>
            <a:ext cx="549613" cy="549613"/>
          </a:xfrm>
          <a:prstGeom prst="ellipse">
            <a:avLst/>
          </a:prstGeom>
          <a:solidFill>
            <a:srgbClr val="9E9C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tx1">
                  <a:lumMod val="75000"/>
                  <a:lumOff val="25000"/>
                </a:schemeClr>
              </a:solidFill>
            </a:endParaRPr>
          </a:p>
        </p:txBody>
      </p:sp>
      <p:grpSp>
        <p:nvGrpSpPr>
          <p:cNvPr id="97" name="Group 12">
            <a:extLst>
              <a:ext uri="{FF2B5EF4-FFF2-40B4-BE49-F238E27FC236}">
                <a16:creationId xmlns:a16="http://schemas.microsoft.com/office/drawing/2014/main" id="{09F38922-2FA2-7962-C42B-29E6C3CB367C}"/>
              </a:ext>
            </a:extLst>
          </p:cNvPr>
          <p:cNvGrpSpPr/>
          <p:nvPr/>
        </p:nvGrpSpPr>
        <p:grpSpPr>
          <a:xfrm flipH="1">
            <a:off x="1316414" y="5739040"/>
            <a:ext cx="4616540" cy="853135"/>
            <a:chOff x="4716014" y="1639851"/>
            <a:chExt cx="3888434" cy="852765"/>
          </a:xfrm>
        </p:grpSpPr>
        <p:sp>
          <p:nvSpPr>
            <p:cNvPr id="98" name="TextBox 13">
              <a:extLst>
                <a:ext uri="{FF2B5EF4-FFF2-40B4-BE49-F238E27FC236}">
                  <a16:creationId xmlns:a16="http://schemas.microsoft.com/office/drawing/2014/main" id="{A3EA4306-B634-C9B1-D7E9-36471235DE83}"/>
                </a:ext>
              </a:extLst>
            </p:cNvPr>
            <p:cNvSpPr txBox="1"/>
            <p:nvPr/>
          </p:nvSpPr>
          <p:spPr>
            <a:xfrm>
              <a:off x="4716015" y="1846565"/>
              <a:ext cx="3888433" cy="646051"/>
            </a:xfrm>
            <a:prstGeom prst="rect">
              <a:avLst/>
            </a:prstGeom>
            <a:noFill/>
          </p:spPr>
          <p:txBody>
            <a:bodyPr wrap="square" rtlCol="0">
              <a:spAutoFit/>
            </a:bodyPr>
            <a:lstStyle/>
            <a:p>
              <a:r>
                <a:rPr lang="en-US" altLang="ko-KR" sz="1200" dirty="0">
                  <a:solidFill>
                    <a:schemeClr val="tx1">
                      <a:lumMod val="75000"/>
                      <a:lumOff val="25000"/>
                    </a:schemeClr>
                  </a:solidFill>
                </a:rPr>
                <a:t>Rate limiting can flag our server as an attack and get it’s IP banned, rate limiting can also dictate how much data we can pull for one session or entire day.</a:t>
              </a:r>
              <a:endParaRPr lang="ko-KR" altLang="en-US" sz="1200" dirty="0">
                <a:solidFill>
                  <a:schemeClr val="tx1">
                    <a:lumMod val="75000"/>
                    <a:lumOff val="25000"/>
                  </a:schemeClr>
                </a:solidFill>
              </a:endParaRPr>
            </a:p>
          </p:txBody>
        </p:sp>
        <p:sp>
          <p:nvSpPr>
            <p:cNvPr id="99" name="TextBox 14">
              <a:extLst>
                <a:ext uri="{FF2B5EF4-FFF2-40B4-BE49-F238E27FC236}">
                  <a16:creationId xmlns:a16="http://schemas.microsoft.com/office/drawing/2014/main" id="{ACA0A7D5-A009-FDFA-E5F1-0BAFF57F60A0}"/>
                </a:ext>
              </a:extLst>
            </p:cNvPr>
            <p:cNvSpPr txBox="1"/>
            <p:nvPr/>
          </p:nvSpPr>
          <p:spPr>
            <a:xfrm>
              <a:off x="4716014" y="1639851"/>
              <a:ext cx="3888433" cy="276879"/>
            </a:xfrm>
            <a:prstGeom prst="rect">
              <a:avLst/>
            </a:prstGeom>
            <a:noFill/>
          </p:spPr>
          <p:txBody>
            <a:bodyPr wrap="square" rtlCol="0">
              <a:spAutoFit/>
            </a:bodyPr>
            <a:lstStyle/>
            <a:p>
              <a:r>
                <a:rPr lang="en-US" altLang="ko-KR" sz="1200" b="1" dirty="0">
                  <a:solidFill>
                    <a:schemeClr val="tx1">
                      <a:lumMod val="75000"/>
                      <a:lumOff val="25000"/>
                    </a:schemeClr>
                  </a:solidFill>
                </a:rPr>
                <a:t>Rate limiting can break or ban the server</a:t>
              </a:r>
              <a:endParaRPr lang="ko-KR" altLang="en-US" sz="1200" b="1" dirty="0">
                <a:solidFill>
                  <a:schemeClr val="tx1">
                    <a:lumMod val="75000"/>
                    <a:lumOff val="25000"/>
                  </a:schemeClr>
                </a:solidFill>
              </a:endParaRPr>
            </a:p>
          </p:txBody>
        </p:sp>
      </p:grpSp>
      <p:sp>
        <p:nvSpPr>
          <p:cNvPr id="100" name="Oval 15">
            <a:extLst>
              <a:ext uri="{FF2B5EF4-FFF2-40B4-BE49-F238E27FC236}">
                <a16:creationId xmlns:a16="http://schemas.microsoft.com/office/drawing/2014/main" id="{094F56EF-1E5A-A587-F3F2-753F26144145}"/>
              </a:ext>
            </a:extLst>
          </p:cNvPr>
          <p:cNvSpPr/>
          <p:nvPr/>
        </p:nvSpPr>
        <p:spPr>
          <a:xfrm flipH="1">
            <a:off x="5273120" y="3067955"/>
            <a:ext cx="549613" cy="549613"/>
          </a:xfrm>
          <a:prstGeom prst="ellipse">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dirty="0">
              <a:solidFill>
                <a:schemeClr val="tx1">
                  <a:lumMod val="75000"/>
                  <a:lumOff val="25000"/>
                </a:schemeClr>
              </a:solidFill>
            </a:endParaRPr>
          </a:p>
        </p:txBody>
      </p:sp>
      <p:grpSp>
        <p:nvGrpSpPr>
          <p:cNvPr id="101" name="Group 16">
            <a:extLst>
              <a:ext uri="{FF2B5EF4-FFF2-40B4-BE49-F238E27FC236}">
                <a16:creationId xmlns:a16="http://schemas.microsoft.com/office/drawing/2014/main" id="{C8E0695D-60DB-481D-F07C-6537058517B3}"/>
              </a:ext>
            </a:extLst>
          </p:cNvPr>
          <p:cNvGrpSpPr/>
          <p:nvPr/>
        </p:nvGrpSpPr>
        <p:grpSpPr>
          <a:xfrm flipH="1">
            <a:off x="496892" y="2984670"/>
            <a:ext cx="4616540" cy="853135"/>
            <a:chOff x="4716014" y="1639851"/>
            <a:chExt cx="3888434" cy="852765"/>
          </a:xfrm>
        </p:grpSpPr>
        <p:sp>
          <p:nvSpPr>
            <p:cNvPr id="102" name="TextBox 17">
              <a:extLst>
                <a:ext uri="{FF2B5EF4-FFF2-40B4-BE49-F238E27FC236}">
                  <a16:creationId xmlns:a16="http://schemas.microsoft.com/office/drawing/2014/main" id="{8CF41186-5171-CA17-6547-8123D3DBB0F2}"/>
                </a:ext>
              </a:extLst>
            </p:cNvPr>
            <p:cNvSpPr txBox="1"/>
            <p:nvPr/>
          </p:nvSpPr>
          <p:spPr>
            <a:xfrm>
              <a:off x="4716015" y="1846565"/>
              <a:ext cx="3888433" cy="646051"/>
            </a:xfrm>
            <a:prstGeom prst="rect">
              <a:avLst/>
            </a:prstGeom>
            <a:noFill/>
          </p:spPr>
          <p:txBody>
            <a:bodyPr wrap="square" rtlCol="0">
              <a:spAutoFit/>
            </a:bodyPr>
            <a:lstStyle/>
            <a:p>
              <a:r>
                <a:rPr lang="en-US" altLang="ko-KR" sz="1200" dirty="0">
                  <a:solidFill>
                    <a:schemeClr val="tx1">
                      <a:lumMod val="75000"/>
                      <a:lumOff val="25000"/>
                    </a:schemeClr>
                  </a:solidFill>
                </a:rPr>
                <a:t>Xbox Achievements (completion) and Xbox One and above are hidden data and don’t use the same schema as the Xbox 360 limiting what we can see</a:t>
              </a:r>
              <a:endParaRPr lang="ko-KR" altLang="en-US" sz="1200" dirty="0">
                <a:solidFill>
                  <a:schemeClr val="tx1">
                    <a:lumMod val="75000"/>
                    <a:lumOff val="25000"/>
                  </a:schemeClr>
                </a:solidFill>
              </a:endParaRPr>
            </a:p>
          </p:txBody>
        </p:sp>
        <p:sp>
          <p:nvSpPr>
            <p:cNvPr id="103" name="TextBox 18">
              <a:extLst>
                <a:ext uri="{FF2B5EF4-FFF2-40B4-BE49-F238E27FC236}">
                  <a16:creationId xmlns:a16="http://schemas.microsoft.com/office/drawing/2014/main" id="{6437DC59-DF2E-0220-623A-916126DCC612}"/>
                </a:ext>
              </a:extLst>
            </p:cNvPr>
            <p:cNvSpPr txBox="1"/>
            <p:nvPr/>
          </p:nvSpPr>
          <p:spPr>
            <a:xfrm>
              <a:off x="4716014" y="1639851"/>
              <a:ext cx="3888433" cy="276879"/>
            </a:xfrm>
            <a:prstGeom prst="rect">
              <a:avLst/>
            </a:prstGeom>
            <a:noFill/>
          </p:spPr>
          <p:txBody>
            <a:bodyPr wrap="square" rtlCol="0">
              <a:spAutoFit/>
            </a:bodyPr>
            <a:lstStyle/>
            <a:p>
              <a:r>
                <a:rPr lang="en-US" altLang="ko-KR" sz="1200" b="1" dirty="0">
                  <a:solidFill>
                    <a:schemeClr val="tx1">
                      <a:lumMod val="75000"/>
                      <a:lumOff val="25000"/>
                    </a:schemeClr>
                  </a:solidFill>
                </a:rPr>
                <a:t>Xbox locks certain data behind Azure Authentication</a:t>
              </a:r>
              <a:endParaRPr lang="ko-KR" altLang="en-US" sz="1200" b="1" dirty="0">
                <a:solidFill>
                  <a:schemeClr val="tx1">
                    <a:lumMod val="75000"/>
                    <a:lumOff val="25000"/>
                  </a:schemeClr>
                </a:solidFill>
              </a:endParaRPr>
            </a:p>
          </p:txBody>
        </p:sp>
      </p:grpSp>
      <p:sp>
        <p:nvSpPr>
          <p:cNvPr id="104" name="Oval 19">
            <a:extLst>
              <a:ext uri="{FF2B5EF4-FFF2-40B4-BE49-F238E27FC236}">
                <a16:creationId xmlns:a16="http://schemas.microsoft.com/office/drawing/2014/main" id="{48B640AC-9BE7-BB1B-BFFC-784D2D0BCBCF}"/>
              </a:ext>
            </a:extLst>
          </p:cNvPr>
          <p:cNvSpPr/>
          <p:nvPr/>
        </p:nvSpPr>
        <p:spPr>
          <a:xfrm flipH="1">
            <a:off x="5248737" y="4904201"/>
            <a:ext cx="549613" cy="549613"/>
          </a:xfrm>
          <a:prstGeom prst="ellipse">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solidFill>
                <a:schemeClr val="tx1">
                  <a:lumMod val="75000"/>
                  <a:lumOff val="25000"/>
                </a:schemeClr>
              </a:solidFill>
            </a:endParaRPr>
          </a:p>
        </p:txBody>
      </p:sp>
      <p:grpSp>
        <p:nvGrpSpPr>
          <p:cNvPr id="105" name="Group 20">
            <a:extLst>
              <a:ext uri="{FF2B5EF4-FFF2-40B4-BE49-F238E27FC236}">
                <a16:creationId xmlns:a16="http://schemas.microsoft.com/office/drawing/2014/main" id="{F42FC17A-64C3-9515-AE10-540D9A805281}"/>
              </a:ext>
            </a:extLst>
          </p:cNvPr>
          <p:cNvGrpSpPr/>
          <p:nvPr/>
        </p:nvGrpSpPr>
        <p:grpSpPr>
          <a:xfrm flipH="1">
            <a:off x="472509" y="4820916"/>
            <a:ext cx="4616540" cy="668469"/>
            <a:chOff x="4716014" y="1639851"/>
            <a:chExt cx="3888434" cy="668179"/>
          </a:xfrm>
        </p:grpSpPr>
        <p:sp>
          <p:nvSpPr>
            <p:cNvPr id="106" name="TextBox 21">
              <a:extLst>
                <a:ext uri="{FF2B5EF4-FFF2-40B4-BE49-F238E27FC236}">
                  <a16:creationId xmlns:a16="http://schemas.microsoft.com/office/drawing/2014/main" id="{A92EA670-2FE3-B017-3F6E-A62A5973E2B0}"/>
                </a:ext>
              </a:extLst>
            </p:cNvPr>
            <p:cNvSpPr txBox="1"/>
            <p:nvPr/>
          </p:nvSpPr>
          <p:spPr>
            <a:xfrm>
              <a:off x="4716015" y="1846565"/>
              <a:ext cx="3888433" cy="461465"/>
            </a:xfrm>
            <a:prstGeom prst="rect">
              <a:avLst/>
            </a:prstGeom>
            <a:noFill/>
          </p:spPr>
          <p:txBody>
            <a:bodyPr wrap="square" rtlCol="0">
              <a:spAutoFit/>
            </a:bodyPr>
            <a:lstStyle/>
            <a:p>
              <a:r>
                <a:rPr lang="en-US" altLang="ko-KR" sz="1200" dirty="0">
                  <a:solidFill>
                    <a:schemeClr val="tx1">
                      <a:lumMod val="75000"/>
                      <a:lumOff val="25000"/>
                    </a:schemeClr>
                  </a:solidFill>
                </a:rPr>
                <a:t>We couldn’t implement an all-in-one schema for all the platforms, as there are naming differences for all platforms.</a:t>
              </a:r>
              <a:endParaRPr lang="ko-KR" altLang="en-US" sz="1200" dirty="0">
                <a:solidFill>
                  <a:schemeClr val="tx1">
                    <a:lumMod val="75000"/>
                    <a:lumOff val="25000"/>
                  </a:schemeClr>
                </a:solidFill>
              </a:endParaRPr>
            </a:p>
          </p:txBody>
        </p:sp>
        <p:sp>
          <p:nvSpPr>
            <p:cNvPr id="107" name="TextBox 22">
              <a:extLst>
                <a:ext uri="{FF2B5EF4-FFF2-40B4-BE49-F238E27FC236}">
                  <a16:creationId xmlns:a16="http://schemas.microsoft.com/office/drawing/2014/main" id="{B5A063AC-5F47-A8C2-CC03-B7C5A7F96AA8}"/>
                </a:ext>
              </a:extLst>
            </p:cNvPr>
            <p:cNvSpPr txBox="1"/>
            <p:nvPr/>
          </p:nvSpPr>
          <p:spPr>
            <a:xfrm>
              <a:off x="4716014" y="1639851"/>
              <a:ext cx="3888433" cy="276879"/>
            </a:xfrm>
            <a:prstGeom prst="rect">
              <a:avLst/>
            </a:prstGeom>
            <a:noFill/>
          </p:spPr>
          <p:txBody>
            <a:bodyPr wrap="square" rtlCol="0">
              <a:spAutoFit/>
            </a:bodyPr>
            <a:lstStyle/>
            <a:p>
              <a:r>
                <a:rPr lang="en-US" altLang="ko-KR" sz="1200" b="1" dirty="0">
                  <a:solidFill>
                    <a:schemeClr val="tx1">
                      <a:lumMod val="75000"/>
                      <a:lumOff val="25000"/>
                    </a:schemeClr>
                  </a:solidFill>
                </a:rPr>
                <a:t>Schemas are different across all platforms</a:t>
              </a:r>
              <a:endParaRPr lang="ko-KR" altLang="en-US" sz="1200" b="1" dirty="0">
                <a:solidFill>
                  <a:schemeClr val="tx1">
                    <a:lumMod val="75000"/>
                    <a:lumOff val="25000"/>
                  </a:schemeClr>
                </a:solidFill>
              </a:endParaRPr>
            </a:p>
          </p:txBody>
        </p:sp>
      </p:grpSp>
      <p:sp>
        <p:nvSpPr>
          <p:cNvPr id="108" name="Oval 23">
            <a:extLst>
              <a:ext uri="{FF2B5EF4-FFF2-40B4-BE49-F238E27FC236}">
                <a16:creationId xmlns:a16="http://schemas.microsoft.com/office/drawing/2014/main" id="{750DD406-935B-04A6-251E-006FE63C7B6C}"/>
              </a:ext>
            </a:extLst>
          </p:cNvPr>
          <p:cNvSpPr/>
          <p:nvPr/>
        </p:nvSpPr>
        <p:spPr>
          <a:xfrm flipH="1">
            <a:off x="7200254" y="3211047"/>
            <a:ext cx="216118" cy="216118"/>
          </a:xfrm>
          <a:prstGeom prst="ellipse">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09" name="Oval 24">
            <a:extLst>
              <a:ext uri="{FF2B5EF4-FFF2-40B4-BE49-F238E27FC236}">
                <a16:creationId xmlns:a16="http://schemas.microsoft.com/office/drawing/2014/main" id="{FE0B4C15-6B98-4442-CED5-BCE8D6778CAF}"/>
              </a:ext>
            </a:extLst>
          </p:cNvPr>
          <p:cNvSpPr/>
          <p:nvPr/>
        </p:nvSpPr>
        <p:spPr>
          <a:xfrm flipH="1">
            <a:off x="6967378" y="4129169"/>
            <a:ext cx="216118" cy="216118"/>
          </a:xfrm>
          <a:prstGeom prst="ellipse">
            <a:avLst/>
          </a:prstGeom>
          <a:solidFill>
            <a:srgbClr val="9E9C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10" name="Oval 25">
            <a:extLst>
              <a:ext uri="{FF2B5EF4-FFF2-40B4-BE49-F238E27FC236}">
                <a16:creationId xmlns:a16="http://schemas.microsoft.com/office/drawing/2014/main" id="{187F52BD-A0CC-3D0A-F1D3-8F870AF194E3}"/>
              </a:ext>
            </a:extLst>
          </p:cNvPr>
          <p:cNvSpPr/>
          <p:nvPr/>
        </p:nvSpPr>
        <p:spPr>
          <a:xfrm flipH="1">
            <a:off x="7220706" y="5047293"/>
            <a:ext cx="216118" cy="216118"/>
          </a:xfrm>
          <a:prstGeom prst="ellipse">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111" name="Oval 26">
            <a:extLst>
              <a:ext uri="{FF2B5EF4-FFF2-40B4-BE49-F238E27FC236}">
                <a16:creationId xmlns:a16="http://schemas.microsoft.com/office/drawing/2014/main" id="{0036FD42-4905-0B2B-ABD3-305FB5F71138}"/>
              </a:ext>
            </a:extLst>
          </p:cNvPr>
          <p:cNvSpPr/>
          <p:nvPr/>
        </p:nvSpPr>
        <p:spPr>
          <a:xfrm flipH="1">
            <a:off x="8229310" y="5965415"/>
            <a:ext cx="216118" cy="216118"/>
          </a:xfrm>
          <a:prstGeom prst="ellipse">
            <a:avLst/>
          </a:prstGeom>
          <a:solidFill>
            <a:srgbClr val="9E9C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0"/>
          </a:p>
        </p:txBody>
      </p:sp>
      <p:cxnSp>
        <p:nvCxnSpPr>
          <p:cNvPr id="112" name="Straight Connector 27">
            <a:extLst>
              <a:ext uri="{FF2B5EF4-FFF2-40B4-BE49-F238E27FC236}">
                <a16:creationId xmlns:a16="http://schemas.microsoft.com/office/drawing/2014/main" id="{A7D6BD57-4EE5-B95D-E392-31BE9DDE8238}"/>
              </a:ext>
            </a:extLst>
          </p:cNvPr>
          <p:cNvCxnSpPr/>
          <p:nvPr/>
        </p:nvCxnSpPr>
        <p:spPr>
          <a:xfrm flipH="1">
            <a:off x="6833446" y="2401030"/>
            <a:ext cx="1080470" cy="1"/>
          </a:xfrm>
          <a:prstGeom prst="line">
            <a:avLst/>
          </a:prstGeom>
          <a:ln w="19050">
            <a:solidFill>
              <a:schemeClr val="bg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13" name="Straight Connector 28">
            <a:extLst>
              <a:ext uri="{FF2B5EF4-FFF2-40B4-BE49-F238E27FC236}">
                <a16:creationId xmlns:a16="http://schemas.microsoft.com/office/drawing/2014/main" id="{35525133-37BE-8EB8-B94A-C0B48199C7C4}"/>
              </a:ext>
            </a:extLst>
          </p:cNvPr>
          <p:cNvCxnSpPr/>
          <p:nvPr/>
        </p:nvCxnSpPr>
        <p:spPr>
          <a:xfrm flipH="1">
            <a:off x="5971070" y="3319153"/>
            <a:ext cx="1080470" cy="1"/>
          </a:xfrm>
          <a:prstGeom prst="line">
            <a:avLst/>
          </a:prstGeom>
          <a:ln w="19050">
            <a:solidFill>
              <a:schemeClr val="bg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14" name="Straight Connector 29">
            <a:extLst>
              <a:ext uri="{FF2B5EF4-FFF2-40B4-BE49-F238E27FC236}">
                <a16:creationId xmlns:a16="http://schemas.microsoft.com/office/drawing/2014/main" id="{660CEFCF-C379-6A19-E858-917A83C252A2}"/>
              </a:ext>
            </a:extLst>
          </p:cNvPr>
          <p:cNvCxnSpPr/>
          <p:nvPr/>
        </p:nvCxnSpPr>
        <p:spPr>
          <a:xfrm flipH="1">
            <a:off x="5729666" y="4237276"/>
            <a:ext cx="1080470" cy="1"/>
          </a:xfrm>
          <a:prstGeom prst="line">
            <a:avLst/>
          </a:prstGeom>
          <a:ln w="19050">
            <a:solidFill>
              <a:schemeClr val="bg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15" name="Straight Connector 30">
            <a:extLst>
              <a:ext uri="{FF2B5EF4-FFF2-40B4-BE49-F238E27FC236}">
                <a16:creationId xmlns:a16="http://schemas.microsoft.com/office/drawing/2014/main" id="{032DD7E1-48A8-E3B5-DE5B-B840CE337835}"/>
              </a:ext>
            </a:extLst>
          </p:cNvPr>
          <p:cNvCxnSpPr/>
          <p:nvPr/>
        </p:nvCxnSpPr>
        <p:spPr>
          <a:xfrm flipH="1">
            <a:off x="5969104" y="5155399"/>
            <a:ext cx="1080470" cy="1"/>
          </a:xfrm>
          <a:prstGeom prst="line">
            <a:avLst/>
          </a:prstGeom>
          <a:ln w="19050">
            <a:solidFill>
              <a:schemeClr val="bg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116" name="Straight Connector 31">
            <a:extLst>
              <a:ext uri="{FF2B5EF4-FFF2-40B4-BE49-F238E27FC236}">
                <a16:creationId xmlns:a16="http://schemas.microsoft.com/office/drawing/2014/main" id="{12C2C4EE-9FFC-832F-F20C-369951D21175}"/>
              </a:ext>
            </a:extLst>
          </p:cNvPr>
          <p:cNvCxnSpPr/>
          <p:nvPr/>
        </p:nvCxnSpPr>
        <p:spPr>
          <a:xfrm flipH="1">
            <a:off x="6895360" y="6073522"/>
            <a:ext cx="1080470" cy="1"/>
          </a:xfrm>
          <a:prstGeom prst="line">
            <a:avLst/>
          </a:prstGeom>
          <a:ln w="19050">
            <a:solidFill>
              <a:schemeClr val="bg1">
                <a:lumMod val="7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117" name="Parallelogram 30">
            <a:extLst>
              <a:ext uri="{FF2B5EF4-FFF2-40B4-BE49-F238E27FC236}">
                <a16:creationId xmlns:a16="http://schemas.microsoft.com/office/drawing/2014/main" id="{2AB96885-F115-F7C8-D7F6-61E5AD8C4FB3}"/>
              </a:ext>
            </a:extLst>
          </p:cNvPr>
          <p:cNvSpPr/>
          <p:nvPr/>
        </p:nvSpPr>
        <p:spPr>
          <a:xfrm>
            <a:off x="6208058" y="5952589"/>
            <a:ext cx="292786" cy="293510"/>
          </a:xfrm>
          <a:custGeom>
            <a:avLst/>
            <a:gdLst/>
            <a:ahLst/>
            <a:cxnLst/>
            <a:rect l="l" t="t" r="r" b="b"/>
            <a:pathLst>
              <a:path w="3240000" h="3248012">
                <a:moveTo>
                  <a:pt x="712553" y="858820"/>
                </a:moveTo>
                <a:cubicBezTo>
                  <a:pt x="727950" y="858820"/>
                  <a:pt x="743348" y="864694"/>
                  <a:pt x="755096" y="876443"/>
                </a:cubicBezTo>
                <a:lnTo>
                  <a:pt x="1193671" y="1315016"/>
                </a:lnTo>
                <a:lnTo>
                  <a:pt x="1509169" y="999517"/>
                </a:lnTo>
                <a:cubicBezTo>
                  <a:pt x="1509517" y="999169"/>
                  <a:pt x="1509868" y="998827"/>
                  <a:pt x="1510414" y="998691"/>
                </a:cubicBezTo>
                <a:lnTo>
                  <a:pt x="1518932" y="988592"/>
                </a:lnTo>
                <a:cubicBezTo>
                  <a:pt x="1531945" y="978263"/>
                  <a:pt x="1547912" y="974188"/>
                  <a:pt x="1563209" y="975946"/>
                </a:cubicBezTo>
                <a:cubicBezTo>
                  <a:pt x="1578505" y="977705"/>
                  <a:pt x="1593131" y="985299"/>
                  <a:pt x="1603459" y="998313"/>
                </a:cubicBezTo>
                <a:lnTo>
                  <a:pt x="1892346" y="1362277"/>
                </a:lnTo>
                <a:lnTo>
                  <a:pt x="2149759" y="1177067"/>
                </a:lnTo>
                <a:lnTo>
                  <a:pt x="2151621" y="1174867"/>
                </a:lnTo>
                <a:cubicBezTo>
                  <a:pt x="2159033" y="1169006"/>
                  <a:pt x="2167397" y="1165168"/>
                  <a:pt x="2176160" y="1163802"/>
                </a:cubicBezTo>
                <a:cubicBezTo>
                  <a:pt x="2177188" y="1163485"/>
                  <a:pt x="2178237" y="1163269"/>
                  <a:pt x="2179375" y="1163558"/>
                </a:cubicBezTo>
                <a:cubicBezTo>
                  <a:pt x="2184768" y="1161771"/>
                  <a:pt x="2190389" y="1161654"/>
                  <a:pt x="2195921" y="1162300"/>
                </a:cubicBezTo>
                <a:cubicBezTo>
                  <a:pt x="2196662" y="1162386"/>
                  <a:pt x="2197402" y="1162487"/>
                  <a:pt x="2198081" y="1162987"/>
                </a:cubicBezTo>
                <a:cubicBezTo>
                  <a:pt x="2202197" y="1163290"/>
                  <a:pt x="2206218" y="1164270"/>
                  <a:pt x="2209739" y="1166702"/>
                </a:cubicBezTo>
                <a:cubicBezTo>
                  <a:pt x="2213116" y="1166857"/>
                  <a:pt x="2216051" y="1168231"/>
                  <a:pt x="2218766" y="1170038"/>
                </a:cubicBezTo>
                <a:cubicBezTo>
                  <a:pt x="2225342" y="1173160"/>
                  <a:pt x="2231151" y="1177875"/>
                  <a:pt x="2235489" y="1184194"/>
                </a:cubicBezTo>
                <a:lnTo>
                  <a:pt x="2236132" y="1184737"/>
                </a:lnTo>
                <a:lnTo>
                  <a:pt x="2236287" y="1184934"/>
                </a:lnTo>
                <a:lnTo>
                  <a:pt x="2238712" y="1187183"/>
                </a:lnTo>
                <a:cubicBezTo>
                  <a:pt x="2239115" y="1187744"/>
                  <a:pt x="2239507" y="1188310"/>
                  <a:pt x="2239574" y="1189090"/>
                </a:cubicBezTo>
                <a:lnTo>
                  <a:pt x="2540580" y="1569705"/>
                </a:lnTo>
                <a:cubicBezTo>
                  <a:pt x="2561191" y="1595768"/>
                  <a:pt x="2556772" y="1633604"/>
                  <a:pt x="2530710" y="1654215"/>
                </a:cubicBezTo>
                <a:cubicBezTo>
                  <a:pt x="2504647" y="1674827"/>
                  <a:pt x="2466811" y="1670408"/>
                  <a:pt x="2446199" y="1644345"/>
                </a:cubicBezTo>
                <a:lnTo>
                  <a:pt x="2177884" y="1305067"/>
                </a:lnTo>
                <a:lnTo>
                  <a:pt x="1934804" y="1479967"/>
                </a:lnTo>
                <a:cubicBezTo>
                  <a:pt x="1927367" y="1485317"/>
                  <a:pt x="1919123" y="1488726"/>
                  <a:pt x="1910598" y="1489881"/>
                </a:cubicBezTo>
                <a:cubicBezTo>
                  <a:pt x="1885257" y="1507791"/>
                  <a:pt x="1850121" y="1502627"/>
                  <a:pt x="1830495" y="1477903"/>
                </a:cubicBezTo>
                <a:lnTo>
                  <a:pt x="1551924" y="1126933"/>
                </a:lnTo>
                <a:lnTo>
                  <a:pt x="1239041" y="1439816"/>
                </a:lnTo>
                <a:cubicBezTo>
                  <a:pt x="1226569" y="1452288"/>
                  <a:pt x="1209983" y="1458139"/>
                  <a:pt x="1193674" y="1456888"/>
                </a:cubicBezTo>
                <a:cubicBezTo>
                  <a:pt x="1177363" y="1458142"/>
                  <a:pt x="1160774" y="1452290"/>
                  <a:pt x="1148301" y="1439816"/>
                </a:cubicBezTo>
                <a:lnTo>
                  <a:pt x="670011" y="961527"/>
                </a:lnTo>
                <a:cubicBezTo>
                  <a:pt x="646515" y="938031"/>
                  <a:pt x="646515" y="899938"/>
                  <a:pt x="670011" y="876442"/>
                </a:cubicBezTo>
                <a:cubicBezTo>
                  <a:pt x="681760" y="864694"/>
                  <a:pt x="697157" y="858820"/>
                  <a:pt x="712553" y="858820"/>
                </a:cubicBezTo>
                <a:close/>
                <a:moveTo>
                  <a:pt x="2790000" y="699581"/>
                </a:moveTo>
                <a:lnTo>
                  <a:pt x="450000" y="699581"/>
                </a:lnTo>
                <a:lnTo>
                  <a:pt x="450000" y="1851581"/>
                </a:lnTo>
                <a:lnTo>
                  <a:pt x="2790000" y="1851581"/>
                </a:lnTo>
                <a:close/>
                <a:moveTo>
                  <a:pt x="2987972" y="519497"/>
                </a:moveTo>
                <a:lnTo>
                  <a:pt x="2987972" y="2031665"/>
                </a:lnTo>
                <a:lnTo>
                  <a:pt x="252028" y="2031665"/>
                </a:lnTo>
                <a:lnTo>
                  <a:pt x="252028" y="519497"/>
                </a:lnTo>
                <a:close/>
                <a:moveTo>
                  <a:pt x="1620000" y="0"/>
                </a:moveTo>
                <a:cubicBezTo>
                  <a:pt x="1540462" y="0"/>
                  <a:pt x="1475984" y="64478"/>
                  <a:pt x="1475984" y="144016"/>
                </a:cubicBezTo>
                <a:lnTo>
                  <a:pt x="1475984" y="267469"/>
                </a:lnTo>
                <a:lnTo>
                  <a:pt x="0" y="267469"/>
                </a:lnTo>
                <a:lnTo>
                  <a:pt x="0" y="2283693"/>
                </a:lnTo>
                <a:lnTo>
                  <a:pt x="852101" y="2283693"/>
                </a:lnTo>
                <a:lnTo>
                  <a:pt x="323771" y="3248012"/>
                </a:lnTo>
                <a:lnTo>
                  <a:pt x="621526" y="3248012"/>
                </a:lnTo>
                <a:lnTo>
                  <a:pt x="1149856" y="2283693"/>
                </a:lnTo>
                <a:lnTo>
                  <a:pt x="2090146" y="2283693"/>
                </a:lnTo>
                <a:lnTo>
                  <a:pt x="2618476" y="3248012"/>
                </a:lnTo>
                <a:lnTo>
                  <a:pt x="2916231" y="3248012"/>
                </a:lnTo>
                <a:lnTo>
                  <a:pt x="2387901" y="2283693"/>
                </a:lnTo>
                <a:lnTo>
                  <a:pt x="3240000" y="2283693"/>
                </a:lnTo>
                <a:lnTo>
                  <a:pt x="3240000" y="267469"/>
                </a:lnTo>
                <a:lnTo>
                  <a:pt x="1764016" y="267469"/>
                </a:lnTo>
                <a:lnTo>
                  <a:pt x="1764016" y="144016"/>
                </a:lnTo>
                <a:cubicBezTo>
                  <a:pt x="1764016" y="64478"/>
                  <a:pt x="1699538" y="0"/>
                  <a:pt x="16200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a:p>
        </p:txBody>
      </p:sp>
      <p:sp>
        <p:nvSpPr>
          <p:cNvPr id="121" name="Block Arc 25">
            <a:extLst>
              <a:ext uri="{FF2B5EF4-FFF2-40B4-BE49-F238E27FC236}">
                <a16:creationId xmlns:a16="http://schemas.microsoft.com/office/drawing/2014/main" id="{2EABA90F-205B-6085-36B9-2EBD8DF12837}"/>
              </a:ext>
            </a:extLst>
          </p:cNvPr>
          <p:cNvSpPr>
            <a:spLocks noChangeAspect="1"/>
          </p:cNvSpPr>
          <p:nvPr/>
        </p:nvSpPr>
        <p:spPr>
          <a:xfrm flipH="1">
            <a:off x="5172765" y="4080811"/>
            <a:ext cx="236253" cy="341315"/>
          </a:xfrm>
          <a:custGeom>
            <a:avLst/>
            <a:gdLst/>
            <a:ahLst/>
            <a:cxnLst/>
            <a:rect l="l" t="t" r="r" b="b"/>
            <a:pathLst>
              <a:path w="2215656" h="3200962">
                <a:moveTo>
                  <a:pt x="1107829" y="2097026"/>
                </a:moveTo>
                <a:cubicBezTo>
                  <a:pt x="1025315" y="2097026"/>
                  <a:pt x="958423" y="2163918"/>
                  <a:pt x="958423" y="2246432"/>
                </a:cubicBezTo>
                <a:cubicBezTo>
                  <a:pt x="958423" y="2302715"/>
                  <a:pt x="989546" y="2351730"/>
                  <a:pt x="1036590" y="2375275"/>
                </a:cubicBezTo>
                <a:lnTo>
                  <a:pt x="985422" y="2684898"/>
                </a:lnTo>
                <a:lnTo>
                  <a:pt x="1230236" y="2684898"/>
                </a:lnTo>
                <a:lnTo>
                  <a:pt x="1179068" y="2375275"/>
                </a:lnTo>
                <a:cubicBezTo>
                  <a:pt x="1226112" y="2351730"/>
                  <a:pt x="1257234" y="2302715"/>
                  <a:pt x="1257234" y="2246432"/>
                </a:cubicBezTo>
                <a:cubicBezTo>
                  <a:pt x="1257234" y="2163918"/>
                  <a:pt x="1190343" y="2097026"/>
                  <a:pt x="1107829" y="2097026"/>
                </a:cubicBezTo>
                <a:close/>
                <a:moveTo>
                  <a:pt x="1102513" y="266871"/>
                </a:moveTo>
                <a:cubicBezTo>
                  <a:pt x="874876" y="269781"/>
                  <a:pt x="691868" y="455143"/>
                  <a:pt x="691868" y="682798"/>
                </a:cubicBezTo>
                <a:lnTo>
                  <a:pt x="690469" y="682798"/>
                </a:lnTo>
                <a:lnTo>
                  <a:pt x="690469" y="1580962"/>
                </a:lnTo>
                <a:lnTo>
                  <a:pt x="1525188" y="1580962"/>
                </a:lnTo>
                <a:lnTo>
                  <a:pt x="1525188" y="672127"/>
                </a:lnTo>
                <a:lnTo>
                  <a:pt x="1523654" y="672166"/>
                </a:lnTo>
                <a:cubicBezTo>
                  <a:pt x="1517835" y="444585"/>
                  <a:pt x="1330149" y="263961"/>
                  <a:pt x="1102513" y="266871"/>
                </a:cubicBezTo>
                <a:close/>
                <a:moveTo>
                  <a:pt x="1099102" y="56"/>
                </a:moveTo>
                <a:cubicBezTo>
                  <a:pt x="1472767" y="-4720"/>
                  <a:pt x="1780852" y="291773"/>
                  <a:pt x="1790404" y="665346"/>
                </a:cubicBezTo>
                <a:lnTo>
                  <a:pt x="1742843" y="666562"/>
                </a:lnTo>
                <a:lnTo>
                  <a:pt x="1790627" y="666562"/>
                </a:lnTo>
                <a:lnTo>
                  <a:pt x="1790627" y="1580962"/>
                </a:lnTo>
                <a:lnTo>
                  <a:pt x="2041344" y="1580962"/>
                </a:lnTo>
                <a:cubicBezTo>
                  <a:pt x="2137614" y="1580962"/>
                  <a:pt x="2215656" y="1659004"/>
                  <a:pt x="2215656" y="1755274"/>
                </a:cubicBezTo>
                <a:lnTo>
                  <a:pt x="2215656" y="3026650"/>
                </a:lnTo>
                <a:cubicBezTo>
                  <a:pt x="2215656" y="3122920"/>
                  <a:pt x="2137614" y="3200962"/>
                  <a:pt x="2041344" y="3200962"/>
                </a:cubicBezTo>
                <a:lnTo>
                  <a:pt x="174312" y="3200962"/>
                </a:lnTo>
                <a:cubicBezTo>
                  <a:pt x="78042" y="3200962"/>
                  <a:pt x="0" y="3122920"/>
                  <a:pt x="0" y="3026650"/>
                </a:cubicBezTo>
                <a:lnTo>
                  <a:pt x="0" y="1755274"/>
                </a:lnTo>
                <a:cubicBezTo>
                  <a:pt x="0" y="1659004"/>
                  <a:pt x="78042" y="1580962"/>
                  <a:pt x="174312" y="1580962"/>
                </a:cubicBezTo>
                <a:lnTo>
                  <a:pt x="425030" y="1580962"/>
                </a:lnTo>
                <a:lnTo>
                  <a:pt x="425030" y="676764"/>
                </a:lnTo>
                <a:lnTo>
                  <a:pt x="425634" y="676764"/>
                </a:lnTo>
                <a:cubicBezTo>
                  <a:pt x="428273" y="305830"/>
                  <a:pt x="727452" y="4806"/>
                  <a:pt x="1099102" y="5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sp>
        <p:nvSpPr>
          <p:cNvPr id="46" name="TextBox 7">
            <a:extLst>
              <a:ext uri="{FF2B5EF4-FFF2-40B4-BE49-F238E27FC236}">
                <a16:creationId xmlns:a16="http://schemas.microsoft.com/office/drawing/2014/main" id="{72FD3359-A701-4B6D-BABF-886C8A0259CF}"/>
              </a:ext>
            </a:extLst>
          </p:cNvPr>
          <p:cNvSpPr txBox="1"/>
          <p:nvPr/>
        </p:nvSpPr>
        <p:spPr>
          <a:xfrm>
            <a:off x="1093056" y="96313"/>
            <a:ext cx="7012073" cy="769441"/>
          </a:xfrm>
          <a:prstGeom prst="rect">
            <a:avLst/>
          </a:prstGeom>
          <a:noFill/>
        </p:spPr>
        <p:txBody>
          <a:bodyPr wrap="square" rtlCol="0" anchor="ctr">
            <a:spAutoFit/>
          </a:bodyPr>
          <a:lstStyle/>
          <a:p>
            <a:r>
              <a:rPr lang="en-US" sz="4400" dirty="0">
                <a:solidFill>
                  <a:srgbClr val="272936"/>
                </a:solidFill>
                <a:latin typeface="Century Gothic" panose="020B0502020202020204" pitchFamily="34" charset="0"/>
              </a:rPr>
              <a:t>Biggest Challenges</a:t>
            </a:r>
          </a:p>
        </p:txBody>
      </p:sp>
      <p:sp>
        <p:nvSpPr>
          <p:cNvPr id="47" name="TextBox 10">
            <a:extLst>
              <a:ext uri="{FF2B5EF4-FFF2-40B4-BE49-F238E27FC236}">
                <a16:creationId xmlns:a16="http://schemas.microsoft.com/office/drawing/2014/main" id="{0398D3AE-A6AD-4DC0-A371-451375F26A61}"/>
              </a:ext>
            </a:extLst>
          </p:cNvPr>
          <p:cNvSpPr txBox="1"/>
          <p:nvPr/>
        </p:nvSpPr>
        <p:spPr>
          <a:xfrm>
            <a:off x="1324801" y="855684"/>
            <a:ext cx="3847964" cy="307777"/>
          </a:xfrm>
          <a:prstGeom prst="rect">
            <a:avLst/>
          </a:prstGeom>
          <a:noFill/>
        </p:spPr>
        <p:txBody>
          <a:bodyPr wrap="square" lIns="108000" rIns="108000" rtlCol="0">
            <a:spAutoFit/>
          </a:bodyPr>
          <a:lstStyle/>
          <a:p>
            <a:r>
              <a:rPr lang="en-US" altLang="ko-KR" sz="1400" spc="600" dirty="0">
                <a:solidFill>
                  <a:srgbClr val="9E9CB4"/>
                </a:solidFill>
                <a:latin typeface="Century Gothic" panose="020B0502020202020204" pitchFamily="34" charset="0"/>
                <a:cs typeface="Arial" panose="020B0604020202020204" pitchFamily="34" charset="0"/>
              </a:rPr>
              <a:t>APIs and Architecture</a:t>
            </a:r>
            <a:endParaRPr lang="ko-KR" altLang="en-US" sz="1400" spc="600" dirty="0">
              <a:solidFill>
                <a:srgbClr val="9E9CB4"/>
              </a:solidFill>
              <a:latin typeface="Century Gothic" panose="020B0502020202020204" pitchFamily="34" charset="0"/>
              <a:cs typeface="Arial" panose="020B0604020202020204" pitchFamily="34" charset="0"/>
            </a:endParaRPr>
          </a:p>
        </p:txBody>
      </p:sp>
      <p:sp>
        <p:nvSpPr>
          <p:cNvPr id="48" name="Forma libre: forma 47">
            <a:extLst>
              <a:ext uri="{FF2B5EF4-FFF2-40B4-BE49-F238E27FC236}">
                <a16:creationId xmlns:a16="http://schemas.microsoft.com/office/drawing/2014/main" id="{72F0101B-D043-4429-B65B-40B2B5A458DD}"/>
              </a:ext>
            </a:extLst>
          </p:cNvPr>
          <p:cNvSpPr/>
          <p:nvPr/>
        </p:nvSpPr>
        <p:spPr>
          <a:xfrm>
            <a:off x="506706" y="286751"/>
            <a:ext cx="567229" cy="319634"/>
          </a:xfrm>
          <a:custGeom>
            <a:avLst/>
            <a:gdLst>
              <a:gd name="connsiteX0" fmla="*/ 283657 w 567229"/>
              <a:gd name="connsiteY0" fmla="*/ 258695 h 319634"/>
              <a:gd name="connsiteX1" fmla="*/ 40974 w 567229"/>
              <a:gd name="connsiteY1" fmla="*/ 258695 h 319634"/>
              <a:gd name="connsiteX2" fmla="*/ 30668 w 567229"/>
              <a:gd name="connsiteY2" fmla="*/ 268702 h 319634"/>
              <a:gd name="connsiteX3" fmla="*/ 30609 w 567229"/>
              <a:gd name="connsiteY3" fmla="*/ 281876 h 319634"/>
              <a:gd name="connsiteX4" fmla="*/ 37898 w 567229"/>
              <a:gd name="connsiteY4" fmla="*/ 289135 h 319634"/>
              <a:gd name="connsiteX5" fmla="*/ 92624 w 567229"/>
              <a:gd name="connsiteY5" fmla="*/ 289075 h 319634"/>
              <a:gd name="connsiteX6" fmla="*/ 97881 w 567229"/>
              <a:gd name="connsiteY6" fmla="*/ 297081 h 319634"/>
              <a:gd name="connsiteX7" fmla="*/ 94058 w 567229"/>
              <a:gd name="connsiteY7" fmla="*/ 313660 h 319634"/>
              <a:gd name="connsiteX8" fmla="*/ 88113 w 567229"/>
              <a:gd name="connsiteY8" fmla="*/ 319575 h 319634"/>
              <a:gd name="connsiteX9" fmla="*/ 17555 w 567229"/>
              <a:gd name="connsiteY9" fmla="*/ 319425 h 319634"/>
              <a:gd name="connsiteX10" fmla="*/ 348 w 567229"/>
              <a:gd name="connsiteY10" fmla="*/ 302189 h 319634"/>
              <a:gd name="connsiteX11" fmla="*/ 348 w 567229"/>
              <a:gd name="connsiteY11" fmla="*/ 244834 h 319634"/>
              <a:gd name="connsiteX12" fmla="*/ 14956 w 567229"/>
              <a:gd name="connsiteY12" fmla="*/ 228643 h 319634"/>
              <a:gd name="connsiteX13" fmla="*/ 22334 w 567229"/>
              <a:gd name="connsiteY13" fmla="*/ 221175 h 319634"/>
              <a:gd name="connsiteX14" fmla="*/ 57643 w 567229"/>
              <a:gd name="connsiteY14" fmla="*/ 64316 h 319634"/>
              <a:gd name="connsiteX15" fmla="*/ 139254 w 567229"/>
              <a:gd name="connsiteY15" fmla="*/ 120 h 319634"/>
              <a:gd name="connsiteX16" fmla="*/ 423490 w 567229"/>
              <a:gd name="connsiteY16" fmla="*/ 0 h 319634"/>
              <a:gd name="connsiteX17" fmla="*/ 516004 w 567229"/>
              <a:gd name="connsiteY17" fmla="*/ 74860 h 319634"/>
              <a:gd name="connsiteX18" fmla="*/ 537393 w 567229"/>
              <a:gd name="connsiteY18" fmla="*/ 172692 h 319634"/>
              <a:gd name="connsiteX19" fmla="*/ 547938 w 567229"/>
              <a:gd name="connsiteY19" fmla="*/ 221623 h 319634"/>
              <a:gd name="connsiteX20" fmla="*/ 554808 w 567229"/>
              <a:gd name="connsiteY20" fmla="*/ 229181 h 319634"/>
              <a:gd name="connsiteX21" fmla="*/ 566907 w 567229"/>
              <a:gd name="connsiteY21" fmla="*/ 244565 h 319634"/>
              <a:gd name="connsiteX22" fmla="*/ 566787 w 567229"/>
              <a:gd name="connsiteY22" fmla="*/ 303234 h 319634"/>
              <a:gd name="connsiteX23" fmla="*/ 548326 w 567229"/>
              <a:gd name="connsiteY23" fmla="*/ 319485 h 319634"/>
              <a:gd name="connsiteX24" fmla="*/ 314874 w 567229"/>
              <a:gd name="connsiteY24" fmla="*/ 319634 h 319634"/>
              <a:gd name="connsiteX25" fmla="*/ 305852 w 567229"/>
              <a:gd name="connsiteY25" fmla="*/ 311031 h 319634"/>
              <a:gd name="connsiteX26" fmla="*/ 301043 w 567229"/>
              <a:gd name="connsiteY26" fmla="*/ 294064 h 319634"/>
              <a:gd name="connsiteX27" fmla="*/ 304090 w 567229"/>
              <a:gd name="connsiteY27" fmla="*/ 289075 h 319634"/>
              <a:gd name="connsiteX28" fmla="*/ 309377 w 567229"/>
              <a:gd name="connsiteY28" fmla="*/ 289015 h 319634"/>
              <a:gd name="connsiteX29" fmla="*/ 526340 w 567229"/>
              <a:gd name="connsiteY29" fmla="*/ 289045 h 319634"/>
              <a:gd name="connsiteX30" fmla="*/ 536795 w 567229"/>
              <a:gd name="connsiteY30" fmla="*/ 278440 h 319634"/>
              <a:gd name="connsiteX31" fmla="*/ 517080 w 567229"/>
              <a:gd name="connsiteY31" fmla="*/ 258665 h 319634"/>
              <a:gd name="connsiteX32" fmla="*/ 283627 w 567229"/>
              <a:gd name="connsiteY32" fmla="*/ 258665 h 319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67229" h="319634">
                <a:moveTo>
                  <a:pt x="283657" y="258695"/>
                </a:moveTo>
                <a:cubicBezTo>
                  <a:pt x="202763" y="258695"/>
                  <a:pt x="121869" y="258695"/>
                  <a:pt x="40974" y="258695"/>
                </a:cubicBezTo>
                <a:cubicBezTo>
                  <a:pt x="34104" y="258695"/>
                  <a:pt x="30668" y="262031"/>
                  <a:pt x="30668" y="268702"/>
                </a:cubicBezTo>
                <a:cubicBezTo>
                  <a:pt x="30668" y="273093"/>
                  <a:pt x="30937" y="277514"/>
                  <a:pt x="30609" y="281876"/>
                </a:cubicBezTo>
                <a:cubicBezTo>
                  <a:pt x="30220" y="287372"/>
                  <a:pt x="32521" y="289194"/>
                  <a:pt x="37898" y="289135"/>
                </a:cubicBezTo>
                <a:cubicBezTo>
                  <a:pt x="56150" y="288926"/>
                  <a:pt x="74402" y="289045"/>
                  <a:pt x="92624" y="289075"/>
                </a:cubicBezTo>
                <a:cubicBezTo>
                  <a:pt x="101436" y="289075"/>
                  <a:pt x="101436" y="289135"/>
                  <a:pt x="97881" y="297081"/>
                </a:cubicBezTo>
                <a:cubicBezTo>
                  <a:pt x="95521" y="302338"/>
                  <a:pt x="94028" y="307865"/>
                  <a:pt x="94058" y="313660"/>
                </a:cubicBezTo>
                <a:cubicBezTo>
                  <a:pt x="94058" y="317812"/>
                  <a:pt x="92295" y="319604"/>
                  <a:pt x="88113" y="319575"/>
                </a:cubicBezTo>
                <a:cubicBezTo>
                  <a:pt x="64603" y="319485"/>
                  <a:pt x="41064" y="319694"/>
                  <a:pt x="17555" y="319425"/>
                </a:cubicBezTo>
                <a:cubicBezTo>
                  <a:pt x="7547" y="319306"/>
                  <a:pt x="617" y="312674"/>
                  <a:pt x="348" y="302189"/>
                </a:cubicBezTo>
                <a:cubicBezTo>
                  <a:pt x="-160" y="283071"/>
                  <a:pt x="-70" y="263952"/>
                  <a:pt x="348" y="244834"/>
                </a:cubicBezTo>
                <a:cubicBezTo>
                  <a:pt x="557" y="235992"/>
                  <a:pt x="6173" y="230017"/>
                  <a:pt x="14956" y="228643"/>
                </a:cubicBezTo>
                <a:cubicBezTo>
                  <a:pt x="19825" y="227896"/>
                  <a:pt x="21348" y="225656"/>
                  <a:pt x="22334" y="221175"/>
                </a:cubicBezTo>
                <a:cubicBezTo>
                  <a:pt x="33925" y="168869"/>
                  <a:pt x="45396" y="116503"/>
                  <a:pt x="57643" y="64316"/>
                </a:cubicBezTo>
                <a:cubicBezTo>
                  <a:pt x="66605" y="26109"/>
                  <a:pt x="100032" y="180"/>
                  <a:pt x="139254" y="120"/>
                </a:cubicBezTo>
                <a:cubicBezTo>
                  <a:pt x="234009" y="0"/>
                  <a:pt x="328735" y="210"/>
                  <a:pt x="423490" y="0"/>
                </a:cubicBezTo>
                <a:cubicBezTo>
                  <a:pt x="474034" y="-119"/>
                  <a:pt x="505728" y="25452"/>
                  <a:pt x="516004" y="74860"/>
                </a:cubicBezTo>
                <a:cubicBezTo>
                  <a:pt x="522785" y="107541"/>
                  <a:pt x="530253" y="140072"/>
                  <a:pt x="537393" y="172692"/>
                </a:cubicBezTo>
                <a:cubicBezTo>
                  <a:pt x="540948" y="189003"/>
                  <a:pt x="544562" y="205283"/>
                  <a:pt x="547938" y="221623"/>
                </a:cubicBezTo>
                <a:cubicBezTo>
                  <a:pt x="548774" y="225716"/>
                  <a:pt x="550507" y="228106"/>
                  <a:pt x="554808" y="229181"/>
                </a:cubicBezTo>
                <a:cubicBezTo>
                  <a:pt x="562575" y="231153"/>
                  <a:pt x="566787" y="236828"/>
                  <a:pt x="566907" y="244565"/>
                </a:cubicBezTo>
                <a:cubicBezTo>
                  <a:pt x="567235" y="264102"/>
                  <a:pt x="567474" y="283698"/>
                  <a:pt x="566787" y="303234"/>
                </a:cubicBezTo>
                <a:cubicBezTo>
                  <a:pt x="566399" y="314108"/>
                  <a:pt x="559498" y="319485"/>
                  <a:pt x="548326" y="319485"/>
                </a:cubicBezTo>
                <a:cubicBezTo>
                  <a:pt x="470509" y="319515"/>
                  <a:pt x="392691" y="319455"/>
                  <a:pt x="314874" y="319634"/>
                </a:cubicBezTo>
                <a:cubicBezTo>
                  <a:pt x="308392" y="319634"/>
                  <a:pt x="305703" y="317693"/>
                  <a:pt x="305852" y="311031"/>
                </a:cubicBezTo>
                <a:cubicBezTo>
                  <a:pt x="306002" y="305027"/>
                  <a:pt x="303821" y="299381"/>
                  <a:pt x="301043" y="294064"/>
                </a:cubicBezTo>
                <a:cubicBezTo>
                  <a:pt x="299221" y="290569"/>
                  <a:pt x="300565" y="289194"/>
                  <a:pt x="304090" y="289075"/>
                </a:cubicBezTo>
                <a:cubicBezTo>
                  <a:pt x="305852" y="289015"/>
                  <a:pt x="307615" y="289015"/>
                  <a:pt x="309377" y="289015"/>
                </a:cubicBezTo>
                <a:cubicBezTo>
                  <a:pt x="381698" y="289015"/>
                  <a:pt x="454019" y="289015"/>
                  <a:pt x="526340" y="289045"/>
                </a:cubicBezTo>
                <a:cubicBezTo>
                  <a:pt x="533309" y="289045"/>
                  <a:pt x="536795" y="285510"/>
                  <a:pt x="536795" y="278440"/>
                </a:cubicBezTo>
                <a:cubicBezTo>
                  <a:pt x="536816" y="265257"/>
                  <a:pt x="530244" y="258665"/>
                  <a:pt x="517080" y="258665"/>
                </a:cubicBezTo>
                <a:cubicBezTo>
                  <a:pt x="439262" y="258665"/>
                  <a:pt x="361445" y="258665"/>
                  <a:pt x="283627" y="258665"/>
                </a:cubicBezTo>
                <a:close/>
              </a:path>
            </a:pathLst>
          </a:custGeom>
          <a:solidFill>
            <a:srgbClr val="000000"/>
          </a:solidFill>
          <a:ln w="2970" cap="flat">
            <a:noFill/>
            <a:prstDash val="solid"/>
            <a:miter/>
          </a:ln>
        </p:spPr>
        <p:txBody>
          <a:bodyPr rtlCol="0" anchor="ctr"/>
          <a:lstStyle/>
          <a:p>
            <a:endParaRPr lang="LID4096"/>
          </a:p>
        </p:txBody>
      </p:sp>
      <p:grpSp>
        <p:nvGrpSpPr>
          <p:cNvPr id="49" name="Grupo 48">
            <a:extLst>
              <a:ext uri="{FF2B5EF4-FFF2-40B4-BE49-F238E27FC236}">
                <a16:creationId xmlns:a16="http://schemas.microsoft.com/office/drawing/2014/main" id="{1644991C-A699-4E69-976B-6EBB4EDCF8E5}"/>
              </a:ext>
            </a:extLst>
          </p:cNvPr>
          <p:cNvGrpSpPr/>
          <p:nvPr/>
        </p:nvGrpSpPr>
        <p:grpSpPr>
          <a:xfrm>
            <a:off x="241063" y="584897"/>
            <a:ext cx="545369" cy="495206"/>
            <a:chOff x="119056" y="424744"/>
            <a:chExt cx="545369" cy="495206"/>
          </a:xfrm>
        </p:grpSpPr>
        <p:sp>
          <p:nvSpPr>
            <p:cNvPr id="50" name="Forma libre: forma 49">
              <a:extLst>
                <a:ext uri="{FF2B5EF4-FFF2-40B4-BE49-F238E27FC236}">
                  <a16:creationId xmlns:a16="http://schemas.microsoft.com/office/drawing/2014/main" id="{30EB1332-2D18-4DDE-A410-02638754B2CB}"/>
                </a:ext>
              </a:extLst>
            </p:cNvPr>
            <p:cNvSpPr/>
            <p:nvPr/>
          </p:nvSpPr>
          <p:spPr>
            <a:xfrm>
              <a:off x="119056" y="424744"/>
              <a:ext cx="545369" cy="495206"/>
            </a:xfrm>
            <a:custGeom>
              <a:avLst/>
              <a:gdLst>
                <a:gd name="connsiteX0" fmla="*/ 466404 w 545369"/>
                <a:gd name="connsiteY0" fmla="*/ 40 h 495206"/>
                <a:gd name="connsiteX1" fmla="*/ 525761 w 545369"/>
                <a:gd name="connsiteY1" fmla="*/ 40 h 495206"/>
                <a:gd name="connsiteX2" fmla="*/ 544998 w 545369"/>
                <a:gd name="connsiteY2" fmla="*/ 17665 h 495206"/>
                <a:gd name="connsiteX3" fmla="*/ 544371 w 545369"/>
                <a:gd name="connsiteY3" fmla="*/ 64385 h 495206"/>
                <a:gd name="connsiteX4" fmla="*/ 527852 w 545369"/>
                <a:gd name="connsiteY4" fmla="*/ 78156 h 495206"/>
                <a:gd name="connsiteX5" fmla="*/ 492901 w 545369"/>
                <a:gd name="connsiteY5" fmla="*/ 78066 h 495206"/>
                <a:gd name="connsiteX6" fmla="*/ 480892 w 545369"/>
                <a:gd name="connsiteY6" fmla="*/ 86849 h 495206"/>
                <a:gd name="connsiteX7" fmla="*/ 461774 w 545369"/>
                <a:gd name="connsiteY7" fmla="*/ 145040 h 495206"/>
                <a:gd name="connsiteX8" fmla="*/ 370066 w 545369"/>
                <a:gd name="connsiteY8" fmla="*/ 195196 h 495206"/>
                <a:gd name="connsiteX9" fmla="*/ 302316 w 545369"/>
                <a:gd name="connsiteY9" fmla="*/ 151881 h 495206"/>
                <a:gd name="connsiteX10" fmla="*/ 264258 w 545369"/>
                <a:gd name="connsiteY10" fmla="*/ 144741 h 495206"/>
                <a:gd name="connsiteX11" fmla="*/ 237104 w 545369"/>
                <a:gd name="connsiteY11" fmla="*/ 177900 h 495206"/>
                <a:gd name="connsiteX12" fmla="*/ 239285 w 545369"/>
                <a:gd name="connsiteY12" fmla="*/ 183247 h 495206"/>
                <a:gd name="connsiteX13" fmla="*/ 254161 w 545369"/>
                <a:gd name="connsiteY13" fmla="*/ 199736 h 495206"/>
                <a:gd name="connsiteX14" fmla="*/ 260435 w 545369"/>
                <a:gd name="connsiteY14" fmla="*/ 203978 h 495206"/>
                <a:gd name="connsiteX15" fmla="*/ 280121 w 545369"/>
                <a:gd name="connsiteY15" fmla="*/ 205472 h 495206"/>
                <a:gd name="connsiteX16" fmla="*/ 285557 w 545369"/>
                <a:gd name="connsiteY16" fmla="*/ 201111 h 495206"/>
                <a:gd name="connsiteX17" fmla="*/ 303511 w 545369"/>
                <a:gd name="connsiteY17" fmla="*/ 183277 h 495206"/>
                <a:gd name="connsiteX18" fmla="*/ 326721 w 545369"/>
                <a:gd name="connsiteY18" fmla="*/ 195704 h 495206"/>
                <a:gd name="connsiteX19" fmla="*/ 335892 w 545369"/>
                <a:gd name="connsiteY19" fmla="*/ 199079 h 495206"/>
                <a:gd name="connsiteX20" fmla="*/ 387302 w 545369"/>
                <a:gd name="connsiteY20" fmla="*/ 220587 h 495206"/>
                <a:gd name="connsiteX21" fmla="*/ 402985 w 545369"/>
                <a:gd name="connsiteY21" fmla="*/ 263484 h 495206"/>
                <a:gd name="connsiteX22" fmla="*/ 430946 w 545369"/>
                <a:gd name="connsiteY22" fmla="*/ 400538 h 495206"/>
                <a:gd name="connsiteX23" fmla="*/ 412156 w 545369"/>
                <a:gd name="connsiteY23" fmla="*/ 470917 h 495206"/>
                <a:gd name="connsiteX24" fmla="*/ 362658 w 545369"/>
                <a:gd name="connsiteY24" fmla="*/ 493710 h 495206"/>
                <a:gd name="connsiteX25" fmla="*/ 297805 w 545369"/>
                <a:gd name="connsiteY25" fmla="*/ 439253 h 495206"/>
                <a:gd name="connsiteX26" fmla="*/ 265005 w 545369"/>
                <a:gd name="connsiteY26" fmla="*/ 400927 h 495206"/>
                <a:gd name="connsiteX27" fmla="*/ 228202 w 545369"/>
                <a:gd name="connsiteY27" fmla="*/ 397939 h 495206"/>
                <a:gd name="connsiteX28" fmla="*/ 205529 w 545369"/>
                <a:gd name="connsiteY28" fmla="*/ 397282 h 495206"/>
                <a:gd name="connsiteX29" fmla="*/ 142200 w 545369"/>
                <a:gd name="connsiteY29" fmla="*/ 422614 h 495206"/>
                <a:gd name="connsiteX30" fmla="*/ 137181 w 545369"/>
                <a:gd name="connsiteY30" fmla="*/ 440866 h 495206"/>
                <a:gd name="connsiteX31" fmla="*/ 59065 w 545369"/>
                <a:gd name="connsiteY31" fmla="*/ 493829 h 495206"/>
                <a:gd name="connsiteX32" fmla="*/ 247 w 545369"/>
                <a:gd name="connsiteY32" fmla="*/ 418312 h 495206"/>
                <a:gd name="connsiteX33" fmla="*/ 6490 w 545369"/>
                <a:gd name="connsiteY33" fmla="*/ 393458 h 495206"/>
                <a:gd name="connsiteX34" fmla="*/ 28267 w 545369"/>
                <a:gd name="connsiteY34" fmla="*/ 271848 h 495206"/>
                <a:gd name="connsiteX35" fmla="*/ 39140 w 545369"/>
                <a:gd name="connsiteY35" fmla="*/ 228414 h 495206"/>
                <a:gd name="connsiteX36" fmla="*/ 96645 w 545369"/>
                <a:gd name="connsiteY36" fmla="*/ 200394 h 495206"/>
                <a:gd name="connsiteX37" fmla="*/ 109908 w 545369"/>
                <a:gd name="connsiteY37" fmla="*/ 193732 h 495206"/>
                <a:gd name="connsiteX38" fmla="*/ 131506 w 545369"/>
                <a:gd name="connsiteY38" fmla="*/ 184531 h 495206"/>
                <a:gd name="connsiteX39" fmla="*/ 148145 w 545369"/>
                <a:gd name="connsiteY39" fmla="*/ 199527 h 495206"/>
                <a:gd name="connsiteX40" fmla="*/ 156539 w 545369"/>
                <a:gd name="connsiteY40" fmla="*/ 205412 h 495206"/>
                <a:gd name="connsiteX41" fmla="*/ 167651 w 545369"/>
                <a:gd name="connsiteY41" fmla="*/ 204217 h 495206"/>
                <a:gd name="connsiteX42" fmla="*/ 180526 w 545369"/>
                <a:gd name="connsiteY42" fmla="*/ 195853 h 495206"/>
                <a:gd name="connsiteX43" fmla="*/ 196299 w 545369"/>
                <a:gd name="connsiteY43" fmla="*/ 181305 h 495206"/>
                <a:gd name="connsiteX44" fmla="*/ 200720 w 545369"/>
                <a:gd name="connsiteY44" fmla="*/ 176137 h 495206"/>
                <a:gd name="connsiteX45" fmla="*/ 223214 w 545369"/>
                <a:gd name="connsiteY45" fmla="*/ 138379 h 495206"/>
                <a:gd name="connsiteX46" fmla="*/ 270352 w 545369"/>
                <a:gd name="connsiteY46" fmla="*/ 113644 h 495206"/>
                <a:gd name="connsiteX47" fmla="*/ 316923 w 545369"/>
                <a:gd name="connsiteY47" fmla="*/ 128252 h 495206"/>
                <a:gd name="connsiteX48" fmla="*/ 357550 w 545369"/>
                <a:gd name="connsiteY48" fmla="*/ 158513 h 495206"/>
                <a:gd name="connsiteX49" fmla="*/ 420013 w 545369"/>
                <a:gd name="connsiteY49" fmla="*/ 157318 h 495206"/>
                <a:gd name="connsiteX50" fmla="*/ 448481 w 545369"/>
                <a:gd name="connsiteY50" fmla="*/ 118782 h 495206"/>
                <a:gd name="connsiteX51" fmla="*/ 450184 w 545369"/>
                <a:gd name="connsiteY51" fmla="*/ 83951 h 495206"/>
                <a:gd name="connsiteX52" fmla="*/ 444269 w 545369"/>
                <a:gd name="connsiteY52" fmla="*/ 78186 h 495206"/>
                <a:gd name="connsiteX53" fmla="*/ 405345 w 545369"/>
                <a:gd name="connsiteY53" fmla="*/ 78186 h 495206"/>
                <a:gd name="connsiteX54" fmla="*/ 386556 w 545369"/>
                <a:gd name="connsiteY54" fmla="*/ 59426 h 495206"/>
                <a:gd name="connsiteX55" fmla="*/ 386556 w 545369"/>
                <a:gd name="connsiteY55" fmla="*/ 19188 h 495206"/>
                <a:gd name="connsiteX56" fmla="*/ 405614 w 545369"/>
                <a:gd name="connsiteY56" fmla="*/ 40 h 495206"/>
                <a:gd name="connsiteX57" fmla="*/ 466285 w 545369"/>
                <a:gd name="connsiteY57" fmla="*/ 40 h 495206"/>
                <a:gd name="connsiteX58" fmla="*/ 81051 w 545369"/>
                <a:gd name="connsiteY58" fmla="*/ 307635 h 495206"/>
                <a:gd name="connsiteX59" fmla="*/ 127921 w 545369"/>
                <a:gd name="connsiteY59" fmla="*/ 354624 h 495206"/>
                <a:gd name="connsiteX60" fmla="*/ 174671 w 545369"/>
                <a:gd name="connsiteY60" fmla="*/ 307576 h 495206"/>
                <a:gd name="connsiteX61" fmla="*/ 127533 w 545369"/>
                <a:gd name="connsiteY61" fmla="*/ 260377 h 495206"/>
                <a:gd name="connsiteX62" fmla="*/ 81051 w 545369"/>
                <a:gd name="connsiteY62" fmla="*/ 307665 h 495206"/>
                <a:gd name="connsiteX63" fmla="*/ 305393 w 545369"/>
                <a:gd name="connsiteY63" fmla="*/ 353340 h 495206"/>
                <a:gd name="connsiteX64" fmla="*/ 352441 w 545369"/>
                <a:gd name="connsiteY64" fmla="*/ 305783 h 495206"/>
                <a:gd name="connsiteX65" fmla="*/ 305602 w 545369"/>
                <a:gd name="connsiteY65" fmla="*/ 259063 h 495206"/>
                <a:gd name="connsiteX66" fmla="*/ 258164 w 545369"/>
                <a:gd name="connsiteY66" fmla="*/ 307247 h 495206"/>
                <a:gd name="connsiteX67" fmla="*/ 305363 w 545369"/>
                <a:gd name="connsiteY67" fmla="*/ 353340 h 495206"/>
                <a:gd name="connsiteX68" fmla="*/ 216522 w 545369"/>
                <a:gd name="connsiteY68" fmla="*/ 370606 h 495206"/>
                <a:gd name="connsiteX69" fmla="*/ 241735 w 545369"/>
                <a:gd name="connsiteY69" fmla="*/ 345812 h 495206"/>
                <a:gd name="connsiteX70" fmla="*/ 217239 w 545369"/>
                <a:gd name="connsiteY70" fmla="*/ 320899 h 495206"/>
                <a:gd name="connsiteX71" fmla="*/ 191937 w 545369"/>
                <a:gd name="connsiteY71" fmla="*/ 345394 h 495206"/>
                <a:gd name="connsiteX72" fmla="*/ 216522 w 545369"/>
                <a:gd name="connsiteY72" fmla="*/ 370576 h 495206"/>
                <a:gd name="connsiteX73" fmla="*/ 215716 w 545369"/>
                <a:gd name="connsiteY73" fmla="*/ 249324 h 495206"/>
                <a:gd name="connsiteX74" fmla="*/ 215716 w 545369"/>
                <a:gd name="connsiteY74" fmla="*/ 249145 h 495206"/>
                <a:gd name="connsiteX75" fmla="*/ 259807 w 545369"/>
                <a:gd name="connsiteY75" fmla="*/ 249145 h 495206"/>
                <a:gd name="connsiteX76" fmla="*/ 269605 w 545369"/>
                <a:gd name="connsiteY76" fmla="*/ 240034 h 495206"/>
                <a:gd name="connsiteX77" fmla="*/ 260285 w 545369"/>
                <a:gd name="connsiteY77" fmla="*/ 231252 h 495206"/>
                <a:gd name="connsiteX78" fmla="*/ 172102 w 545369"/>
                <a:gd name="connsiteY78" fmla="*/ 231461 h 495206"/>
                <a:gd name="connsiteX79" fmla="*/ 162872 w 545369"/>
                <a:gd name="connsiteY79" fmla="*/ 240602 h 495206"/>
                <a:gd name="connsiteX80" fmla="*/ 172311 w 545369"/>
                <a:gd name="connsiteY80" fmla="*/ 249354 h 495206"/>
                <a:gd name="connsiteX81" fmla="*/ 215746 w 545369"/>
                <a:gd name="connsiteY81" fmla="*/ 249354 h 495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45369" h="495206">
                  <a:moveTo>
                    <a:pt x="466404" y="40"/>
                  </a:moveTo>
                  <a:cubicBezTo>
                    <a:pt x="486180" y="40"/>
                    <a:pt x="505985" y="10"/>
                    <a:pt x="525761" y="40"/>
                  </a:cubicBezTo>
                  <a:cubicBezTo>
                    <a:pt x="538038" y="70"/>
                    <a:pt x="544610" y="5596"/>
                    <a:pt x="544998" y="17665"/>
                  </a:cubicBezTo>
                  <a:cubicBezTo>
                    <a:pt x="545506" y="33228"/>
                    <a:pt x="545656" y="48851"/>
                    <a:pt x="544371" y="64385"/>
                  </a:cubicBezTo>
                  <a:cubicBezTo>
                    <a:pt x="543714" y="72540"/>
                    <a:pt x="536993" y="78036"/>
                    <a:pt x="527852" y="78156"/>
                  </a:cubicBezTo>
                  <a:cubicBezTo>
                    <a:pt x="516202" y="78305"/>
                    <a:pt x="504521" y="78664"/>
                    <a:pt x="492901" y="78066"/>
                  </a:cubicBezTo>
                  <a:cubicBezTo>
                    <a:pt x="485851" y="77678"/>
                    <a:pt x="482894" y="80217"/>
                    <a:pt x="480892" y="86849"/>
                  </a:cubicBezTo>
                  <a:cubicBezTo>
                    <a:pt x="474948" y="106385"/>
                    <a:pt x="468764" y="125862"/>
                    <a:pt x="461774" y="145040"/>
                  </a:cubicBezTo>
                  <a:cubicBezTo>
                    <a:pt x="446360" y="187399"/>
                    <a:pt x="408900" y="202634"/>
                    <a:pt x="370066" y="195196"/>
                  </a:cubicBezTo>
                  <a:cubicBezTo>
                    <a:pt x="341956" y="189819"/>
                    <a:pt x="319283" y="175271"/>
                    <a:pt x="302316" y="151881"/>
                  </a:cubicBezTo>
                  <a:cubicBezTo>
                    <a:pt x="291263" y="136616"/>
                    <a:pt x="280598" y="134973"/>
                    <a:pt x="264258" y="144741"/>
                  </a:cubicBezTo>
                  <a:cubicBezTo>
                    <a:pt x="251174" y="152568"/>
                    <a:pt x="243646" y="164816"/>
                    <a:pt x="237104" y="177900"/>
                  </a:cubicBezTo>
                  <a:cubicBezTo>
                    <a:pt x="235760" y="180588"/>
                    <a:pt x="237373" y="181873"/>
                    <a:pt x="239285" y="183247"/>
                  </a:cubicBezTo>
                  <a:cubicBezTo>
                    <a:pt x="245469" y="187638"/>
                    <a:pt x="250607" y="192985"/>
                    <a:pt x="254161" y="199736"/>
                  </a:cubicBezTo>
                  <a:cubicBezTo>
                    <a:pt x="255506" y="202335"/>
                    <a:pt x="257686" y="203620"/>
                    <a:pt x="260435" y="203978"/>
                  </a:cubicBezTo>
                  <a:cubicBezTo>
                    <a:pt x="266977" y="204845"/>
                    <a:pt x="273489" y="205741"/>
                    <a:pt x="280121" y="205472"/>
                  </a:cubicBezTo>
                  <a:cubicBezTo>
                    <a:pt x="283227" y="205352"/>
                    <a:pt x="284840" y="204307"/>
                    <a:pt x="285557" y="201111"/>
                  </a:cubicBezTo>
                  <a:cubicBezTo>
                    <a:pt x="287678" y="191372"/>
                    <a:pt x="293563" y="184830"/>
                    <a:pt x="303511" y="183277"/>
                  </a:cubicBezTo>
                  <a:cubicBezTo>
                    <a:pt x="314026" y="181634"/>
                    <a:pt x="321942" y="186234"/>
                    <a:pt x="326721" y="195704"/>
                  </a:cubicBezTo>
                  <a:cubicBezTo>
                    <a:pt x="328842" y="199886"/>
                    <a:pt x="332487" y="199049"/>
                    <a:pt x="335892" y="199079"/>
                  </a:cubicBezTo>
                  <a:cubicBezTo>
                    <a:pt x="355936" y="199348"/>
                    <a:pt x="373113" y="206039"/>
                    <a:pt x="387302" y="220587"/>
                  </a:cubicBezTo>
                  <a:cubicBezTo>
                    <a:pt x="399102" y="232686"/>
                    <a:pt x="401850" y="247681"/>
                    <a:pt x="402985" y="263484"/>
                  </a:cubicBezTo>
                  <a:cubicBezTo>
                    <a:pt x="406331" y="310384"/>
                    <a:pt x="415382" y="356088"/>
                    <a:pt x="430946" y="400538"/>
                  </a:cubicBezTo>
                  <a:cubicBezTo>
                    <a:pt x="440565" y="428021"/>
                    <a:pt x="431424" y="451082"/>
                    <a:pt x="412156" y="470917"/>
                  </a:cubicBezTo>
                  <a:cubicBezTo>
                    <a:pt x="398714" y="484748"/>
                    <a:pt x="382672" y="493740"/>
                    <a:pt x="362658" y="493710"/>
                  </a:cubicBezTo>
                  <a:cubicBezTo>
                    <a:pt x="332278" y="493680"/>
                    <a:pt x="302256" y="469304"/>
                    <a:pt x="297805" y="439253"/>
                  </a:cubicBezTo>
                  <a:cubicBezTo>
                    <a:pt x="294788" y="418880"/>
                    <a:pt x="282451" y="408006"/>
                    <a:pt x="265005" y="400927"/>
                  </a:cubicBezTo>
                  <a:cubicBezTo>
                    <a:pt x="253146" y="396117"/>
                    <a:pt x="240868" y="394683"/>
                    <a:pt x="228202" y="397939"/>
                  </a:cubicBezTo>
                  <a:cubicBezTo>
                    <a:pt x="220645" y="399881"/>
                    <a:pt x="213236" y="399612"/>
                    <a:pt x="205529" y="397282"/>
                  </a:cubicBezTo>
                  <a:cubicBezTo>
                    <a:pt x="184410" y="390919"/>
                    <a:pt x="153432" y="403764"/>
                    <a:pt x="142200" y="422614"/>
                  </a:cubicBezTo>
                  <a:cubicBezTo>
                    <a:pt x="138795" y="428349"/>
                    <a:pt x="138227" y="434652"/>
                    <a:pt x="137181" y="440866"/>
                  </a:cubicBezTo>
                  <a:cubicBezTo>
                    <a:pt x="131207" y="475936"/>
                    <a:pt x="93807" y="501537"/>
                    <a:pt x="59065" y="493829"/>
                  </a:cubicBezTo>
                  <a:cubicBezTo>
                    <a:pt x="28745" y="487108"/>
                    <a:pt x="-3129" y="453801"/>
                    <a:pt x="247" y="418312"/>
                  </a:cubicBezTo>
                  <a:cubicBezTo>
                    <a:pt x="1083" y="409649"/>
                    <a:pt x="4040" y="401614"/>
                    <a:pt x="6490" y="393458"/>
                  </a:cubicBezTo>
                  <a:cubicBezTo>
                    <a:pt x="18439" y="353758"/>
                    <a:pt x="26325" y="313371"/>
                    <a:pt x="28267" y="271848"/>
                  </a:cubicBezTo>
                  <a:cubicBezTo>
                    <a:pt x="28984" y="256763"/>
                    <a:pt x="29492" y="241319"/>
                    <a:pt x="39140" y="228414"/>
                  </a:cubicBezTo>
                  <a:cubicBezTo>
                    <a:pt x="53479" y="209236"/>
                    <a:pt x="72986" y="200304"/>
                    <a:pt x="96645" y="200394"/>
                  </a:cubicBezTo>
                  <a:cubicBezTo>
                    <a:pt x="102530" y="200394"/>
                    <a:pt x="106682" y="199826"/>
                    <a:pt x="109908" y="193732"/>
                  </a:cubicBezTo>
                  <a:cubicBezTo>
                    <a:pt x="114299" y="185517"/>
                    <a:pt x="122544" y="183097"/>
                    <a:pt x="131506" y="184531"/>
                  </a:cubicBezTo>
                  <a:cubicBezTo>
                    <a:pt x="140109" y="185905"/>
                    <a:pt x="145994" y="191223"/>
                    <a:pt x="148145" y="199527"/>
                  </a:cubicBezTo>
                  <a:cubicBezTo>
                    <a:pt x="149429" y="204606"/>
                    <a:pt x="152028" y="205890"/>
                    <a:pt x="156539" y="205412"/>
                  </a:cubicBezTo>
                  <a:cubicBezTo>
                    <a:pt x="160243" y="204994"/>
                    <a:pt x="163947" y="204546"/>
                    <a:pt x="167651" y="204217"/>
                  </a:cubicBezTo>
                  <a:cubicBezTo>
                    <a:pt x="173446" y="203709"/>
                    <a:pt x="177688" y="201678"/>
                    <a:pt x="180526" y="195853"/>
                  </a:cubicBezTo>
                  <a:cubicBezTo>
                    <a:pt x="183782" y="189251"/>
                    <a:pt x="189846" y="184860"/>
                    <a:pt x="196299" y="181305"/>
                  </a:cubicBezTo>
                  <a:cubicBezTo>
                    <a:pt x="198479" y="180110"/>
                    <a:pt x="200302" y="179035"/>
                    <a:pt x="200720" y="176137"/>
                  </a:cubicBezTo>
                  <a:cubicBezTo>
                    <a:pt x="203020" y="160484"/>
                    <a:pt x="212340" y="148864"/>
                    <a:pt x="223214" y="138379"/>
                  </a:cubicBezTo>
                  <a:cubicBezTo>
                    <a:pt x="236477" y="125563"/>
                    <a:pt x="252100" y="116870"/>
                    <a:pt x="270352" y="113644"/>
                  </a:cubicBezTo>
                  <a:cubicBezTo>
                    <a:pt x="288246" y="110478"/>
                    <a:pt x="304526" y="113853"/>
                    <a:pt x="316923" y="128252"/>
                  </a:cubicBezTo>
                  <a:cubicBezTo>
                    <a:pt x="328245" y="141426"/>
                    <a:pt x="340373" y="153255"/>
                    <a:pt x="357550" y="158513"/>
                  </a:cubicBezTo>
                  <a:cubicBezTo>
                    <a:pt x="378520" y="164935"/>
                    <a:pt x="399341" y="166250"/>
                    <a:pt x="420013" y="157318"/>
                  </a:cubicBezTo>
                  <a:cubicBezTo>
                    <a:pt x="437010" y="149969"/>
                    <a:pt x="445105" y="136108"/>
                    <a:pt x="448481" y="118782"/>
                  </a:cubicBezTo>
                  <a:cubicBezTo>
                    <a:pt x="450721" y="107252"/>
                    <a:pt x="449915" y="95572"/>
                    <a:pt x="450184" y="83951"/>
                  </a:cubicBezTo>
                  <a:cubicBezTo>
                    <a:pt x="450273" y="79650"/>
                    <a:pt x="448451" y="78126"/>
                    <a:pt x="444269" y="78186"/>
                  </a:cubicBezTo>
                  <a:cubicBezTo>
                    <a:pt x="431304" y="78305"/>
                    <a:pt x="418340" y="78275"/>
                    <a:pt x="405345" y="78186"/>
                  </a:cubicBezTo>
                  <a:cubicBezTo>
                    <a:pt x="393068" y="78096"/>
                    <a:pt x="386675" y="71733"/>
                    <a:pt x="386556" y="59426"/>
                  </a:cubicBezTo>
                  <a:cubicBezTo>
                    <a:pt x="386436" y="46013"/>
                    <a:pt x="386436" y="32601"/>
                    <a:pt x="386556" y="19188"/>
                  </a:cubicBezTo>
                  <a:cubicBezTo>
                    <a:pt x="386645" y="6433"/>
                    <a:pt x="392948" y="70"/>
                    <a:pt x="405614" y="40"/>
                  </a:cubicBezTo>
                  <a:cubicBezTo>
                    <a:pt x="425838" y="-50"/>
                    <a:pt x="446061" y="40"/>
                    <a:pt x="466285" y="40"/>
                  </a:cubicBezTo>
                  <a:close/>
                  <a:moveTo>
                    <a:pt x="81051" y="307635"/>
                  </a:moveTo>
                  <a:cubicBezTo>
                    <a:pt x="81111" y="333624"/>
                    <a:pt x="102022" y="354565"/>
                    <a:pt x="127921" y="354624"/>
                  </a:cubicBezTo>
                  <a:cubicBezTo>
                    <a:pt x="153671" y="354654"/>
                    <a:pt x="174731" y="333475"/>
                    <a:pt x="174671" y="307576"/>
                  </a:cubicBezTo>
                  <a:cubicBezTo>
                    <a:pt x="174611" y="280899"/>
                    <a:pt x="153880" y="260138"/>
                    <a:pt x="127533" y="260377"/>
                  </a:cubicBezTo>
                  <a:cubicBezTo>
                    <a:pt x="101514" y="260616"/>
                    <a:pt x="80992" y="281467"/>
                    <a:pt x="81051" y="307665"/>
                  </a:cubicBezTo>
                  <a:close/>
                  <a:moveTo>
                    <a:pt x="305393" y="353340"/>
                  </a:moveTo>
                  <a:cubicBezTo>
                    <a:pt x="331471" y="353400"/>
                    <a:pt x="352322" y="332310"/>
                    <a:pt x="352441" y="305783"/>
                  </a:cubicBezTo>
                  <a:cubicBezTo>
                    <a:pt x="352561" y="280870"/>
                    <a:pt x="330784" y="259152"/>
                    <a:pt x="305602" y="259063"/>
                  </a:cubicBezTo>
                  <a:cubicBezTo>
                    <a:pt x="279463" y="259003"/>
                    <a:pt x="258105" y="280690"/>
                    <a:pt x="258164" y="307247"/>
                  </a:cubicBezTo>
                  <a:cubicBezTo>
                    <a:pt x="258224" y="332399"/>
                    <a:pt x="279613" y="353310"/>
                    <a:pt x="305363" y="353340"/>
                  </a:cubicBezTo>
                  <a:close/>
                  <a:moveTo>
                    <a:pt x="216522" y="370606"/>
                  </a:moveTo>
                  <a:cubicBezTo>
                    <a:pt x="230532" y="370696"/>
                    <a:pt x="241585" y="359822"/>
                    <a:pt x="241735" y="345812"/>
                  </a:cubicBezTo>
                  <a:cubicBezTo>
                    <a:pt x="241884" y="332399"/>
                    <a:pt x="230712" y="321048"/>
                    <a:pt x="217239" y="320899"/>
                  </a:cubicBezTo>
                  <a:cubicBezTo>
                    <a:pt x="202691" y="320749"/>
                    <a:pt x="192087" y="331025"/>
                    <a:pt x="191937" y="345394"/>
                  </a:cubicBezTo>
                  <a:cubicBezTo>
                    <a:pt x="191788" y="359792"/>
                    <a:pt x="202243" y="370487"/>
                    <a:pt x="216522" y="370576"/>
                  </a:cubicBezTo>
                  <a:close/>
                  <a:moveTo>
                    <a:pt x="215716" y="249324"/>
                  </a:moveTo>
                  <a:cubicBezTo>
                    <a:pt x="215716" y="249324"/>
                    <a:pt x="215716" y="249205"/>
                    <a:pt x="215716" y="249145"/>
                  </a:cubicBezTo>
                  <a:cubicBezTo>
                    <a:pt x="230413" y="249145"/>
                    <a:pt x="245110" y="249205"/>
                    <a:pt x="259807" y="249145"/>
                  </a:cubicBezTo>
                  <a:cubicBezTo>
                    <a:pt x="267335" y="249115"/>
                    <a:pt x="269546" y="246935"/>
                    <a:pt x="269605" y="240034"/>
                  </a:cubicBezTo>
                  <a:cubicBezTo>
                    <a:pt x="269635" y="233402"/>
                    <a:pt x="267574" y="231252"/>
                    <a:pt x="260285" y="231252"/>
                  </a:cubicBezTo>
                  <a:cubicBezTo>
                    <a:pt x="230891" y="231252"/>
                    <a:pt x="201497" y="231311"/>
                    <a:pt x="172102" y="231461"/>
                  </a:cubicBezTo>
                  <a:cubicBezTo>
                    <a:pt x="165351" y="231491"/>
                    <a:pt x="162812" y="234209"/>
                    <a:pt x="162872" y="240602"/>
                  </a:cubicBezTo>
                  <a:cubicBezTo>
                    <a:pt x="162931" y="247054"/>
                    <a:pt x="165232" y="249295"/>
                    <a:pt x="172311" y="249354"/>
                  </a:cubicBezTo>
                  <a:cubicBezTo>
                    <a:pt x="186799" y="249444"/>
                    <a:pt x="201258" y="249354"/>
                    <a:pt x="215746" y="249354"/>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51" name="Forma libre: forma 50">
              <a:extLst>
                <a:ext uri="{FF2B5EF4-FFF2-40B4-BE49-F238E27FC236}">
                  <a16:creationId xmlns:a16="http://schemas.microsoft.com/office/drawing/2014/main" id="{A45AB223-997D-451E-AA45-C31D72BAE573}"/>
                </a:ext>
              </a:extLst>
            </p:cNvPr>
            <p:cNvSpPr/>
            <p:nvPr/>
          </p:nvSpPr>
          <p:spPr>
            <a:xfrm>
              <a:off x="242264" y="737784"/>
              <a:ext cx="10675" cy="29696"/>
            </a:xfrm>
            <a:custGeom>
              <a:avLst/>
              <a:gdLst>
                <a:gd name="connsiteX0" fmla="*/ 10598 w 10675"/>
                <a:gd name="connsiteY0" fmla="*/ 14760 h 29696"/>
                <a:gd name="connsiteX1" fmla="*/ 10538 w 10675"/>
                <a:gd name="connsiteY1" fmla="*/ 24617 h 29696"/>
                <a:gd name="connsiteX2" fmla="*/ 5520 w 10675"/>
                <a:gd name="connsiteY2" fmla="*/ 29696 h 29696"/>
                <a:gd name="connsiteX3" fmla="*/ 232 w 10675"/>
                <a:gd name="connsiteY3" fmla="*/ 24797 h 29696"/>
                <a:gd name="connsiteX4" fmla="*/ 172 w 10675"/>
                <a:gd name="connsiteY4" fmla="*/ 5111 h 29696"/>
                <a:gd name="connsiteX5" fmla="*/ 5221 w 10675"/>
                <a:gd name="connsiteY5" fmla="*/ 3 h 29696"/>
                <a:gd name="connsiteX6" fmla="*/ 10419 w 10675"/>
                <a:gd name="connsiteY6" fmla="*/ 4902 h 29696"/>
                <a:gd name="connsiteX7" fmla="*/ 10508 w 10675"/>
                <a:gd name="connsiteY7" fmla="*/ 14730 h 29696"/>
                <a:gd name="connsiteX8" fmla="*/ 10628 w 10675"/>
                <a:gd name="connsiteY8" fmla="*/ 14730 h 29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75" h="29696">
                  <a:moveTo>
                    <a:pt x="10598" y="14760"/>
                  </a:moveTo>
                  <a:cubicBezTo>
                    <a:pt x="10598" y="18046"/>
                    <a:pt x="10807" y="21332"/>
                    <a:pt x="10538" y="24617"/>
                  </a:cubicBezTo>
                  <a:cubicBezTo>
                    <a:pt x="10299" y="27515"/>
                    <a:pt x="8626" y="29726"/>
                    <a:pt x="5520" y="29696"/>
                  </a:cubicBezTo>
                  <a:cubicBezTo>
                    <a:pt x="2562" y="29696"/>
                    <a:pt x="352" y="27724"/>
                    <a:pt x="232" y="24797"/>
                  </a:cubicBezTo>
                  <a:cubicBezTo>
                    <a:pt x="-67" y="18255"/>
                    <a:pt x="-67" y="11653"/>
                    <a:pt x="172" y="5111"/>
                  </a:cubicBezTo>
                  <a:cubicBezTo>
                    <a:pt x="262" y="2213"/>
                    <a:pt x="2174" y="92"/>
                    <a:pt x="5221" y="3"/>
                  </a:cubicBezTo>
                  <a:cubicBezTo>
                    <a:pt x="8328" y="-87"/>
                    <a:pt x="10120" y="2064"/>
                    <a:pt x="10419" y="4902"/>
                  </a:cubicBezTo>
                  <a:cubicBezTo>
                    <a:pt x="10747" y="8158"/>
                    <a:pt x="10508" y="11474"/>
                    <a:pt x="10508" y="14730"/>
                  </a:cubicBezTo>
                  <a:cubicBezTo>
                    <a:pt x="10538" y="14730"/>
                    <a:pt x="10598" y="14730"/>
                    <a:pt x="10628" y="14730"/>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52" name="Forma libre: forma 51">
              <a:extLst>
                <a:ext uri="{FF2B5EF4-FFF2-40B4-BE49-F238E27FC236}">
                  <a16:creationId xmlns:a16="http://schemas.microsoft.com/office/drawing/2014/main" id="{D72AD712-FF2F-4676-BA64-5E303C4DC764}"/>
                </a:ext>
              </a:extLst>
            </p:cNvPr>
            <p:cNvSpPr/>
            <p:nvPr/>
          </p:nvSpPr>
          <p:spPr>
            <a:xfrm>
              <a:off x="212677" y="727990"/>
              <a:ext cx="29376" cy="10578"/>
            </a:xfrm>
            <a:custGeom>
              <a:avLst/>
              <a:gdLst>
                <a:gd name="connsiteX0" fmla="*/ 14943 w 29376"/>
                <a:gd name="connsiteY0" fmla="*/ 58 h 10578"/>
                <a:gd name="connsiteX1" fmla="*/ 24174 w 29376"/>
                <a:gd name="connsiteY1" fmla="*/ 88 h 10578"/>
                <a:gd name="connsiteX2" fmla="*/ 29371 w 29376"/>
                <a:gd name="connsiteY2" fmla="*/ 4987 h 10578"/>
                <a:gd name="connsiteX3" fmla="*/ 24652 w 29376"/>
                <a:gd name="connsiteY3" fmla="*/ 10334 h 10578"/>
                <a:gd name="connsiteX4" fmla="*/ 4936 w 29376"/>
                <a:gd name="connsiteY4" fmla="*/ 10394 h 10578"/>
                <a:gd name="connsiteX5" fmla="*/ 7 w 29376"/>
                <a:gd name="connsiteY5" fmla="*/ 5226 h 10578"/>
                <a:gd name="connsiteX6" fmla="*/ 5742 w 29376"/>
                <a:gd name="connsiteY6" fmla="*/ 88 h 10578"/>
                <a:gd name="connsiteX7" fmla="*/ 14973 w 29376"/>
                <a:gd name="connsiteY7" fmla="*/ 58 h 10578"/>
                <a:gd name="connsiteX8" fmla="*/ 14973 w 29376"/>
                <a:gd name="connsiteY8" fmla="*/ 58 h 10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376" h="10578">
                  <a:moveTo>
                    <a:pt x="14943" y="58"/>
                  </a:moveTo>
                  <a:cubicBezTo>
                    <a:pt x="18020" y="58"/>
                    <a:pt x="21097" y="-61"/>
                    <a:pt x="24174" y="88"/>
                  </a:cubicBezTo>
                  <a:cubicBezTo>
                    <a:pt x="27191" y="238"/>
                    <a:pt x="29252" y="1970"/>
                    <a:pt x="29371" y="4987"/>
                  </a:cubicBezTo>
                  <a:cubicBezTo>
                    <a:pt x="29491" y="8004"/>
                    <a:pt x="27609" y="10185"/>
                    <a:pt x="24652" y="10334"/>
                  </a:cubicBezTo>
                  <a:cubicBezTo>
                    <a:pt x="18080" y="10633"/>
                    <a:pt x="11508" y="10663"/>
                    <a:pt x="4936" y="10394"/>
                  </a:cubicBezTo>
                  <a:cubicBezTo>
                    <a:pt x="2128" y="10275"/>
                    <a:pt x="-142" y="8363"/>
                    <a:pt x="7" y="5226"/>
                  </a:cubicBezTo>
                  <a:cubicBezTo>
                    <a:pt x="126" y="1791"/>
                    <a:pt x="2576" y="267"/>
                    <a:pt x="5742" y="88"/>
                  </a:cubicBezTo>
                  <a:cubicBezTo>
                    <a:pt x="8819" y="-91"/>
                    <a:pt x="11896" y="58"/>
                    <a:pt x="14973" y="58"/>
                  </a:cubicBezTo>
                  <a:cubicBezTo>
                    <a:pt x="14973" y="58"/>
                    <a:pt x="14973" y="58"/>
                    <a:pt x="14973" y="58"/>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53" name="Forma libre: forma 52">
              <a:extLst>
                <a:ext uri="{FF2B5EF4-FFF2-40B4-BE49-F238E27FC236}">
                  <a16:creationId xmlns:a16="http://schemas.microsoft.com/office/drawing/2014/main" id="{21FBAF65-AD36-4D59-AB96-9070E457F8B8}"/>
                </a:ext>
              </a:extLst>
            </p:cNvPr>
            <p:cNvSpPr/>
            <p:nvPr/>
          </p:nvSpPr>
          <p:spPr>
            <a:xfrm>
              <a:off x="242122" y="697964"/>
              <a:ext cx="10949" cy="29204"/>
            </a:xfrm>
            <a:custGeom>
              <a:avLst/>
              <a:gdLst>
                <a:gd name="connsiteX0" fmla="*/ 135 w 10949"/>
                <a:gd name="connsiteY0" fmla="*/ 14730 h 29204"/>
                <a:gd name="connsiteX1" fmla="*/ 195 w 10949"/>
                <a:gd name="connsiteY1" fmla="*/ 4902 h 29204"/>
                <a:gd name="connsiteX2" fmla="*/ 5363 w 10949"/>
                <a:gd name="connsiteY2" fmla="*/ 3 h 29204"/>
                <a:gd name="connsiteX3" fmla="*/ 10172 w 10949"/>
                <a:gd name="connsiteY3" fmla="*/ 4484 h 29204"/>
                <a:gd name="connsiteX4" fmla="*/ 10381 w 10949"/>
                <a:gd name="connsiteY4" fmla="*/ 24707 h 29204"/>
                <a:gd name="connsiteX5" fmla="*/ 4825 w 10949"/>
                <a:gd name="connsiteY5" fmla="*/ 29188 h 29204"/>
                <a:gd name="connsiteX6" fmla="*/ 75 w 10949"/>
                <a:gd name="connsiteY6" fmla="*/ 23901 h 29204"/>
                <a:gd name="connsiteX7" fmla="*/ 45 w 10949"/>
                <a:gd name="connsiteY7" fmla="*/ 14730 h 29204"/>
                <a:gd name="connsiteX8" fmla="*/ 135 w 10949"/>
                <a:gd name="connsiteY8" fmla="*/ 14730 h 29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49" h="29204">
                  <a:moveTo>
                    <a:pt x="135" y="14730"/>
                  </a:moveTo>
                  <a:cubicBezTo>
                    <a:pt x="135" y="11444"/>
                    <a:pt x="-74" y="8158"/>
                    <a:pt x="195" y="4902"/>
                  </a:cubicBezTo>
                  <a:cubicBezTo>
                    <a:pt x="434" y="1915"/>
                    <a:pt x="2316" y="92"/>
                    <a:pt x="5363" y="3"/>
                  </a:cubicBezTo>
                  <a:cubicBezTo>
                    <a:pt x="8260" y="-87"/>
                    <a:pt x="9784" y="1945"/>
                    <a:pt x="10172" y="4484"/>
                  </a:cubicBezTo>
                  <a:cubicBezTo>
                    <a:pt x="11217" y="11205"/>
                    <a:pt x="11128" y="17986"/>
                    <a:pt x="10381" y="24707"/>
                  </a:cubicBezTo>
                  <a:cubicBezTo>
                    <a:pt x="10052" y="27575"/>
                    <a:pt x="7902" y="29397"/>
                    <a:pt x="4825" y="29188"/>
                  </a:cubicBezTo>
                  <a:cubicBezTo>
                    <a:pt x="1718" y="28979"/>
                    <a:pt x="224" y="26858"/>
                    <a:pt x="75" y="23901"/>
                  </a:cubicBezTo>
                  <a:cubicBezTo>
                    <a:pt x="-74" y="20854"/>
                    <a:pt x="45" y="17777"/>
                    <a:pt x="45" y="14730"/>
                  </a:cubicBezTo>
                  <a:cubicBezTo>
                    <a:pt x="45" y="14730"/>
                    <a:pt x="105" y="14730"/>
                    <a:pt x="135" y="14730"/>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54" name="Forma libre: forma 53">
              <a:extLst>
                <a:ext uri="{FF2B5EF4-FFF2-40B4-BE49-F238E27FC236}">
                  <a16:creationId xmlns:a16="http://schemas.microsoft.com/office/drawing/2014/main" id="{CE633F2F-2B45-4B5C-870D-23FD85DAD40A}"/>
                </a:ext>
              </a:extLst>
            </p:cNvPr>
            <p:cNvSpPr/>
            <p:nvPr/>
          </p:nvSpPr>
          <p:spPr>
            <a:xfrm>
              <a:off x="252791" y="727693"/>
              <a:ext cx="29167" cy="10114"/>
            </a:xfrm>
            <a:custGeom>
              <a:avLst/>
              <a:gdLst>
                <a:gd name="connsiteX0" fmla="*/ 14947 w 29167"/>
                <a:gd name="connsiteY0" fmla="*/ 10063 h 10114"/>
                <a:gd name="connsiteX1" fmla="*/ 4462 w 29167"/>
                <a:gd name="connsiteY1" fmla="*/ 10004 h 10114"/>
                <a:gd name="connsiteX2" fmla="*/ 41 w 29167"/>
                <a:gd name="connsiteY2" fmla="*/ 5941 h 10114"/>
                <a:gd name="connsiteX3" fmla="*/ 3895 w 29167"/>
                <a:gd name="connsiteY3" fmla="*/ 683 h 10114"/>
                <a:gd name="connsiteX4" fmla="*/ 25433 w 29167"/>
                <a:gd name="connsiteY4" fmla="*/ 594 h 10114"/>
                <a:gd name="connsiteX5" fmla="*/ 29167 w 29167"/>
                <a:gd name="connsiteY5" fmla="*/ 5254 h 10114"/>
                <a:gd name="connsiteX6" fmla="*/ 24746 w 29167"/>
                <a:gd name="connsiteY6" fmla="*/ 10004 h 10114"/>
                <a:gd name="connsiteX7" fmla="*/ 14918 w 29167"/>
                <a:gd name="connsiteY7" fmla="*/ 10063 h 1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167" h="10114">
                  <a:moveTo>
                    <a:pt x="14947" y="10063"/>
                  </a:moveTo>
                  <a:cubicBezTo>
                    <a:pt x="11452" y="10063"/>
                    <a:pt x="7957" y="10213"/>
                    <a:pt x="4462" y="10004"/>
                  </a:cubicBezTo>
                  <a:cubicBezTo>
                    <a:pt x="2043" y="9884"/>
                    <a:pt x="340" y="8450"/>
                    <a:pt x="41" y="5941"/>
                  </a:cubicBezTo>
                  <a:cubicBezTo>
                    <a:pt x="-287" y="3133"/>
                    <a:pt x="1385" y="1012"/>
                    <a:pt x="3895" y="683"/>
                  </a:cubicBezTo>
                  <a:cubicBezTo>
                    <a:pt x="11034" y="-273"/>
                    <a:pt x="18263" y="-153"/>
                    <a:pt x="25433" y="594"/>
                  </a:cubicBezTo>
                  <a:cubicBezTo>
                    <a:pt x="27852" y="863"/>
                    <a:pt x="29197" y="2745"/>
                    <a:pt x="29167" y="5254"/>
                  </a:cubicBezTo>
                  <a:cubicBezTo>
                    <a:pt x="29107" y="8092"/>
                    <a:pt x="27494" y="9794"/>
                    <a:pt x="24746" y="10004"/>
                  </a:cubicBezTo>
                  <a:cubicBezTo>
                    <a:pt x="21489" y="10213"/>
                    <a:pt x="18204" y="10063"/>
                    <a:pt x="14918" y="10063"/>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55" name="Forma libre: forma 54">
              <a:extLst>
                <a:ext uri="{FF2B5EF4-FFF2-40B4-BE49-F238E27FC236}">
                  <a16:creationId xmlns:a16="http://schemas.microsoft.com/office/drawing/2014/main" id="{73777AA5-7FBB-4F97-BF25-256269F74ED7}"/>
                </a:ext>
              </a:extLst>
            </p:cNvPr>
            <p:cNvSpPr/>
            <p:nvPr/>
          </p:nvSpPr>
          <p:spPr>
            <a:xfrm>
              <a:off x="411540" y="700296"/>
              <a:ext cx="24829" cy="25077"/>
            </a:xfrm>
            <a:custGeom>
              <a:avLst/>
              <a:gdLst>
                <a:gd name="connsiteX0" fmla="*/ 12521 w 24829"/>
                <a:gd name="connsiteY0" fmla="*/ 1 h 25077"/>
                <a:gd name="connsiteX1" fmla="*/ 24828 w 24829"/>
                <a:gd name="connsiteY1" fmla="*/ 12667 h 25077"/>
                <a:gd name="connsiteX2" fmla="*/ 12162 w 24829"/>
                <a:gd name="connsiteY2" fmla="*/ 25064 h 25077"/>
                <a:gd name="connsiteX3" fmla="*/ 4 w 24829"/>
                <a:gd name="connsiteY3" fmla="*/ 11920 h 25077"/>
                <a:gd name="connsiteX4" fmla="*/ 12521 w 24829"/>
                <a:gd name="connsiteY4" fmla="*/ 1 h 25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29" h="25077">
                  <a:moveTo>
                    <a:pt x="12521" y="1"/>
                  </a:moveTo>
                  <a:cubicBezTo>
                    <a:pt x="19570" y="91"/>
                    <a:pt x="24918" y="5587"/>
                    <a:pt x="24828" y="12667"/>
                  </a:cubicBezTo>
                  <a:cubicBezTo>
                    <a:pt x="24738" y="19627"/>
                    <a:pt x="18883" y="25393"/>
                    <a:pt x="12162" y="25064"/>
                  </a:cubicBezTo>
                  <a:cubicBezTo>
                    <a:pt x="5560" y="24765"/>
                    <a:pt x="-175" y="18552"/>
                    <a:pt x="4" y="11920"/>
                  </a:cubicBezTo>
                  <a:cubicBezTo>
                    <a:pt x="183" y="5557"/>
                    <a:pt x="6098" y="-89"/>
                    <a:pt x="12521" y="1"/>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56" name="Forma libre: forma 55">
              <a:extLst>
                <a:ext uri="{FF2B5EF4-FFF2-40B4-BE49-F238E27FC236}">
                  <a16:creationId xmlns:a16="http://schemas.microsoft.com/office/drawing/2014/main" id="{4174C1EA-4005-4358-8BA1-6B509AEF15A7}"/>
                </a:ext>
              </a:extLst>
            </p:cNvPr>
            <p:cNvSpPr/>
            <p:nvPr/>
          </p:nvSpPr>
          <p:spPr>
            <a:xfrm>
              <a:off x="412111" y="739489"/>
              <a:ext cx="24408" cy="24555"/>
            </a:xfrm>
            <a:custGeom>
              <a:avLst/>
              <a:gdLst>
                <a:gd name="connsiteX0" fmla="*/ 1 w 24408"/>
                <a:gd name="connsiteY0" fmla="*/ 11889 h 24555"/>
                <a:gd name="connsiteX1" fmla="*/ 12099 w 24408"/>
                <a:gd name="connsiteY1" fmla="*/ 0 h 24555"/>
                <a:gd name="connsiteX2" fmla="*/ 24406 w 24408"/>
                <a:gd name="connsiteY2" fmla="*/ 12517 h 24555"/>
                <a:gd name="connsiteX3" fmla="*/ 12218 w 24408"/>
                <a:gd name="connsiteY3" fmla="*/ 24555 h 24555"/>
                <a:gd name="connsiteX4" fmla="*/ 1 w 24408"/>
                <a:gd name="connsiteY4" fmla="*/ 11859 h 24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08" h="24555">
                  <a:moveTo>
                    <a:pt x="1" y="11889"/>
                  </a:moveTo>
                  <a:cubicBezTo>
                    <a:pt x="60" y="4869"/>
                    <a:pt x="5019" y="0"/>
                    <a:pt x="12099" y="0"/>
                  </a:cubicBezTo>
                  <a:cubicBezTo>
                    <a:pt x="19388" y="0"/>
                    <a:pt x="24526" y="5228"/>
                    <a:pt x="24406" y="12517"/>
                  </a:cubicBezTo>
                  <a:cubicBezTo>
                    <a:pt x="24287" y="19327"/>
                    <a:pt x="18969" y="24555"/>
                    <a:pt x="12218" y="24555"/>
                  </a:cubicBezTo>
                  <a:cubicBezTo>
                    <a:pt x="5198" y="24555"/>
                    <a:pt x="-59" y="19118"/>
                    <a:pt x="1" y="11859"/>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57" name="Forma libre: forma 56">
              <a:extLst>
                <a:ext uri="{FF2B5EF4-FFF2-40B4-BE49-F238E27FC236}">
                  <a16:creationId xmlns:a16="http://schemas.microsoft.com/office/drawing/2014/main" id="{24550E6C-0D94-4BE9-BFEF-4AE8BA7DCAC8}"/>
                </a:ext>
              </a:extLst>
            </p:cNvPr>
            <p:cNvSpPr/>
            <p:nvPr/>
          </p:nvSpPr>
          <p:spPr>
            <a:xfrm>
              <a:off x="392419" y="720030"/>
              <a:ext cx="24833" cy="24746"/>
            </a:xfrm>
            <a:custGeom>
              <a:avLst/>
              <a:gdLst>
                <a:gd name="connsiteX0" fmla="*/ 11985 w 24833"/>
                <a:gd name="connsiteY0" fmla="*/ 24746 h 24746"/>
                <a:gd name="connsiteX1" fmla="*/ 6 w 24833"/>
                <a:gd name="connsiteY1" fmla="*/ 11662 h 24746"/>
                <a:gd name="connsiteX2" fmla="*/ 12642 w 24833"/>
                <a:gd name="connsiteY2" fmla="*/ 12 h 24746"/>
                <a:gd name="connsiteX3" fmla="*/ 24830 w 24833"/>
                <a:gd name="connsiteY3" fmla="*/ 12319 h 24746"/>
                <a:gd name="connsiteX4" fmla="*/ 11985 w 24833"/>
                <a:gd name="connsiteY4" fmla="*/ 24716 h 247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33" h="24746">
                  <a:moveTo>
                    <a:pt x="11985" y="24746"/>
                  </a:moveTo>
                  <a:cubicBezTo>
                    <a:pt x="5144" y="24597"/>
                    <a:pt x="-203" y="18742"/>
                    <a:pt x="6" y="11662"/>
                  </a:cubicBezTo>
                  <a:cubicBezTo>
                    <a:pt x="185" y="5060"/>
                    <a:pt x="5980" y="-287"/>
                    <a:pt x="12642" y="12"/>
                  </a:cubicBezTo>
                  <a:cubicBezTo>
                    <a:pt x="19274" y="311"/>
                    <a:pt x="25009" y="6136"/>
                    <a:pt x="24830" y="12319"/>
                  </a:cubicBezTo>
                  <a:cubicBezTo>
                    <a:pt x="24621" y="19250"/>
                    <a:pt x="18796" y="24866"/>
                    <a:pt x="11985" y="24716"/>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58" name="Forma libre: forma 57">
              <a:extLst>
                <a:ext uri="{FF2B5EF4-FFF2-40B4-BE49-F238E27FC236}">
                  <a16:creationId xmlns:a16="http://schemas.microsoft.com/office/drawing/2014/main" id="{6C548156-4749-4188-ADC7-A8388A5C7A52}"/>
                </a:ext>
              </a:extLst>
            </p:cNvPr>
            <p:cNvSpPr/>
            <p:nvPr/>
          </p:nvSpPr>
          <p:spPr>
            <a:xfrm>
              <a:off x="431226" y="719982"/>
              <a:ext cx="24859" cy="24465"/>
            </a:xfrm>
            <a:custGeom>
              <a:avLst/>
              <a:gdLst>
                <a:gd name="connsiteX0" fmla="*/ 12430 w 24859"/>
                <a:gd name="connsiteY0" fmla="*/ 0 h 24465"/>
                <a:gd name="connsiteX1" fmla="*/ 24857 w 24859"/>
                <a:gd name="connsiteY1" fmla="*/ 11859 h 24465"/>
                <a:gd name="connsiteX2" fmla="*/ 12340 w 24859"/>
                <a:gd name="connsiteY2" fmla="*/ 24465 h 24465"/>
                <a:gd name="connsiteX3" fmla="*/ 3 w 24859"/>
                <a:gd name="connsiteY3" fmla="*/ 12457 h 24465"/>
                <a:gd name="connsiteX4" fmla="*/ 12460 w 24859"/>
                <a:gd name="connsiteY4" fmla="*/ 30 h 24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59" h="24465">
                  <a:moveTo>
                    <a:pt x="12430" y="0"/>
                  </a:moveTo>
                  <a:cubicBezTo>
                    <a:pt x="19241" y="30"/>
                    <a:pt x="24707" y="5258"/>
                    <a:pt x="24857" y="11859"/>
                  </a:cubicBezTo>
                  <a:cubicBezTo>
                    <a:pt x="25006" y="18670"/>
                    <a:pt x="19241" y="24465"/>
                    <a:pt x="12340" y="24465"/>
                  </a:cubicBezTo>
                  <a:cubicBezTo>
                    <a:pt x="5559" y="24465"/>
                    <a:pt x="122" y="19148"/>
                    <a:pt x="3" y="12457"/>
                  </a:cubicBezTo>
                  <a:cubicBezTo>
                    <a:pt x="-146" y="5407"/>
                    <a:pt x="5290" y="-30"/>
                    <a:pt x="12460" y="30"/>
                  </a:cubicBezTo>
                  <a:close/>
                </a:path>
              </a:pathLst>
            </a:custGeom>
            <a:solidFill>
              <a:schemeClr val="bg1">
                <a:lumMod val="50000"/>
              </a:schemeClr>
            </a:solidFill>
            <a:ln w="2970" cap="flat">
              <a:noFill/>
              <a:prstDash val="solid"/>
              <a:miter/>
            </a:ln>
          </p:spPr>
          <p:txBody>
            <a:bodyPr rtlCol="0" anchor="ctr"/>
            <a:lstStyle/>
            <a:p>
              <a:endParaRPr lang="LID4096"/>
            </a:p>
          </p:txBody>
        </p:sp>
      </p:grpSp>
      <p:cxnSp>
        <p:nvCxnSpPr>
          <p:cNvPr id="59" name="Conector recto de flecha 58">
            <a:extLst>
              <a:ext uri="{FF2B5EF4-FFF2-40B4-BE49-F238E27FC236}">
                <a16:creationId xmlns:a16="http://schemas.microsoft.com/office/drawing/2014/main" id="{03A2BCF6-F042-490D-8F65-D786DEC5CCB3}"/>
              </a:ext>
            </a:extLst>
          </p:cNvPr>
          <p:cNvCxnSpPr>
            <a:cxnSpLocks/>
          </p:cNvCxnSpPr>
          <p:nvPr/>
        </p:nvCxnSpPr>
        <p:spPr>
          <a:xfrm>
            <a:off x="786432" y="863991"/>
            <a:ext cx="570429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 name="Imagen 3">
            <a:extLst>
              <a:ext uri="{FF2B5EF4-FFF2-40B4-BE49-F238E27FC236}">
                <a16:creationId xmlns:a16="http://schemas.microsoft.com/office/drawing/2014/main" id="{586F03A3-382C-4048-978F-DF007CD09E4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8046813" y="1767667"/>
            <a:ext cx="4145187" cy="4547252"/>
          </a:xfrm>
          <a:prstGeom prst="rect">
            <a:avLst/>
          </a:prstGeom>
        </p:spPr>
      </p:pic>
      <p:grpSp>
        <p:nvGrpSpPr>
          <p:cNvPr id="2" name="Group 1">
            <a:extLst>
              <a:ext uri="{FF2B5EF4-FFF2-40B4-BE49-F238E27FC236}">
                <a16:creationId xmlns:a16="http://schemas.microsoft.com/office/drawing/2014/main" id="{79ECEFAC-16BF-15A5-E410-04D4144B2023}"/>
              </a:ext>
            </a:extLst>
          </p:cNvPr>
          <p:cNvGrpSpPr/>
          <p:nvPr/>
        </p:nvGrpSpPr>
        <p:grpSpPr>
          <a:xfrm>
            <a:off x="10655300" y="-131233"/>
            <a:ext cx="1656567" cy="1612901"/>
            <a:chOff x="1540617" y="851075"/>
            <a:chExt cx="3268467" cy="3268467"/>
          </a:xfrm>
        </p:grpSpPr>
        <p:grpSp>
          <p:nvGrpSpPr>
            <p:cNvPr id="3" name="Google Shape;11;p2">
              <a:extLst>
                <a:ext uri="{FF2B5EF4-FFF2-40B4-BE49-F238E27FC236}">
                  <a16:creationId xmlns:a16="http://schemas.microsoft.com/office/drawing/2014/main" id="{9DF91B19-D068-A339-F161-BF99F202E966}"/>
                </a:ext>
              </a:extLst>
            </p:cNvPr>
            <p:cNvGrpSpPr/>
            <p:nvPr/>
          </p:nvGrpSpPr>
          <p:grpSpPr>
            <a:xfrm>
              <a:off x="1540617" y="851075"/>
              <a:ext cx="3268467" cy="3268467"/>
              <a:chOff x="1155463" y="638306"/>
              <a:chExt cx="2451350" cy="2451350"/>
            </a:xfrm>
          </p:grpSpPr>
          <p:sp>
            <p:nvSpPr>
              <p:cNvPr id="8" name="Google Shape;12;p2">
                <a:extLst>
                  <a:ext uri="{FF2B5EF4-FFF2-40B4-BE49-F238E27FC236}">
                    <a16:creationId xmlns:a16="http://schemas.microsoft.com/office/drawing/2014/main" id="{912E7CA3-2A54-7656-4367-096BBA8AE716}"/>
                  </a:ext>
                </a:extLst>
              </p:cNvPr>
              <p:cNvSpPr/>
              <p:nvPr/>
            </p:nvSpPr>
            <p:spPr>
              <a:xfrm>
                <a:off x="1386084" y="868926"/>
                <a:ext cx="1989935" cy="1989935"/>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0000">
                  <a:alpha val="18820"/>
                </a:srgb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sp>
            <p:nvSpPr>
              <p:cNvPr id="9" name="Google Shape;13;p2">
                <a:extLst>
                  <a:ext uri="{FF2B5EF4-FFF2-40B4-BE49-F238E27FC236}">
                    <a16:creationId xmlns:a16="http://schemas.microsoft.com/office/drawing/2014/main" id="{E287AC50-7D99-8F2A-6306-5EE2CE7896FF}"/>
                  </a:ext>
                </a:extLst>
              </p:cNvPr>
              <p:cNvSpPr/>
              <p:nvPr/>
            </p:nvSpPr>
            <p:spPr>
              <a:xfrm>
                <a:off x="1496232" y="979075"/>
                <a:ext cx="1769254" cy="1769254"/>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chemeClr val="tx1">
                  <a:lumMod val="85000"/>
                  <a:lumOff val="15000"/>
                </a:scheme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sp>
            <p:nvSpPr>
              <p:cNvPr id="10" name="Google Shape;14;p2">
                <a:extLst>
                  <a:ext uri="{FF2B5EF4-FFF2-40B4-BE49-F238E27FC236}">
                    <a16:creationId xmlns:a16="http://schemas.microsoft.com/office/drawing/2014/main" id="{7A5C716B-97AF-2AE6-ABF7-E15DFA549F98}"/>
                  </a:ext>
                </a:extLst>
              </p:cNvPr>
              <p:cNvSpPr/>
              <p:nvPr/>
            </p:nvSpPr>
            <p:spPr>
              <a:xfrm>
                <a:off x="1155463" y="638306"/>
                <a:ext cx="2451350" cy="2451350"/>
              </a:xfrm>
              <a:custGeom>
                <a:avLst>
                  <a:gd name="f11" fmla="val 495"/>
                </a:avLst>
                <a:gdLst>
                  <a:gd name="f1" fmla="val 21600000"/>
                  <a:gd name="f2" fmla="val 10800000"/>
                  <a:gd name="f3" fmla="val 5400000"/>
                  <a:gd name="f4" fmla="val 180"/>
                  <a:gd name="f5" fmla="val w"/>
                  <a:gd name="f6" fmla="val h"/>
                  <a:gd name="f7" fmla="val ss"/>
                  <a:gd name="f8" fmla="val 0"/>
                  <a:gd name="f9" fmla="*/ 5419351 1 1725033"/>
                  <a:gd name="f10" fmla="+- 0 0 21600000"/>
                  <a:gd name="f11" fmla="val 495"/>
                  <a:gd name="f12" fmla="+- 0 0 -360"/>
                  <a:gd name="f13" fmla="+- 0 0 -180"/>
                  <a:gd name="f14" fmla="abs f5"/>
                  <a:gd name="f15" fmla="abs f6"/>
                  <a:gd name="f16" fmla="abs f7"/>
                  <a:gd name="f17" fmla="val f8"/>
                  <a:gd name="f18" fmla="val f11"/>
                  <a:gd name="f19" fmla="+- 2700000 f3 0"/>
                  <a:gd name="f20" fmla="*/ f12 f2 1"/>
                  <a:gd name="f21" fmla="*/ f13 f2 1"/>
                  <a:gd name="f22" fmla="?: f14 f5 1"/>
                  <a:gd name="f23" fmla="?: f15 f6 1"/>
                  <a:gd name="f24" fmla="?: f16 f7 1"/>
                  <a:gd name="f25" fmla="*/ f19 f9 1"/>
                  <a:gd name="f26" fmla="*/ f20 1 f4"/>
                  <a:gd name="f27" fmla="*/ f21 1 f4"/>
                  <a:gd name="f28" fmla="*/ f22 1 21600"/>
                  <a:gd name="f29" fmla="*/ f23 1 21600"/>
                  <a:gd name="f30" fmla="*/ 21600 f22 1"/>
                  <a:gd name="f31" fmla="*/ 21600 f23 1"/>
                  <a:gd name="f32" fmla="*/ f25 1 f2"/>
                  <a:gd name="f33" fmla="+- f26 0 f3"/>
                  <a:gd name="f34" fmla="+- f27 0 f3"/>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2 1"/>
                  <a:gd name="f46" fmla="*/ f43 1 2"/>
                  <a:gd name="f47" fmla="*/ f44 1 2"/>
                  <a:gd name="f48" fmla="min f44 f43"/>
                  <a:gd name="f49" fmla="*/ f45 1 f9"/>
                  <a:gd name="f50" fmla="+- f17 f46 0"/>
                  <a:gd name="f51" fmla="+- f17 f47 0"/>
                  <a:gd name="f52" fmla="*/ f48 f18 1"/>
                  <a:gd name="f53" fmla="+- f49 0 f3"/>
                  <a:gd name="f54" fmla="*/ f47 f35 1"/>
                  <a:gd name="f55" fmla="*/ f46 f35 1"/>
                  <a:gd name="f56" fmla="*/ f52 1 100000"/>
                  <a:gd name="f57" fmla="cos 1 f53"/>
                  <a:gd name="f58" fmla="sin 1 f53"/>
                  <a:gd name="f59" fmla="*/ f50 f35 1"/>
                  <a:gd name="f60" fmla="+- f47 0 f56"/>
                  <a:gd name="f61" fmla="+- f46 0 f56"/>
                  <a:gd name="f62" fmla="+- 0 0 f57"/>
                  <a:gd name="f63" fmla="+- 0 0 f58"/>
                  <a:gd name="f64" fmla="*/ f56 f35 1"/>
                  <a:gd name="f65" fmla="+- 0 0 f62"/>
                  <a:gd name="f66" fmla="+- 0 0 f63"/>
                  <a:gd name="f67" fmla="*/ f60 f35 1"/>
                  <a:gd name="f68" fmla="*/ f61 f35 1"/>
                  <a:gd name="f69" fmla="*/ f65 f47 1"/>
                  <a:gd name="f70" fmla="*/ f66 f46 1"/>
                  <a:gd name="f71" fmla="+- f51 0 f69"/>
                  <a:gd name="f72" fmla="+- f51 f69 0"/>
                  <a:gd name="f73" fmla="+- f50 0 f70"/>
                  <a:gd name="f74" fmla="+- f50 f70 0"/>
                  <a:gd name="f75" fmla="*/ f71 f35 1"/>
                  <a:gd name="f76" fmla="*/ f73 f35 1"/>
                  <a:gd name="f77" fmla="*/ f72 f35 1"/>
                  <a:gd name="f78" fmla="*/ f74 f35 1"/>
                </a:gdLst>
                <a:ahLst/>
                <a:cxnLst>
                  <a:cxn ang="3cd4">
                    <a:pos x="hc" y="t"/>
                  </a:cxn>
                  <a:cxn ang="0">
                    <a:pos x="r" y="vc"/>
                  </a:cxn>
                  <a:cxn ang="cd4">
                    <a:pos x="hc" y="b"/>
                  </a:cxn>
                  <a:cxn ang="cd2">
                    <a:pos x="l" y="vc"/>
                  </a:cxn>
                  <a:cxn ang="f33">
                    <a:pos x="f75" y="f76"/>
                  </a:cxn>
                  <a:cxn ang="f34">
                    <a:pos x="f75" y="f78"/>
                  </a:cxn>
                  <a:cxn ang="f34">
                    <a:pos x="f77" y="f78"/>
                  </a:cxn>
                  <a:cxn ang="f33">
                    <a:pos x="f77" y="f76"/>
                  </a:cxn>
                </a:cxnLst>
                <a:rect l="f75" t="f76" r="f77" b="f78"/>
                <a:pathLst>
                  <a:path>
                    <a:moveTo>
                      <a:pt x="f42" y="f59"/>
                    </a:moveTo>
                    <a:arcTo wR="f54" hR="f55" stAng="f2" swAng="f1"/>
                    <a:close/>
                    <a:moveTo>
                      <a:pt x="f64" y="f59"/>
                    </a:moveTo>
                    <a:arcTo wR="f67" hR="f68" stAng="f2" swAng="f10"/>
                    <a:close/>
                  </a:path>
                </a:pathLst>
              </a:custGeom>
              <a:solidFill>
                <a:srgbClr val="000000">
                  <a:alpha val="6539"/>
                </a:srgb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grpSp>
        <p:pic>
          <p:nvPicPr>
            <p:cNvPr id="5" name="Imagen 19">
              <a:extLst>
                <a:ext uri="{FF2B5EF4-FFF2-40B4-BE49-F238E27FC236}">
                  <a16:creationId xmlns:a16="http://schemas.microsoft.com/office/drawing/2014/main" id="{7634AC1D-BD85-18A1-79EA-6ACB49D7EBF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696695" y="1430822"/>
              <a:ext cx="955567" cy="955567"/>
            </a:xfrm>
            <a:prstGeom prst="rect">
              <a:avLst/>
            </a:prstGeom>
          </p:spPr>
        </p:pic>
        <p:pic>
          <p:nvPicPr>
            <p:cNvPr id="6" name="Picture 5">
              <a:extLst>
                <a:ext uri="{FF2B5EF4-FFF2-40B4-BE49-F238E27FC236}">
                  <a16:creationId xmlns:a16="http://schemas.microsoft.com/office/drawing/2014/main" id="{49DCEE08-4966-2C21-0472-BDC681A3FAA5}"/>
                </a:ext>
              </a:extLst>
            </p:cNvPr>
            <p:cNvPicPr>
              <a:picLocks noChangeAspect="1"/>
            </p:cNvPicPr>
            <p:nvPr/>
          </p:nvPicPr>
          <p:blipFill>
            <a:blip r:embed="rId4"/>
            <a:stretch>
              <a:fillRect/>
            </a:stretch>
          </p:blipFill>
          <p:spPr>
            <a:xfrm>
              <a:off x="2169306" y="2325658"/>
              <a:ext cx="1054778" cy="1053899"/>
            </a:xfrm>
            <a:prstGeom prst="rect">
              <a:avLst/>
            </a:prstGeom>
          </p:spPr>
        </p:pic>
        <p:pic>
          <p:nvPicPr>
            <p:cNvPr id="7" name="Picture 4" descr="Xbox Logo png transparent">
              <a:extLst>
                <a:ext uri="{FF2B5EF4-FFF2-40B4-BE49-F238E27FC236}">
                  <a16:creationId xmlns:a16="http://schemas.microsoft.com/office/drawing/2014/main" id="{B7D82192-0826-E986-4EF6-92EF80218D1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8181" y="2386389"/>
              <a:ext cx="886721" cy="87677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8" name="Google Shape;10027;p74">
            <a:extLst>
              <a:ext uri="{FF2B5EF4-FFF2-40B4-BE49-F238E27FC236}">
                <a16:creationId xmlns:a16="http://schemas.microsoft.com/office/drawing/2014/main" id="{A1E91776-99A2-5302-2C09-F254881922BF}"/>
              </a:ext>
            </a:extLst>
          </p:cNvPr>
          <p:cNvGrpSpPr/>
          <p:nvPr/>
        </p:nvGrpSpPr>
        <p:grpSpPr>
          <a:xfrm>
            <a:off x="5368481" y="3152573"/>
            <a:ext cx="357427" cy="362066"/>
            <a:chOff x="-61354872" y="3751050"/>
            <a:chExt cx="316650" cy="288275"/>
          </a:xfrm>
          <a:solidFill>
            <a:schemeClr val="bg1"/>
          </a:solidFill>
        </p:grpSpPr>
        <p:sp>
          <p:nvSpPr>
            <p:cNvPr id="19" name="Google Shape;10028;p74">
              <a:extLst>
                <a:ext uri="{FF2B5EF4-FFF2-40B4-BE49-F238E27FC236}">
                  <a16:creationId xmlns:a16="http://schemas.microsoft.com/office/drawing/2014/main" id="{9FC9C780-75CE-C61E-75F3-2C9A168C2B82}"/>
                </a:ext>
              </a:extLst>
            </p:cNvPr>
            <p:cNvSpPr/>
            <p:nvPr/>
          </p:nvSpPr>
          <p:spPr>
            <a:xfrm>
              <a:off x="-61200500" y="3875475"/>
              <a:ext cx="41775" cy="41000"/>
            </a:xfrm>
            <a:custGeom>
              <a:avLst/>
              <a:gdLst/>
              <a:ahLst/>
              <a:cxnLst/>
              <a:rect l="l" t="t" r="r" b="b"/>
              <a:pathLst>
                <a:path w="1670" h="1640" extrusionOk="0">
                  <a:moveTo>
                    <a:pt x="820" y="1"/>
                  </a:moveTo>
                  <a:cubicBezTo>
                    <a:pt x="379" y="1"/>
                    <a:pt x="1" y="348"/>
                    <a:pt x="1" y="820"/>
                  </a:cubicBezTo>
                  <a:cubicBezTo>
                    <a:pt x="1" y="1261"/>
                    <a:pt x="379" y="1639"/>
                    <a:pt x="820" y="1639"/>
                  </a:cubicBezTo>
                  <a:cubicBezTo>
                    <a:pt x="1292" y="1639"/>
                    <a:pt x="1670" y="1261"/>
                    <a:pt x="1670" y="820"/>
                  </a:cubicBezTo>
                  <a:cubicBezTo>
                    <a:pt x="1670" y="348"/>
                    <a:pt x="1292" y="1"/>
                    <a:pt x="820" y="1"/>
                  </a:cubicBezTo>
                  <a:close/>
                </a:path>
              </a:pathLst>
            </a:custGeom>
            <a:grpFill/>
            <a:ln>
              <a:noFill/>
            </a:ln>
          </p:spPr>
          <p:txBody>
            <a:bodyPr spcFirstLastPara="1" wrap="square" lIns="91425" tIns="91425" rIns="91425" bIns="91425" anchor="ctr" anchorCtr="0">
              <a:noAutofit/>
            </a:bodyPr>
            <a:lstStyle/>
            <a:p>
              <a:endParaRPr sz="1400"/>
            </a:p>
          </p:txBody>
        </p:sp>
        <p:sp>
          <p:nvSpPr>
            <p:cNvPr id="20" name="Google Shape;10029;p74">
              <a:extLst>
                <a:ext uri="{FF2B5EF4-FFF2-40B4-BE49-F238E27FC236}">
                  <a16:creationId xmlns:a16="http://schemas.microsoft.com/office/drawing/2014/main" id="{A6269C18-2D5F-5DC3-7457-E106466B41CF}"/>
                </a:ext>
              </a:extLst>
            </p:cNvPr>
            <p:cNvSpPr/>
            <p:nvPr/>
          </p:nvSpPr>
          <p:spPr>
            <a:xfrm>
              <a:off x="-61293425" y="3813275"/>
              <a:ext cx="192975" cy="165425"/>
            </a:xfrm>
            <a:custGeom>
              <a:avLst/>
              <a:gdLst/>
              <a:ahLst/>
              <a:cxnLst/>
              <a:rect l="l" t="t" r="r" b="b"/>
              <a:pathLst>
                <a:path w="7718" h="6617" extrusionOk="0">
                  <a:moveTo>
                    <a:pt x="6191" y="1260"/>
                  </a:moveTo>
                  <a:cubicBezTo>
                    <a:pt x="6301" y="1260"/>
                    <a:pt x="6411" y="1292"/>
                    <a:pt x="6490" y="1355"/>
                  </a:cubicBezTo>
                  <a:cubicBezTo>
                    <a:pt x="6648" y="1512"/>
                    <a:pt x="6648" y="1796"/>
                    <a:pt x="6490" y="1953"/>
                  </a:cubicBezTo>
                  <a:lnTo>
                    <a:pt x="5954" y="2457"/>
                  </a:lnTo>
                  <a:cubicBezTo>
                    <a:pt x="6112" y="2709"/>
                    <a:pt x="6207" y="3025"/>
                    <a:pt x="6207" y="3308"/>
                  </a:cubicBezTo>
                  <a:cubicBezTo>
                    <a:pt x="6207" y="3592"/>
                    <a:pt x="6112" y="3907"/>
                    <a:pt x="5954" y="4127"/>
                  </a:cubicBezTo>
                  <a:lnTo>
                    <a:pt x="6490" y="4631"/>
                  </a:lnTo>
                  <a:cubicBezTo>
                    <a:pt x="6648" y="4789"/>
                    <a:pt x="6648" y="5072"/>
                    <a:pt x="6490" y="5230"/>
                  </a:cubicBezTo>
                  <a:cubicBezTo>
                    <a:pt x="6396" y="5324"/>
                    <a:pt x="6270" y="5356"/>
                    <a:pt x="6207" y="5356"/>
                  </a:cubicBezTo>
                  <a:cubicBezTo>
                    <a:pt x="6080" y="5356"/>
                    <a:pt x="6017" y="5324"/>
                    <a:pt x="5923" y="5230"/>
                  </a:cubicBezTo>
                  <a:lnTo>
                    <a:pt x="5419" y="4726"/>
                  </a:lnTo>
                  <a:cubicBezTo>
                    <a:pt x="5167" y="4883"/>
                    <a:pt x="4852" y="4946"/>
                    <a:pt x="4600" y="4946"/>
                  </a:cubicBezTo>
                  <a:cubicBezTo>
                    <a:pt x="4316" y="4946"/>
                    <a:pt x="4001" y="4883"/>
                    <a:pt x="3749" y="4726"/>
                  </a:cubicBezTo>
                  <a:lnTo>
                    <a:pt x="3245" y="5230"/>
                  </a:lnTo>
                  <a:cubicBezTo>
                    <a:pt x="3182" y="5324"/>
                    <a:pt x="3056" y="5356"/>
                    <a:pt x="2961" y="5356"/>
                  </a:cubicBezTo>
                  <a:cubicBezTo>
                    <a:pt x="2835" y="5356"/>
                    <a:pt x="2772" y="5324"/>
                    <a:pt x="2709" y="5230"/>
                  </a:cubicBezTo>
                  <a:cubicBezTo>
                    <a:pt x="2552" y="5072"/>
                    <a:pt x="2552" y="4789"/>
                    <a:pt x="2709" y="4631"/>
                  </a:cubicBezTo>
                  <a:lnTo>
                    <a:pt x="3214" y="4127"/>
                  </a:lnTo>
                  <a:cubicBezTo>
                    <a:pt x="2961" y="3907"/>
                    <a:pt x="2898" y="3623"/>
                    <a:pt x="2898" y="3308"/>
                  </a:cubicBezTo>
                  <a:cubicBezTo>
                    <a:pt x="2898" y="2993"/>
                    <a:pt x="2961" y="2709"/>
                    <a:pt x="3119" y="2457"/>
                  </a:cubicBezTo>
                  <a:lnTo>
                    <a:pt x="2615" y="1953"/>
                  </a:lnTo>
                  <a:cubicBezTo>
                    <a:pt x="2457" y="1796"/>
                    <a:pt x="2457" y="1512"/>
                    <a:pt x="2615" y="1355"/>
                  </a:cubicBezTo>
                  <a:cubicBezTo>
                    <a:pt x="2694" y="1292"/>
                    <a:pt x="2804" y="1260"/>
                    <a:pt x="2914" y="1260"/>
                  </a:cubicBezTo>
                  <a:cubicBezTo>
                    <a:pt x="3025" y="1260"/>
                    <a:pt x="3135" y="1292"/>
                    <a:pt x="3214" y="1355"/>
                  </a:cubicBezTo>
                  <a:lnTo>
                    <a:pt x="3718" y="1890"/>
                  </a:lnTo>
                  <a:cubicBezTo>
                    <a:pt x="3970" y="1733"/>
                    <a:pt x="4253" y="1638"/>
                    <a:pt x="4537" y="1638"/>
                  </a:cubicBezTo>
                  <a:cubicBezTo>
                    <a:pt x="4820" y="1638"/>
                    <a:pt x="5135" y="1733"/>
                    <a:pt x="5387" y="1890"/>
                  </a:cubicBezTo>
                  <a:lnTo>
                    <a:pt x="5891" y="1355"/>
                  </a:lnTo>
                  <a:cubicBezTo>
                    <a:pt x="5970" y="1292"/>
                    <a:pt x="6080" y="1260"/>
                    <a:pt x="6191" y="1260"/>
                  </a:cubicBezTo>
                  <a:close/>
                  <a:moveTo>
                    <a:pt x="0" y="0"/>
                  </a:moveTo>
                  <a:lnTo>
                    <a:pt x="0" y="1260"/>
                  </a:lnTo>
                  <a:lnTo>
                    <a:pt x="851" y="1260"/>
                  </a:lnTo>
                  <a:cubicBezTo>
                    <a:pt x="1071" y="1260"/>
                    <a:pt x="1260" y="1449"/>
                    <a:pt x="1260" y="1638"/>
                  </a:cubicBezTo>
                  <a:cubicBezTo>
                    <a:pt x="1260" y="1859"/>
                    <a:pt x="1071" y="2079"/>
                    <a:pt x="851" y="2079"/>
                  </a:cubicBezTo>
                  <a:lnTo>
                    <a:pt x="0" y="2079"/>
                  </a:lnTo>
                  <a:lnTo>
                    <a:pt x="0" y="4568"/>
                  </a:lnTo>
                  <a:lnTo>
                    <a:pt x="851" y="4568"/>
                  </a:lnTo>
                  <a:cubicBezTo>
                    <a:pt x="1071" y="4568"/>
                    <a:pt x="1260" y="4757"/>
                    <a:pt x="1260" y="4946"/>
                  </a:cubicBezTo>
                  <a:cubicBezTo>
                    <a:pt x="1260" y="5198"/>
                    <a:pt x="1071" y="5387"/>
                    <a:pt x="851" y="5387"/>
                  </a:cubicBezTo>
                  <a:lnTo>
                    <a:pt x="0" y="5387"/>
                  </a:lnTo>
                  <a:lnTo>
                    <a:pt x="0" y="6616"/>
                  </a:lnTo>
                  <a:lnTo>
                    <a:pt x="7719" y="6616"/>
                  </a:lnTo>
                  <a:lnTo>
                    <a:pt x="7719" y="0"/>
                  </a:lnTo>
                  <a:close/>
                </a:path>
              </a:pathLst>
            </a:custGeom>
            <a:grpFill/>
            <a:ln>
              <a:noFill/>
            </a:ln>
          </p:spPr>
          <p:txBody>
            <a:bodyPr spcFirstLastPara="1" wrap="square" lIns="91425" tIns="91425" rIns="91425" bIns="91425" anchor="ctr" anchorCtr="0">
              <a:noAutofit/>
            </a:bodyPr>
            <a:lstStyle/>
            <a:p>
              <a:endParaRPr sz="1400"/>
            </a:p>
          </p:txBody>
        </p:sp>
        <p:sp>
          <p:nvSpPr>
            <p:cNvPr id="21" name="Google Shape;10030;p74">
              <a:extLst>
                <a:ext uri="{FF2B5EF4-FFF2-40B4-BE49-F238E27FC236}">
                  <a16:creationId xmlns:a16="http://schemas.microsoft.com/office/drawing/2014/main" id="{3DB35803-DB09-4A75-5969-B490A6DBB164}"/>
                </a:ext>
              </a:extLst>
            </p:cNvPr>
            <p:cNvSpPr/>
            <p:nvPr/>
          </p:nvSpPr>
          <p:spPr>
            <a:xfrm>
              <a:off x="-61354872" y="3751050"/>
              <a:ext cx="316650" cy="288275"/>
            </a:xfrm>
            <a:custGeom>
              <a:avLst/>
              <a:gdLst/>
              <a:ahLst/>
              <a:cxnLst/>
              <a:rect l="l" t="t" r="r" b="b"/>
              <a:pathLst>
                <a:path w="12666" h="11531" extrusionOk="0">
                  <a:moveTo>
                    <a:pt x="10618" y="1701"/>
                  </a:moveTo>
                  <a:cubicBezTo>
                    <a:pt x="10870" y="1701"/>
                    <a:pt x="11027" y="1890"/>
                    <a:pt x="11027" y="2080"/>
                  </a:cubicBezTo>
                  <a:lnTo>
                    <a:pt x="11027" y="9546"/>
                  </a:lnTo>
                  <a:cubicBezTo>
                    <a:pt x="11027" y="9767"/>
                    <a:pt x="10807" y="9956"/>
                    <a:pt x="10618" y="9956"/>
                  </a:cubicBezTo>
                  <a:lnTo>
                    <a:pt x="2080" y="9956"/>
                  </a:lnTo>
                  <a:cubicBezTo>
                    <a:pt x="1828" y="9956"/>
                    <a:pt x="1670" y="9767"/>
                    <a:pt x="1670" y="9546"/>
                  </a:cubicBezTo>
                  <a:lnTo>
                    <a:pt x="1670" y="2080"/>
                  </a:lnTo>
                  <a:cubicBezTo>
                    <a:pt x="1670" y="1859"/>
                    <a:pt x="1891" y="1701"/>
                    <a:pt x="2080" y="1701"/>
                  </a:cubicBezTo>
                  <a:close/>
                  <a:moveTo>
                    <a:pt x="1198" y="0"/>
                  </a:moveTo>
                  <a:cubicBezTo>
                    <a:pt x="536" y="0"/>
                    <a:pt x="1" y="567"/>
                    <a:pt x="1" y="1229"/>
                  </a:cubicBezTo>
                  <a:lnTo>
                    <a:pt x="1" y="10334"/>
                  </a:lnTo>
                  <a:cubicBezTo>
                    <a:pt x="1" y="10995"/>
                    <a:pt x="536" y="11531"/>
                    <a:pt x="1198" y="11531"/>
                  </a:cubicBezTo>
                  <a:lnTo>
                    <a:pt x="11405" y="11531"/>
                  </a:lnTo>
                  <a:cubicBezTo>
                    <a:pt x="12067" y="11531"/>
                    <a:pt x="12666" y="10995"/>
                    <a:pt x="12666" y="10334"/>
                  </a:cubicBezTo>
                  <a:lnTo>
                    <a:pt x="12666" y="1260"/>
                  </a:lnTo>
                  <a:cubicBezTo>
                    <a:pt x="12666" y="567"/>
                    <a:pt x="12130" y="0"/>
                    <a:pt x="11405" y="0"/>
                  </a:cubicBezTo>
                  <a:close/>
                </a:path>
              </a:pathLst>
            </a:custGeom>
            <a:grpFill/>
            <a:ln>
              <a:noFill/>
            </a:ln>
          </p:spPr>
          <p:txBody>
            <a:bodyPr spcFirstLastPara="1" wrap="square" lIns="91425" tIns="91425" rIns="91425" bIns="91425" anchor="ctr" anchorCtr="0">
              <a:noAutofit/>
            </a:bodyPr>
            <a:lstStyle/>
            <a:p>
              <a:endParaRPr sz="1400" dirty="0"/>
            </a:p>
          </p:txBody>
        </p:sp>
      </p:grpSp>
      <p:sp>
        <p:nvSpPr>
          <p:cNvPr id="26" name="Oval 47">
            <a:extLst>
              <a:ext uri="{FF2B5EF4-FFF2-40B4-BE49-F238E27FC236}">
                <a16:creationId xmlns:a16="http://schemas.microsoft.com/office/drawing/2014/main" id="{4338BCF3-CA16-D0B6-AD68-5884B88721A6}"/>
              </a:ext>
            </a:extLst>
          </p:cNvPr>
          <p:cNvSpPr>
            <a:spLocks noChangeAspect="1"/>
          </p:cNvSpPr>
          <p:nvPr/>
        </p:nvSpPr>
        <p:spPr>
          <a:xfrm rot="2686550">
            <a:off x="6054205" y="2230061"/>
            <a:ext cx="371542" cy="395983"/>
          </a:xfrm>
          <a:custGeom>
            <a:avLst/>
            <a:gdLst/>
            <a:ahLst/>
            <a:cxnLst/>
            <a:rect l="l" t="t" r="r" b="b"/>
            <a:pathLst>
              <a:path w="3240000" h="3240000">
                <a:moveTo>
                  <a:pt x="1303187" y="480874"/>
                </a:moveTo>
                <a:lnTo>
                  <a:pt x="1303187" y="1303187"/>
                </a:lnTo>
                <a:lnTo>
                  <a:pt x="480874" y="1303187"/>
                </a:lnTo>
                <a:lnTo>
                  <a:pt x="480874" y="1936813"/>
                </a:lnTo>
                <a:lnTo>
                  <a:pt x="1303187" y="1936813"/>
                </a:lnTo>
                <a:lnTo>
                  <a:pt x="1303187" y="2759126"/>
                </a:lnTo>
                <a:lnTo>
                  <a:pt x="1936813" y="2759126"/>
                </a:lnTo>
                <a:lnTo>
                  <a:pt x="1936813" y="1936813"/>
                </a:lnTo>
                <a:lnTo>
                  <a:pt x="2759126" y="1936813"/>
                </a:lnTo>
                <a:lnTo>
                  <a:pt x="2759126" y="1303187"/>
                </a:lnTo>
                <a:lnTo>
                  <a:pt x="1936813" y="1303187"/>
                </a:lnTo>
                <a:lnTo>
                  <a:pt x="1936813" y="480874"/>
                </a:lnTo>
                <a:close/>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400" dirty="0"/>
          </a:p>
        </p:txBody>
      </p:sp>
      <p:grpSp>
        <p:nvGrpSpPr>
          <p:cNvPr id="27" name="Google Shape;6966;p88">
            <a:extLst>
              <a:ext uri="{FF2B5EF4-FFF2-40B4-BE49-F238E27FC236}">
                <a16:creationId xmlns:a16="http://schemas.microsoft.com/office/drawing/2014/main" id="{C99A3D7C-8D1F-2D85-9211-09310C3A6F4D}"/>
              </a:ext>
            </a:extLst>
          </p:cNvPr>
          <p:cNvGrpSpPr/>
          <p:nvPr/>
        </p:nvGrpSpPr>
        <p:grpSpPr>
          <a:xfrm>
            <a:off x="5300055" y="4967411"/>
            <a:ext cx="434641" cy="411193"/>
            <a:chOff x="-31093575" y="3552550"/>
            <a:chExt cx="291450" cy="291900"/>
          </a:xfrm>
          <a:solidFill>
            <a:schemeClr val="bg1"/>
          </a:solidFill>
        </p:grpSpPr>
        <p:sp>
          <p:nvSpPr>
            <p:cNvPr id="28" name="Google Shape;6967;p88">
              <a:extLst>
                <a:ext uri="{FF2B5EF4-FFF2-40B4-BE49-F238E27FC236}">
                  <a16:creationId xmlns:a16="http://schemas.microsoft.com/office/drawing/2014/main" id="{8C2395C3-325D-FEEC-DA7E-B59B95A9917F}"/>
                </a:ext>
              </a:extLst>
            </p:cNvPr>
            <p:cNvSpPr/>
            <p:nvPr/>
          </p:nvSpPr>
          <p:spPr>
            <a:xfrm>
              <a:off x="-31011651" y="3745525"/>
              <a:ext cx="7900" cy="12625"/>
            </a:xfrm>
            <a:custGeom>
              <a:avLst/>
              <a:gdLst/>
              <a:ahLst/>
              <a:cxnLst/>
              <a:rect l="l" t="t" r="r" b="b"/>
              <a:pathLst>
                <a:path w="316" h="505" extrusionOk="0">
                  <a:moveTo>
                    <a:pt x="158" y="1"/>
                  </a:moveTo>
                  <a:lnTo>
                    <a:pt x="0" y="505"/>
                  </a:lnTo>
                  <a:lnTo>
                    <a:pt x="315" y="505"/>
                  </a:lnTo>
                  <a:lnTo>
                    <a:pt x="158" y="1"/>
                  </a:lnTo>
                  <a:close/>
                </a:path>
              </a:pathLst>
            </a:custGeom>
            <a:grpFill/>
            <a:ln>
              <a:noFill/>
            </a:ln>
          </p:spPr>
          <p:txBody>
            <a:bodyPr spcFirstLastPara="1" wrap="square" lIns="91425" tIns="91425" rIns="91425" bIns="91425" anchor="ctr" anchorCtr="0">
              <a:noAutofit/>
            </a:bodyPr>
            <a:lstStyle/>
            <a:p>
              <a:endParaRPr sz="1400"/>
            </a:p>
          </p:txBody>
        </p:sp>
        <p:sp>
          <p:nvSpPr>
            <p:cNvPr id="29" name="Google Shape;6968;p88">
              <a:extLst>
                <a:ext uri="{FF2B5EF4-FFF2-40B4-BE49-F238E27FC236}">
                  <a16:creationId xmlns:a16="http://schemas.microsoft.com/office/drawing/2014/main" id="{41FA2023-9927-C3DB-5D30-AC004696DA40}"/>
                </a:ext>
              </a:extLst>
            </p:cNvPr>
            <p:cNvSpPr/>
            <p:nvPr/>
          </p:nvSpPr>
          <p:spPr>
            <a:xfrm>
              <a:off x="-31093575" y="3671500"/>
              <a:ext cx="171725" cy="172950"/>
            </a:xfrm>
            <a:custGeom>
              <a:avLst/>
              <a:gdLst/>
              <a:ahLst/>
              <a:cxnLst/>
              <a:rect l="l" t="t" r="r" b="b"/>
              <a:pathLst>
                <a:path w="6867" h="6918" extrusionOk="0">
                  <a:moveTo>
                    <a:pt x="3427" y="1449"/>
                  </a:moveTo>
                  <a:cubicBezTo>
                    <a:pt x="3569" y="1449"/>
                    <a:pt x="3718" y="1512"/>
                    <a:pt x="3781" y="1638"/>
                  </a:cubicBezTo>
                  <a:lnTo>
                    <a:pt x="4317" y="3466"/>
                  </a:lnTo>
                  <a:lnTo>
                    <a:pt x="4474" y="3466"/>
                  </a:lnTo>
                  <a:cubicBezTo>
                    <a:pt x="4695" y="3466"/>
                    <a:pt x="4852" y="3623"/>
                    <a:pt x="4852" y="3812"/>
                  </a:cubicBezTo>
                  <a:cubicBezTo>
                    <a:pt x="4852" y="3970"/>
                    <a:pt x="4726" y="4127"/>
                    <a:pt x="4537" y="4127"/>
                  </a:cubicBezTo>
                  <a:lnTo>
                    <a:pt x="4789" y="5072"/>
                  </a:lnTo>
                  <a:cubicBezTo>
                    <a:pt x="4852" y="5262"/>
                    <a:pt x="4758" y="5419"/>
                    <a:pt x="4569" y="5514"/>
                  </a:cubicBezTo>
                  <a:cubicBezTo>
                    <a:pt x="4545" y="5518"/>
                    <a:pt x="4521" y="5520"/>
                    <a:pt x="4498" y="5520"/>
                  </a:cubicBezTo>
                  <a:cubicBezTo>
                    <a:pt x="4341" y="5520"/>
                    <a:pt x="4210" y="5427"/>
                    <a:pt x="4128" y="5262"/>
                  </a:cubicBezTo>
                  <a:lnTo>
                    <a:pt x="3781" y="4127"/>
                  </a:lnTo>
                  <a:lnTo>
                    <a:pt x="3057" y="4127"/>
                  </a:lnTo>
                  <a:lnTo>
                    <a:pt x="2710" y="5262"/>
                  </a:lnTo>
                  <a:cubicBezTo>
                    <a:pt x="2683" y="5427"/>
                    <a:pt x="2535" y="5520"/>
                    <a:pt x="2351" y="5520"/>
                  </a:cubicBezTo>
                  <a:cubicBezTo>
                    <a:pt x="2325" y="5520"/>
                    <a:pt x="2297" y="5518"/>
                    <a:pt x="2269" y="5514"/>
                  </a:cubicBezTo>
                  <a:cubicBezTo>
                    <a:pt x="2080" y="5451"/>
                    <a:pt x="2017" y="5262"/>
                    <a:pt x="2049" y="5072"/>
                  </a:cubicBezTo>
                  <a:lnTo>
                    <a:pt x="2332" y="4127"/>
                  </a:lnTo>
                  <a:cubicBezTo>
                    <a:pt x="2175" y="4096"/>
                    <a:pt x="2017" y="3970"/>
                    <a:pt x="2017" y="3812"/>
                  </a:cubicBezTo>
                  <a:cubicBezTo>
                    <a:pt x="2049" y="3623"/>
                    <a:pt x="2206" y="3466"/>
                    <a:pt x="2395" y="3466"/>
                  </a:cubicBezTo>
                  <a:lnTo>
                    <a:pt x="2553" y="3466"/>
                  </a:lnTo>
                  <a:lnTo>
                    <a:pt x="3120" y="1638"/>
                  </a:lnTo>
                  <a:cubicBezTo>
                    <a:pt x="3151" y="1512"/>
                    <a:pt x="3285" y="1449"/>
                    <a:pt x="3427" y="1449"/>
                  </a:cubicBezTo>
                  <a:close/>
                  <a:moveTo>
                    <a:pt x="3435" y="0"/>
                  </a:moveTo>
                  <a:cubicBezTo>
                    <a:pt x="1544" y="0"/>
                    <a:pt x="1" y="1544"/>
                    <a:pt x="1" y="3434"/>
                  </a:cubicBezTo>
                  <a:cubicBezTo>
                    <a:pt x="1" y="5356"/>
                    <a:pt x="1544" y="6900"/>
                    <a:pt x="3435" y="6900"/>
                  </a:cubicBezTo>
                  <a:cubicBezTo>
                    <a:pt x="4065" y="6900"/>
                    <a:pt x="4632" y="6742"/>
                    <a:pt x="5168" y="6427"/>
                  </a:cubicBezTo>
                  <a:lnTo>
                    <a:pt x="6365" y="6900"/>
                  </a:lnTo>
                  <a:cubicBezTo>
                    <a:pt x="6407" y="6910"/>
                    <a:pt x="6449" y="6917"/>
                    <a:pt x="6491" y="6917"/>
                  </a:cubicBezTo>
                  <a:cubicBezTo>
                    <a:pt x="6575" y="6917"/>
                    <a:pt x="6659" y="6889"/>
                    <a:pt x="6743" y="6805"/>
                  </a:cubicBezTo>
                  <a:cubicBezTo>
                    <a:pt x="6806" y="6742"/>
                    <a:pt x="6869" y="6616"/>
                    <a:pt x="6869" y="6459"/>
                  </a:cubicBezTo>
                  <a:lnTo>
                    <a:pt x="6491" y="5009"/>
                  </a:lnTo>
                  <a:cubicBezTo>
                    <a:pt x="6743" y="4537"/>
                    <a:pt x="6869" y="4001"/>
                    <a:pt x="6869" y="3466"/>
                  </a:cubicBezTo>
                  <a:cubicBezTo>
                    <a:pt x="6869" y="3119"/>
                    <a:pt x="6774" y="2804"/>
                    <a:pt x="6711" y="2489"/>
                  </a:cubicBezTo>
                  <a:cubicBezTo>
                    <a:pt x="6617" y="2426"/>
                    <a:pt x="6491" y="2395"/>
                    <a:pt x="6428" y="2363"/>
                  </a:cubicBezTo>
                  <a:lnTo>
                    <a:pt x="5514" y="2710"/>
                  </a:lnTo>
                  <a:cubicBezTo>
                    <a:pt x="5389" y="2755"/>
                    <a:pt x="5256" y="2780"/>
                    <a:pt x="5125" y="2780"/>
                  </a:cubicBezTo>
                  <a:cubicBezTo>
                    <a:pt x="4892" y="2780"/>
                    <a:pt x="4667" y="2702"/>
                    <a:pt x="4506" y="2521"/>
                  </a:cubicBezTo>
                  <a:cubicBezTo>
                    <a:pt x="4222" y="2269"/>
                    <a:pt x="4096" y="1891"/>
                    <a:pt x="4159" y="1481"/>
                  </a:cubicBezTo>
                  <a:lnTo>
                    <a:pt x="4443" y="221"/>
                  </a:lnTo>
                  <a:cubicBezTo>
                    <a:pt x="4443" y="189"/>
                    <a:pt x="4443" y="189"/>
                    <a:pt x="4411" y="158"/>
                  </a:cubicBezTo>
                  <a:cubicBezTo>
                    <a:pt x="4096" y="63"/>
                    <a:pt x="3781" y="0"/>
                    <a:pt x="3435" y="0"/>
                  </a:cubicBezTo>
                  <a:close/>
                </a:path>
              </a:pathLst>
            </a:custGeom>
            <a:grpFill/>
            <a:ln>
              <a:noFill/>
            </a:ln>
          </p:spPr>
          <p:txBody>
            <a:bodyPr spcFirstLastPara="1" wrap="square" lIns="91425" tIns="91425" rIns="91425" bIns="91425" anchor="ctr" anchorCtr="0">
              <a:noAutofit/>
            </a:bodyPr>
            <a:lstStyle/>
            <a:p>
              <a:endParaRPr sz="1400"/>
            </a:p>
          </p:txBody>
        </p:sp>
        <p:sp>
          <p:nvSpPr>
            <p:cNvPr id="30" name="Google Shape;6969;p88">
              <a:extLst>
                <a:ext uri="{FF2B5EF4-FFF2-40B4-BE49-F238E27FC236}">
                  <a16:creationId xmlns:a16="http://schemas.microsoft.com/office/drawing/2014/main" id="{C02B6040-63F6-29F2-3E74-0EE5FFD35FD3}"/>
                </a:ext>
              </a:extLst>
            </p:cNvPr>
            <p:cNvSpPr/>
            <p:nvPr/>
          </p:nvSpPr>
          <p:spPr>
            <a:xfrm>
              <a:off x="-30895875" y="3621075"/>
              <a:ext cx="15775" cy="26025"/>
            </a:xfrm>
            <a:custGeom>
              <a:avLst/>
              <a:gdLst/>
              <a:ahLst/>
              <a:cxnLst/>
              <a:rect l="l" t="t" r="r" b="b"/>
              <a:pathLst>
                <a:path w="631" h="1041" extrusionOk="0">
                  <a:moveTo>
                    <a:pt x="0" y="1"/>
                  </a:moveTo>
                  <a:cubicBezTo>
                    <a:pt x="32" y="410"/>
                    <a:pt x="126" y="694"/>
                    <a:pt x="315" y="1041"/>
                  </a:cubicBezTo>
                  <a:cubicBezTo>
                    <a:pt x="473" y="694"/>
                    <a:pt x="599" y="347"/>
                    <a:pt x="631" y="1"/>
                  </a:cubicBezTo>
                  <a:close/>
                </a:path>
              </a:pathLst>
            </a:custGeom>
            <a:grpFill/>
            <a:ln>
              <a:noFill/>
            </a:ln>
          </p:spPr>
          <p:txBody>
            <a:bodyPr spcFirstLastPara="1" wrap="square" lIns="91425" tIns="91425" rIns="91425" bIns="91425" anchor="ctr" anchorCtr="0">
              <a:noAutofit/>
            </a:bodyPr>
            <a:lstStyle/>
            <a:p>
              <a:endParaRPr sz="1400"/>
            </a:p>
          </p:txBody>
        </p:sp>
        <p:sp>
          <p:nvSpPr>
            <p:cNvPr id="31" name="Google Shape;6970;p88">
              <a:extLst>
                <a:ext uri="{FF2B5EF4-FFF2-40B4-BE49-F238E27FC236}">
                  <a16:creationId xmlns:a16="http://schemas.microsoft.com/office/drawing/2014/main" id="{447C811E-7A63-5B32-E775-C42608DCC5B9}"/>
                </a:ext>
              </a:extLst>
            </p:cNvPr>
            <p:cNvSpPr/>
            <p:nvPr/>
          </p:nvSpPr>
          <p:spPr>
            <a:xfrm>
              <a:off x="-30974649" y="3552550"/>
              <a:ext cx="172525" cy="172400"/>
            </a:xfrm>
            <a:custGeom>
              <a:avLst/>
              <a:gdLst/>
              <a:ahLst/>
              <a:cxnLst/>
              <a:rect l="l" t="t" r="r" b="b"/>
              <a:pathLst>
                <a:path w="6901" h="6896" extrusionOk="0">
                  <a:moveTo>
                    <a:pt x="3435" y="1356"/>
                  </a:moveTo>
                  <a:cubicBezTo>
                    <a:pt x="3624" y="1356"/>
                    <a:pt x="3782" y="1513"/>
                    <a:pt x="3782" y="1734"/>
                  </a:cubicBezTo>
                  <a:lnTo>
                    <a:pt x="3782" y="2080"/>
                  </a:lnTo>
                  <a:lnTo>
                    <a:pt x="4821" y="2080"/>
                  </a:lnTo>
                  <a:cubicBezTo>
                    <a:pt x="5010" y="2080"/>
                    <a:pt x="5168" y="2238"/>
                    <a:pt x="5168" y="2427"/>
                  </a:cubicBezTo>
                  <a:cubicBezTo>
                    <a:pt x="5168" y="2616"/>
                    <a:pt x="5010" y="2742"/>
                    <a:pt x="4821" y="2742"/>
                  </a:cubicBezTo>
                  <a:lnTo>
                    <a:pt x="4412" y="2742"/>
                  </a:lnTo>
                  <a:cubicBezTo>
                    <a:pt x="4380" y="3341"/>
                    <a:pt x="4191" y="3876"/>
                    <a:pt x="3876" y="4412"/>
                  </a:cubicBezTo>
                  <a:cubicBezTo>
                    <a:pt x="3908" y="4443"/>
                    <a:pt x="3908" y="4475"/>
                    <a:pt x="3939" y="4506"/>
                  </a:cubicBezTo>
                  <a:lnTo>
                    <a:pt x="4349" y="4916"/>
                  </a:lnTo>
                  <a:cubicBezTo>
                    <a:pt x="4443" y="5042"/>
                    <a:pt x="4443" y="5262"/>
                    <a:pt x="4349" y="5388"/>
                  </a:cubicBezTo>
                  <a:cubicBezTo>
                    <a:pt x="4286" y="5451"/>
                    <a:pt x="4191" y="5483"/>
                    <a:pt x="4101" y="5483"/>
                  </a:cubicBezTo>
                  <a:cubicBezTo>
                    <a:pt x="4010" y="5483"/>
                    <a:pt x="3923" y="5451"/>
                    <a:pt x="3876" y="5388"/>
                  </a:cubicBezTo>
                  <a:lnTo>
                    <a:pt x="3466" y="4979"/>
                  </a:lnTo>
                  <a:lnTo>
                    <a:pt x="3435" y="4947"/>
                  </a:lnTo>
                  <a:lnTo>
                    <a:pt x="3403" y="4979"/>
                  </a:lnTo>
                  <a:lnTo>
                    <a:pt x="2994" y="5388"/>
                  </a:lnTo>
                  <a:cubicBezTo>
                    <a:pt x="2931" y="5451"/>
                    <a:pt x="2844" y="5483"/>
                    <a:pt x="2758" y="5483"/>
                  </a:cubicBezTo>
                  <a:cubicBezTo>
                    <a:pt x="2671" y="5483"/>
                    <a:pt x="2584" y="5451"/>
                    <a:pt x="2521" y="5388"/>
                  </a:cubicBezTo>
                  <a:cubicBezTo>
                    <a:pt x="2395" y="5262"/>
                    <a:pt x="2395" y="5042"/>
                    <a:pt x="2521" y="4916"/>
                  </a:cubicBezTo>
                  <a:lnTo>
                    <a:pt x="2931" y="4506"/>
                  </a:lnTo>
                  <a:cubicBezTo>
                    <a:pt x="2962" y="4475"/>
                    <a:pt x="2962" y="4443"/>
                    <a:pt x="2994" y="4412"/>
                  </a:cubicBezTo>
                  <a:cubicBezTo>
                    <a:pt x="2679" y="3939"/>
                    <a:pt x="2490" y="3341"/>
                    <a:pt x="2458" y="2742"/>
                  </a:cubicBezTo>
                  <a:lnTo>
                    <a:pt x="2049" y="2742"/>
                  </a:lnTo>
                  <a:cubicBezTo>
                    <a:pt x="1860" y="2742"/>
                    <a:pt x="1702" y="2584"/>
                    <a:pt x="1702" y="2395"/>
                  </a:cubicBezTo>
                  <a:cubicBezTo>
                    <a:pt x="1702" y="2206"/>
                    <a:pt x="1860" y="2049"/>
                    <a:pt x="2049" y="2049"/>
                  </a:cubicBezTo>
                  <a:lnTo>
                    <a:pt x="3088" y="2049"/>
                  </a:lnTo>
                  <a:lnTo>
                    <a:pt x="3088" y="1734"/>
                  </a:lnTo>
                  <a:cubicBezTo>
                    <a:pt x="3088" y="1513"/>
                    <a:pt x="3246" y="1356"/>
                    <a:pt x="3435" y="1356"/>
                  </a:cubicBezTo>
                  <a:close/>
                  <a:moveTo>
                    <a:pt x="3466" y="1"/>
                  </a:moveTo>
                  <a:cubicBezTo>
                    <a:pt x="1576" y="1"/>
                    <a:pt x="32" y="1576"/>
                    <a:pt x="32" y="3467"/>
                  </a:cubicBezTo>
                  <a:cubicBezTo>
                    <a:pt x="32" y="3971"/>
                    <a:pt x="158" y="4506"/>
                    <a:pt x="411" y="4979"/>
                  </a:cubicBezTo>
                  <a:lnTo>
                    <a:pt x="32" y="6459"/>
                  </a:lnTo>
                  <a:cubicBezTo>
                    <a:pt x="1" y="6554"/>
                    <a:pt x="32" y="6680"/>
                    <a:pt x="158" y="6806"/>
                  </a:cubicBezTo>
                  <a:cubicBezTo>
                    <a:pt x="225" y="6851"/>
                    <a:pt x="324" y="6895"/>
                    <a:pt x="420" y="6895"/>
                  </a:cubicBezTo>
                  <a:cubicBezTo>
                    <a:pt x="460" y="6895"/>
                    <a:pt x="500" y="6887"/>
                    <a:pt x="537" y="6869"/>
                  </a:cubicBezTo>
                  <a:lnTo>
                    <a:pt x="1734" y="6396"/>
                  </a:lnTo>
                  <a:cubicBezTo>
                    <a:pt x="2269" y="6712"/>
                    <a:pt x="2899" y="6869"/>
                    <a:pt x="3466" y="6869"/>
                  </a:cubicBezTo>
                  <a:cubicBezTo>
                    <a:pt x="5357" y="6869"/>
                    <a:pt x="6901" y="5357"/>
                    <a:pt x="6901" y="3435"/>
                  </a:cubicBezTo>
                  <a:cubicBezTo>
                    <a:pt x="6901" y="1576"/>
                    <a:pt x="5325" y="1"/>
                    <a:pt x="3466" y="1"/>
                  </a:cubicBezTo>
                  <a:close/>
                </a:path>
              </a:pathLst>
            </a:custGeom>
            <a:grpFill/>
            <a:ln>
              <a:noFill/>
            </a:ln>
          </p:spPr>
          <p:txBody>
            <a:bodyPr spcFirstLastPara="1" wrap="square" lIns="91425" tIns="91425" rIns="91425" bIns="91425" anchor="ctr" anchorCtr="0">
              <a:noAutofit/>
            </a:bodyPr>
            <a:lstStyle/>
            <a:p>
              <a:endParaRPr sz="1400" dirty="0"/>
            </a:p>
          </p:txBody>
        </p:sp>
      </p:grpSp>
      <p:pic>
        <p:nvPicPr>
          <p:cNvPr id="37" name="Graphic 36">
            <a:extLst>
              <a:ext uri="{FF2B5EF4-FFF2-40B4-BE49-F238E27FC236}">
                <a16:creationId xmlns:a16="http://schemas.microsoft.com/office/drawing/2014/main" id="{9EE5B31B-0C6C-009E-E56E-777B99524191}"/>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6"/>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901524361"/>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7">
            <a:extLst>
              <a:ext uri="{FF2B5EF4-FFF2-40B4-BE49-F238E27FC236}">
                <a16:creationId xmlns:a16="http://schemas.microsoft.com/office/drawing/2014/main" id="{CC26A92D-61C0-5E45-415C-801AD2D5A9DD}"/>
              </a:ext>
            </a:extLst>
          </p:cNvPr>
          <p:cNvGrpSpPr/>
          <p:nvPr/>
        </p:nvGrpSpPr>
        <p:grpSpPr>
          <a:xfrm>
            <a:off x="914400" y="1825997"/>
            <a:ext cx="5760720" cy="922730"/>
            <a:chOff x="914400" y="1700737"/>
            <a:chExt cx="5760720" cy="922730"/>
          </a:xfrm>
        </p:grpSpPr>
        <p:sp>
          <p:nvSpPr>
            <p:cNvPr id="3" name="Rectangle: Rounded Corners 18">
              <a:extLst>
                <a:ext uri="{FF2B5EF4-FFF2-40B4-BE49-F238E27FC236}">
                  <a16:creationId xmlns:a16="http://schemas.microsoft.com/office/drawing/2014/main" id="{7A97A9C4-8DD6-1FA3-C637-E09F25E50EA5}"/>
                </a:ext>
              </a:extLst>
            </p:cNvPr>
            <p:cNvSpPr/>
            <p:nvPr/>
          </p:nvSpPr>
          <p:spPr>
            <a:xfrm>
              <a:off x="914400" y="1700737"/>
              <a:ext cx="5760720" cy="922730"/>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endParaRPr>
            </a:p>
          </p:txBody>
        </p:sp>
        <p:sp>
          <p:nvSpPr>
            <p:cNvPr id="4" name="Oval 19">
              <a:extLst>
                <a:ext uri="{FF2B5EF4-FFF2-40B4-BE49-F238E27FC236}">
                  <a16:creationId xmlns:a16="http://schemas.microsoft.com/office/drawing/2014/main" id="{3C47BF09-C52C-88F2-5713-724BFECAB159}"/>
                </a:ext>
              </a:extLst>
            </p:cNvPr>
            <p:cNvSpPr/>
            <p:nvPr/>
          </p:nvSpPr>
          <p:spPr>
            <a:xfrm>
              <a:off x="979718" y="1755355"/>
              <a:ext cx="813495" cy="813495"/>
            </a:xfrm>
            <a:prstGeom prst="ellipse">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endParaRPr>
            </a:p>
          </p:txBody>
        </p:sp>
      </p:grpSp>
      <p:grpSp>
        <p:nvGrpSpPr>
          <p:cNvPr id="5" name="Group 20">
            <a:extLst>
              <a:ext uri="{FF2B5EF4-FFF2-40B4-BE49-F238E27FC236}">
                <a16:creationId xmlns:a16="http://schemas.microsoft.com/office/drawing/2014/main" id="{DFA9104C-7EC1-EE95-F9F5-5DC0EC1C87D0}"/>
              </a:ext>
            </a:extLst>
          </p:cNvPr>
          <p:cNvGrpSpPr/>
          <p:nvPr/>
        </p:nvGrpSpPr>
        <p:grpSpPr>
          <a:xfrm>
            <a:off x="4120660" y="2978172"/>
            <a:ext cx="5760720" cy="922730"/>
            <a:chOff x="3387969" y="2723575"/>
            <a:chExt cx="5760720" cy="922730"/>
          </a:xfrm>
        </p:grpSpPr>
        <p:sp>
          <p:nvSpPr>
            <p:cNvPr id="6" name="Rectangle: Rounded Corners 21">
              <a:extLst>
                <a:ext uri="{FF2B5EF4-FFF2-40B4-BE49-F238E27FC236}">
                  <a16:creationId xmlns:a16="http://schemas.microsoft.com/office/drawing/2014/main" id="{0A07ABD7-B59D-18BC-CA69-27CA1C2A24A1}"/>
                </a:ext>
              </a:extLst>
            </p:cNvPr>
            <p:cNvSpPr/>
            <p:nvPr/>
          </p:nvSpPr>
          <p:spPr>
            <a:xfrm>
              <a:off x="3387969" y="2723575"/>
              <a:ext cx="5760720" cy="922730"/>
            </a:xfrm>
            <a:prstGeom prst="roundRect">
              <a:avLst>
                <a:gd name="adj" fmla="val 50000"/>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endParaRPr>
            </a:p>
          </p:txBody>
        </p:sp>
        <p:sp>
          <p:nvSpPr>
            <p:cNvPr id="7" name="Oval 22">
              <a:extLst>
                <a:ext uri="{FF2B5EF4-FFF2-40B4-BE49-F238E27FC236}">
                  <a16:creationId xmlns:a16="http://schemas.microsoft.com/office/drawing/2014/main" id="{45E7140A-9D5A-11AE-98CF-CE8C8D728FFA}"/>
                </a:ext>
              </a:extLst>
            </p:cNvPr>
            <p:cNvSpPr/>
            <p:nvPr/>
          </p:nvSpPr>
          <p:spPr>
            <a:xfrm>
              <a:off x="3453287" y="2778193"/>
              <a:ext cx="813495" cy="813495"/>
            </a:xfrm>
            <a:prstGeom prst="ellipse">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grpSp>
      <p:grpSp>
        <p:nvGrpSpPr>
          <p:cNvPr id="8" name="Group 23">
            <a:extLst>
              <a:ext uri="{FF2B5EF4-FFF2-40B4-BE49-F238E27FC236}">
                <a16:creationId xmlns:a16="http://schemas.microsoft.com/office/drawing/2014/main" id="{C28BC137-91B9-C84A-E61A-C4636873712B}"/>
              </a:ext>
            </a:extLst>
          </p:cNvPr>
          <p:cNvGrpSpPr/>
          <p:nvPr/>
        </p:nvGrpSpPr>
        <p:grpSpPr>
          <a:xfrm>
            <a:off x="2517530" y="4130347"/>
            <a:ext cx="5760720" cy="922730"/>
            <a:chOff x="2159976" y="3821921"/>
            <a:chExt cx="5760720" cy="922730"/>
          </a:xfrm>
        </p:grpSpPr>
        <p:sp>
          <p:nvSpPr>
            <p:cNvPr id="9" name="Rectangle: Rounded Corners 24">
              <a:extLst>
                <a:ext uri="{FF2B5EF4-FFF2-40B4-BE49-F238E27FC236}">
                  <a16:creationId xmlns:a16="http://schemas.microsoft.com/office/drawing/2014/main" id="{D4C26620-DE27-D40D-788F-280459F04F33}"/>
                </a:ext>
              </a:extLst>
            </p:cNvPr>
            <p:cNvSpPr/>
            <p:nvPr/>
          </p:nvSpPr>
          <p:spPr>
            <a:xfrm>
              <a:off x="2159976" y="3821921"/>
              <a:ext cx="5760720" cy="922730"/>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endParaRPr>
            </a:p>
          </p:txBody>
        </p:sp>
        <p:sp>
          <p:nvSpPr>
            <p:cNvPr id="10" name="Oval 25">
              <a:extLst>
                <a:ext uri="{FF2B5EF4-FFF2-40B4-BE49-F238E27FC236}">
                  <a16:creationId xmlns:a16="http://schemas.microsoft.com/office/drawing/2014/main" id="{A376B6DA-3ECA-E4A1-1921-F4B0156C1398}"/>
                </a:ext>
              </a:extLst>
            </p:cNvPr>
            <p:cNvSpPr/>
            <p:nvPr/>
          </p:nvSpPr>
          <p:spPr>
            <a:xfrm>
              <a:off x="2225294" y="3876539"/>
              <a:ext cx="813495" cy="813495"/>
            </a:xfrm>
            <a:prstGeom prst="ellipse">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grpSp>
      <p:grpSp>
        <p:nvGrpSpPr>
          <p:cNvPr id="11" name="Group 26">
            <a:extLst>
              <a:ext uri="{FF2B5EF4-FFF2-40B4-BE49-F238E27FC236}">
                <a16:creationId xmlns:a16="http://schemas.microsoft.com/office/drawing/2014/main" id="{BC6D4A10-E5DB-B411-0781-3E06E65104A6}"/>
              </a:ext>
            </a:extLst>
          </p:cNvPr>
          <p:cNvGrpSpPr/>
          <p:nvPr/>
        </p:nvGrpSpPr>
        <p:grpSpPr>
          <a:xfrm>
            <a:off x="5723790" y="5282523"/>
            <a:ext cx="5760720" cy="922730"/>
            <a:chOff x="5723790" y="5157263"/>
            <a:chExt cx="5760720" cy="922730"/>
          </a:xfrm>
        </p:grpSpPr>
        <p:sp>
          <p:nvSpPr>
            <p:cNvPr id="12" name="Rectangle: Rounded Corners 27">
              <a:extLst>
                <a:ext uri="{FF2B5EF4-FFF2-40B4-BE49-F238E27FC236}">
                  <a16:creationId xmlns:a16="http://schemas.microsoft.com/office/drawing/2014/main" id="{D46CBFA8-7EAA-7616-C827-730FEDA7325B}"/>
                </a:ext>
              </a:extLst>
            </p:cNvPr>
            <p:cNvSpPr/>
            <p:nvPr/>
          </p:nvSpPr>
          <p:spPr>
            <a:xfrm>
              <a:off x="5723790" y="5157263"/>
              <a:ext cx="5760720" cy="922730"/>
            </a:xfrm>
            <a:prstGeom prst="roundRect">
              <a:avLst>
                <a:gd name="adj" fmla="val 50000"/>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75000"/>
                    <a:lumOff val="25000"/>
                  </a:schemeClr>
                </a:solidFill>
              </a:endParaRPr>
            </a:p>
          </p:txBody>
        </p:sp>
        <p:sp>
          <p:nvSpPr>
            <p:cNvPr id="13" name="Oval 28">
              <a:extLst>
                <a:ext uri="{FF2B5EF4-FFF2-40B4-BE49-F238E27FC236}">
                  <a16:creationId xmlns:a16="http://schemas.microsoft.com/office/drawing/2014/main" id="{71167016-3E95-E3B2-7306-1CDB8D866F85}"/>
                </a:ext>
              </a:extLst>
            </p:cNvPr>
            <p:cNvSpPr/>
            <p:nvPr/>
          </p:nvSpPr>
          <p:spPr>
            <a:xfrm>
              <a:off x="5789108" y="5211881"/>
              <a:ext cx="813495" cy="813495"/>
            </a:xfrm>
            <a:prstGeom prst="ellipse">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75000"/>
                    <a:lumOff val="25000"/>
                  </a:schemeClr>
                </a:solidFill>
              </a:endParaRPr>
            </a:p>
          </p:txBody>
        </p:sp>
      </p:grpSp>
      <p:sp>
        <p:nvSpPr>
          <p:cNvPr id="15" name="Frame 17">
            <a:extLst>
              <a:ext uri="{FF2B5EF4-FFF2-40B4-BE49-F238E27FC236}">
                <a16:creationId xmlns:a16="http://schemas.microsoft.com/office/drawing/2014/main" id="{3B36CA95-9164-89FF-7F34-73B49E34062F}"/>
              </a:ext>
            </a:extLst>
          </p:cNvPr>
          <p:cNvSpPr/>
          <p:nvPr/>
        </p:nvSpPr>
        <p:spPr>
          <a:xfrm>
            <a:off x="1202555" y="2147613"/>
            <a:ext cx="318434" cy="318434"/>
          </a:xfrm>
          <a:custGeom>
            <a:avLst/>
            <a:gdLst/>
            <a:ahLst/>
            <a:cxnLst/>
            <a:rect l="l" t="t" r="r" b="b"/>
            <a:pathLst>
              <a:path w="3240000" h="3240000">
                <a:moveTo>
                  <a:pt x="415456" y="380544"/>
                </a:moveTo>
                <a:lnTo>
                  <a:pt x="415456" y="385333"/>
                </a:lnTo>
                <a:lnTo>
                  <a:pt x="385333" y="385333"/>
                </a:lnTo>
                <a:lnTo>
                  <a:pt x="385333" y="2854667"/>
                </a:lnTo>
                <a:lnTo>
                  <a:pt x="1529120" y="2854667"/>
                </a:lnTo>
                <a:cubicBezTo>
                  <a:pt x="1267123" y="2430711"/>
                  <a:pt x="997530" y="1721825"/>
                  <a:pt x="436017" y="1672600"/>
                </a:cubicBezTo>
                <a:lnTo>
                  <a:pt x="600235" y="1185112"/>
                </a:lnTo>
                <a:cubicBezTo>
                  <a:pt x="1132790" y="1359573"/>
                  <a:pt x="1278822" y="1550851"/>
                  <a:pt x="1544730" y="1923929"/>
                </a:cubicBezTo>
                <a:cubicBezTo>
                  <a:pt x="1789452" y="1379400"/>
                  <a:pt x="1927092" y="1088696"/>
                  <a:pt x="2233403" y="596568"/>
                </a:cubicBezTo>
                <a:lnTo>
                  <a:pt x="2770666" y="596568"/>
                </a:lnTo>
                <a:cubicBezTo>
                  <a:pt x="2331495" y="1220469"/>
                  <a:pt x="1907612" y="2113878"/>
                  <a:pt x="1578489" y="2854667"/>
                </a:cubicBezTo>
                <a:lnTo>
                  <a:pt x="2854667" y="2854667"/>
                </a:lnTo>
                <a:lnTo>
                  <a:pt x="2854667" y="596568"/>
                </a:lnTo>
                <a:lnTo>
                  <a:pt x="2858395" y="596568"/>
                </a:lnTo>
                <a:lnTo>
                  <a:pt x="2858395" y="380544"/>
                </a:lnTo>
                <a:close/>
                <a:moveTo>
                  <a:pt x="0" y="0"/>
                </a:moveTo>
                <a:lnTo>
                  <a:pt x="3240000" y="0"/>
                </a:lnTo>
                <a:lnTo>
                  <a:pt x="3240000" y="3240000"/>
                </a:lnTo>
                <a:lnTo>
                  <a:pt x="0" y="3240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grpSp>
        <p:nvGrpSpPr>
          <p:cNvPr id="18" name="Group 33">
            <a:extLst>
              <a:ext uri="{FF2B5EF4-FFF2-40B4-BE49-F238E27FC236}">
                <a16:creationId xmlns:a16="http://schemas.microsoft.com/office/drawing/2014/main" id="{2B870190-0D50-1804-71BF-85C1E2B7AFE8}"/>
              </a:ext>
            </a:extLst>
          </p:cNvPr>
          <p:cNvGrpSpPr/>
          <p:nvPr/>
        </p:nvGrpSpPr>
        <p:grpSpPr>
          <a:xfrm>
            <a:off x="1916391" y="1941813"/>
            <a:ext cx="4758729" cy="673514"/>
            <a:chOff x="2113657" y="4283314"/>
            <a:chExt cx="3647460" cy="673514"/>
          </a:xfrm>
        </p:grpSpPr>
        <p:sp>
          <p:nvSpPr>
            <p:cNvPr id="19" name="TextBox 34">
              <a:extLst>
                <a:ext uri="{FF2B5EF4-FFF2-40B4-BE49-F238E27FC236}">
                  <a16:creationId xmlns:a16="http://schemas.microsoft.com/office/drawing/2014/main" id="{389D8687-AE7D-5BB0-6B25-E1D129E3C519}"/>
                </a:ext>
              </a:extLst>
            </p:cNvPr>
            <p:cNvSpPr txBox="1"/>
            <p:nvPr/>
          </p:nvSpPr>
          <p:spPr>
            <a:xfrm>
              <a:off x="2113657" y="4495163"/>
              <a:ext cx="3647455" cy="461665"/>
            </a:xfrm>
            <a:prstGeom prst="rect">
              <a:avLst/>
            </a:prstGeom>
            <a:noFill/>
          </p:spPr>
          <p:txBody>
            <a:bodyPr wrap="square" rtlCol="0">
              <a:spAutoFit/>
            </a:bodyPr>
            <a:lstStyle/>
            <a:p>
              <a:r>
                <a:rPr lang="en-US" altLang="ko-KR" sz="1200" dirty="0">
                  <a:solidFill>
                    <a:schemeClr val="bg1"/>
                  </a:solidFill>
                  <a:latin typeface="Arial" panose="020B0604020202020204" pitchFamily="34" charset="0"/>
                  <a:cs typeface="Arial" panose="020B0604020202020204" pitchFamily="34" charset="0"/>
                </a:rPr>
                <a:t>All the API calls and the schemas needed to be set up correctly so that we could properly query for all the data we needed.</a:t>
              </a:r>
            </a:p>
          </p:txBody>
        </p:sp>
        <p:sp>
          <p:nvSpPr>
            <p:cNvPr id="20" name="TextBox 35">
              <a:extLst>
                <a:ext uri="{FF2B5EF4-FFF2-40B4-BE49-F238E27FC236}">
                  <a16:creationId xmlns:a16="http://schemas.microsoft.com/office/drawing/2014/main" id="{22C863B7-591F-6674-CD16-B48E788D87DB}"/>
                </a:ext>
              </a:extLst>
            </p:cNvPr>
            <p:cNvSpPr txBox="1"/>
            <p:nvPr/>
          </p:nvSpPr>
          <p:spPr>
            <a:xfrm>
              <a:off x="2113658" y="4283314"/>
              <a:ext cx="3647459" cy="276999"/>
            </a:xfrm>
            <a:prstGeom prst="rect">
              <a:avLst/>
            </a:prstGeom>
            <a:noFill/>
          </p:spPr>
          <p:txBody>
            <a:bodyPr wrap="square" rtlCol="0">
              <a:spAutoFit/>
            </a:bodyPr>
            <a:lstStyle/>
            <a:p>
              <a:r>
                <a:rPr lang="en-US" altLang="ko-KR" sz="1200" b="1" dirty="0">
                  <a:solidFill>
                    <a:schemeClr val="bg1"/>
                  </a:solidFill>
                  <a:latin typeface="Arial" panose="020B0604020202020204" pitchFamily="34" charset="0"/>
                  <a:cs typeface="Arial" panose="020B0604020202020204" pitchFamily="34" charset="0"/>
                </a:rPr>
                <a:t>Required all APIs to be working properly</a:t>
              </a:r>
              <a:endParaRPr lang="ko-KR" altLang="en-US" sz="1200" b="1" dirty="0">
                <a:solidFill>
                  <a:schemeClr val="bg1"/>
                </a:solidFill>
                <a:latin typeface="Arial" panose="020B0604020202020204" pitchFamily="34" charset="0"/>
                <a:cs typeface="Arial" panose="020B0604020202020204" pitchFamily="34" charset="0"/>
              </a:endParaRPr>
            </a:p>
          </p:txBody>
        </p:sp>
      </p:grpSp>
      <p:grpSp>
        <p:nvGrpSpPr>
          <p:cNvPr id="21" name="Group 36">
            <a:extLst>
              <a:ext uri="{FF2B5EF4-FFF2-40B4-BE49-F238E27FC236}">
                <a16:creationId xmlns:a16="http://schemas.microsoft.com/office/drawing/2014/main" id="{3422ECAD-8FF7-B871-97BB-F4E024C4CADE}"/>
              </a:ext>
            </a:extLst>
          </p:cNvPr>
          <p:cNvGrpSpPr/>
          <p:nvPr/>
        </p:nvGrpSpPr>
        <p:grpSpPr>
          <a:xfrm>
            <a:off x="5088873" y="3102080"/>
            <a:ext cx="4758729" cy="673514"/>
            <a:chOff x="2113657" y="4283314"/>
            <a:chExt cx="3647460" cy="673514"/>
          </a:xfrm>
        </p:grpSpPr>
        <p:sp>
          <p:nvSpPr>
            <p:cNvPr id="22" name="TextBox 37">
              <a:extLst>
                <a:ext uri="{FF2B5EF4-FFF2-40B4-BE49-F238E27FC236}">
                  <a16:creationId xmlns:a16="http://schemas.microsoft.com/office/drawing/2014/main" id="{6FB1675F-7D0A-F818-79DC-06D0D8751E0E}"/>
                </a:ext>
              </a:extLst>
            </p:cNvPr>
            <p:cNvSpPr txBox="1"/>
            <p:nvPr/>
          </p:nvSpPr>
          <p:spPr>
            <a:xfrm>
              <a:off x="2113657" y="4495163"/>
              <a:ext cx="3647455" cy="461665"/>
            </a:xfrm>
            <a:prstGeom prst="rect">
              <a:avLst/>
            </a:prstGeom>
            <a:noFill/>
          </p:spPr>
          <p:txBody>
            <a:bodyPr wrap="square" rtlCol="0">
              <a:spAutoFit/>
            </a:bodyPr>
            <a:lstStyle/>
            <a:p>
              <a:r>
                <a:rPr lang="en-US" altLang="ko-KR" sz="1200" dirty="0">
                  <a:solidFill>
                    <a:schemeClr val="bg1"/>
                  </a:solidFill>
                  <a:latin typeface="Arial" panose="020B0604020202020204" pitchFamily="34" charset="0"/>
                  <a:cs typeface="Arial" panose="020B0604020202020204" pitchFamily="34" charset="0"/>
                </a:rPr>
                <a:t>To properly display the images and text formatting data all of our links need to be up to date and accurate. </a:t>
              </a:r>
            </a:p>
          </p:txBody>
        </p:sp>
        <p:sp>
          <p:nvSpPr>
            <p:cNvPr id="23" name="TextBox 38">
              <a:extLst>
                <a:ext uri="{FF2B5EF4-FFF2-40B4-BE49-F238E27FC236}">
                  <a16:creationId xmlns:a16="http://schemas.microsoft.com/office/drawing/2014/main" id="{2AA8A174-413D-04BE-832D-C24916468EDA}"/>
                </a:ext>
              </a:extLst>
            </p:cNvPr>
            <p:cNvSpPr txBox="1"/>
            <p:nvPr/>
          </p:nvSpPr>
          <p:spPr>
            <a:xfrm>
              <a:off x="2113658" y="4283314"/>
              <a:ext cx="3647459" cy="276999"/>
            </a:xfrm>
            <a:prstGeom prst="rect">
              <a:avLst/>
            </a:prstGeom>
            <a:noFill/>
          </p:spPr>
          <p:txBody>
            <a:bodyPr wrap="square" rtlCol="0">
              <a:spAutoFit/>
            </a:bodyPr>
            <a:lstStyle/>
            <a:p>
              <a:r>
                <a:rPr lang="en-US" altLang="ko-KR" sz="1200" b="1" dirty="0">
                  <a:solidFill>
                    <a:schemeClr val="bg1"/>
                  </a:solidFill>
                  <a:latin typeface="Arial" panose="020B0604020202020204" pitchFamily="34" charset="0"/>
                  <a:cs typeface="Arial" panose="020B0604020202020204" pitchFamily="34" charset="0"/>
                </a:rPr>
                <a:t>Required all Links to be working properly</a:t>
              </a:r>
              <a:endParaRPr lang="ko-KR" altLang="en-US" sz="1200" b="1" dirty="0">
                <a:solidFill>
                  <a:schemeClr val="bg1"/>
                </a:solidFill>
                <a:latin typeface="Arial" panose="020B0604020202020204" pitchFamily="34" charset="0"/>
                <a:cs typeface="Arial" panose="020B0604020202020204" pitchFamily="34" charset="0"/>
              </a:endParaRPr>
            </a:p>
          </p:txBody>
        </p:sp>
      </p:grpSp>
      <p:grpSp>
        <p:nvGrpSpPr>
          <p:cNvPr id="24" name="Group 39">
            <a:extLst>
              <a:ext uri="{FF2B5EF4-FFF2-40B4-BE49-F238E27FC236}">
                <a16:creationId xmlns:a16="http://schemas.microsoft.com/office/drawing/2014/main" id="{1D412CFF-75FF-8062-9993-F9F3E76793D8}"/>
              </a:ext>
            </a:extLst>
          </p:cNvPr>
          <p:cNvGrpSpPr/>
          <p:nvPr/>
        </p:nvGrpSpPr>
        <p:grpSpPr>
          <a:xfrm>
            <a:off x="3502632" y="4262347"/>
            <a:ext cx="4758729" cy="673514"/>
            <a:chOff x="2113657" y="4283314"/>
            <a:chExt cx="3647460" cy="673514"/>
          </a:xfrm>
        </p:grpSpPr>
        <p:sp>
          <p:nvSpPr>
            <p:cNvPr id="25" name="TextBox 40">
              <a:extLst>
                <a:ext uri="{FF2B5EF4-FFF2-40B4-BE49-F238E27FC236}">
                  <a16:creationId xmlns:a16="http://schemas.microsoft.com/office/drawing/2014/main" id="{6F5C4382-6761-114E-E976-1622D89FA71B}"/>
                </a:ext>
              </a:extLst>
            </p:cNvPr>
            <p:cNvSpPr txBox="1"/>
            <p:nvPr/>
          </p:nvSpPr>
          <p:spPr>
            <a:xfrm>
              <a:off x="2113657" y="4495163"/>
              <a:ext cx="3647455" cy="461665"/>
            </a:xfrm>
            <a:prstGeom prst="rect">
              <a:avLst/>
            </a:prstGeom>
            <a:noFill/>
          </p:spPr>
          <p:txBody>
            <a:bodyPr wrap="square" rtlCol="0">
              <a:spAutoFit/>
            </a:bodyPr>
            <a:lstStyle/>
            <a:p>
              <a:r>
                <a:rPr lang="en-US" altLang="ko-KR" sz="1200" dirty="0">
                  <a:solidFill>
                    <a:schemeClr val="bg1"/>
                  </a:solidFill>
                  <a:latin typeface="Arial" panose="020B0604020202020204" pitchFamily="34" charset="0"/>
                  <a:cs typeface="Arial" panose="020B0604020202020204" pitchFamily="34" charset="0"/>
                </a:rPr>
                <a:t>If the data in the database is incorrect or formatted incorrectly the pull for the home page would fail.</a:t>
              </a:r>
            </a:p>
          </p:txBody>
        </p:sp>
        <p:sp>
          <p:nvSpPr>
            <p:cNvPr id="26" name="TextBox 41">
              <a:extLst>
                <a:ext uri="{FF2B5EF4-FFF2-40B4-BE49-F238E27FC236}">
                  <a16:creationId xmlns:a16="http://schemas.microsoft.com/office/drawing/2014/main" id="{0D0C68D7-F66C-E0CB-CE79-B7A15B16EFC5}"/>
                </a:ext>
              </a:extLst>
            </p:cNvPr>
            <p:cNvSpPr txBox="1"/>
            <p:nvPr/>
          </p:nvSpPr>
          <p:spPr>
            <a:xfrm>
              <a:off x="2113658" y="4283314"/>
              <a:ext cx="3647459" cy="276999"/>
            </a:xfrm>
            <a:prstGeom prst="rect">
              <a:avLst/>
            </a:prstGeom>
            <a:noFill/>
          </p:spPr>
          <p:txBody>
            <a:bodyPr wrap="square" rtlCol="0">
              <a:spAutoFit/>
            </a:bodyPr>
            <a:lstStyle/>
            <a:p>
              <a:r>
                <a:rPr lang="en-US" altLang="ko-KR" sz="1200" b="1" dirty="0">
                  <a:solidFill>
                    <a:schemeClr val="bg1"/>
                  </a:solidFill>
                  <a:latin typeface="Arial" panose="020B0604020202020204" pitchFamily="34" charset="0"/>
                  <a:cs typeface="Arial" panose="020B0604020202020204" pitchFamily="34" charset="0"/>
                </a:rPr>
                <a:t>Required all stored data to be correct</a:t>
              </a:r>
              <a:endParaRPr lang="ko-KR" altLang="en-US" sz="1200" b="1" dirty="0">
                <a:solidFill>
                  <a:schemeClr val="bg1"/>
                </a:solidFill>
                <a:latin typeface="Arial" panose="020B0604020202020204" pitchFamily="34" charset="0"/>
                <a:cs typeface="Arial" panose="020B0604020202020204" pitchFamily="34" charset="0"/>
              </a:endParaRPr>
            </a:p>
          </p:txBody>
        </p:sp>
      </p:grpSp>
      <p:grpSp>
        <p:nvGrpSpPr>
          <p:cNvPr id="27" name="Group 42">
            <a:extLst>
              <a:ext uri="{FF2B5EF4-FFF2-40B4-BE49-F238E27FC236}">
                <a16:creationId xmlns:a16="http://schemas.microsoft.com/office/drawing/2014/main" id="{6CCAEF3B-7234-4160-DAF8-37B69AA0F27E}"/>
              </a:ext>
            </a:extLst>
          </p:cNvPr>
          <p:cNvGrpSpPr/>
          <p:nvPr/>
        </p:nvGrpSpPr>
        <p:grpSpPr>
          <a:xfrm>
            <a:off x="6675113" y="5422614"/>
            <a:ext cx="4758729" cy="673514"/>
            <a:chOff x="2113657" y="4283314"/>
            <a:chExt cx="3647460" cy="673514"/>
          </a:xfrm>
        </p:grpSpPr>
        <p:sp>
          <p:nvSpPr>
            <p:cNvPr id="28" name="TextBox 43">
              <a:extLst>
                <a:ext uri="{FF2B5EF4-FFF2-40B4-BE49-F238E27FC236}">
                  <a16:creationId xmlns:a16="http://schemas.microsoft.com/office/drawing/2014/main" id="{8F99BC5C-51B7-17B2-6192-EAD00E5EC140}"/>
                </a:ext>
              </a:extLst>
            </p:cNvPr>
            <p:cNvSpPr txBox="1"/>
            <p:nvPr/>
          </p:nvSpPr>
          <p:spPr>
            <a:xfrm>
              <a:off x="2113657" y="4495163"/>
              <a:ext cx="3647455" cy="461665"/>
            </a:xfrm>
            <a:prstGeom prst="rect">
              <a:avLst/>
            </a:prstGeom>
            <a:noFill/>
          </p:spPr>
          <p:txBody>
            <a:bodyPr wrap="square" rtlCol="0">
              <a:spAutoFit/>
            </a:bodyPr>
            <a:lstStyle/>
            <a:p>
              <a:r>
                <a:rPr lang="en-US" altLang="ko-KR" sz="1200" dirty="0">
                  <a:solidFill>
                    <a:schemeClr val="bg1"/>
                  </a:solidFill>
                  <a:latin typeface="Arial" panose="020B0604020202020204" pitchFamily="34" charset="0"/>
                  <a:cs typeface="Arial" panose="020B0604020202020204" pitchFamily="34" charset="0"/>
                </a:rPr>
                <a:t>Sometimes we need to update trophy data but to do so we need to update one game at a time to not rate limit ourselves.</a:t>
              </a:r>
            </a:p>
          </p:txBody>
        </p:sp>
        <p:sp>
          <p:nvSpPr>
            <p:cNvPr id="29" name="TextBox 44">
              <a:extLst>
                <a:ext uri="{FF2B5EF4-FFF2-40B4-BE49-F238E27FC236}">
                  <a16:creationId xmlns:a16="http://schemas.microsoft.com/office/drawing/2014/main" id="{9810E549-EA2B-2895-A1E2-775C3BCF6AFA}"/>
                </a:ext>
              </a:extLst>
            </p:cNvPr>
            <p:cNvSpPr txBox="1"/>
            <p:nvPr/>
          </p:nvSpPr>
          <p:spPr>
            <a:xfrm>
              <a:off x="2113658" y="4283314"/>
              <a:ext cx="3647459" cy="276999"/>
            </a:xfrm>
            <a:prstGeom prst="rect">
              <a:avLst/>
            </a:prstGeom>
            <a:noFill/>
          </p:spPr>
          <p:txBody>
            <a:bodyPr wrap="square" rtlCol="0">
              <a:spAutoFit/>
            </a:bodyPr>
            <a:lstStyle/>
            <a:p>
              <a:r>
                <a:rPr lang="en-US" altLang="ko-KR" sz="1200" b="1" dirty="0">
                  <a:solidFill>
                    <a:schemeClr val="bg1"/>
                  </a:solidFill>
                  <a:latin typeface="Arial" panose="020B0604020202020204" pitchFamily="34" charset="0"/>
                  <a:cs typeface="Arial" panose="020B0604020202020204" pitchFamily="34" charset="0"/>
                </a:rPr>
                <a:t>Needed a way to update data all at once</a:t>
              </a:r>
              <a:endParaRPr lang="ko-KR" altLang="en-US" sz="1200" b="1" dirty="0">
                <a:solidFill>
                  <a:schemeClr val="bg1"/>
                </a:solidFill>
                <a:latin typeface="Arial" panose="020B0604020202020204" pitchFamily="34" charset="0"/>
                <a:cs typeface="Arial" panose="020B0604020202020204" pitchFamily="34" charset="0"/>
              </a:endParaRPr>
            </a:p>
          </p:txBody>
        </p:sp>
      </p:grpSp>
      <p:sp>
        <p:nvSpPr>
          <p:cNvPr id="30" name="TextBox 45">
            <a:extLst>
              <a:ext uri="{FF2B5EF4-FFF2-40B4-BE49-F238E27FC236}">
                <a16:creationId xmlns:a16="http://schemas.microsoft.com/office/drawing/2014/main" id="{2751712F-3155-F4BE-F304-B5C0B7A26B75}"/>
              </a:ext>
            </a:extLst>
          </p:cNvPr>
          <p:cNvSpPr txBox="1"/>
          <p:nvPr/>
        </p:nvSpPr>
        <p:spPr>
          <a:xfrm>
            <a:off x="7001020" y="2047416"/>
            <a:ext cx="2355596" cy="307777"/>
          </a:xfrm>
          <a:prstGeom prst="rect">
            <a:avLst/>
          </a:prstGeom>
          <a:noFill/>
        </p:spPr>
        <p:txBody>
          <a:bodyPr wrap="square" rtlCol="0">
            <a:spAutoFit/>
          </a:bodyPr>
          <a:lstStyle/>
          <a:p>
            <a:r>
              <a:rPr lang="en-US" altLang="ko-KR" sz="1400" dirty="0">
                <a:solidFill>
                  <a:schemeClr val="tx1">
                    <a:lumMod val="75000"/>
                    <a:lumOff val="25000"/>
                  </a:schemeClr>
                </a:solidFill>
                <a:latin typeface="Arial" panose="020B0604020202020204" pitchFamily="34" charset="0"/>
                <a:cs typeface="Arial" panose="020B0604020202020204" pitchFamily="34" charset="0"/>
              </a:rPr>
              <a:t>  </a:t>
            </a:r>
            <a:r>
              <a:rPr lang="ko-KR" altLang="en-US" sz="1400" dirty="0">
                <a:solidFill>
                  <a:schemeClr val="tx1">
                    <a:lumMod val="75000"/>
                    <a:lumOff val="25000"/>
                  </a:schemeClr>
                </a:solidFill>
                <a:latin typeface="Arial" panose="020B0604020202020204" pitchFamily="34" charset="0"/>
                <a:cs typeface="Arial" panose="020B0604020202020204" pitchFamily="34" charset="0"/>
              </a:rPr>
              <a:t>  </a:t>
            </a:r>
            <a:r>
              <a:rPr lang="en-US" altLang="ko-KR" sz="1400" dirty="0">
                <a:solidFill>
                  <a:schemeClr val="tx1">
                    <a:lumMod val="75000"/>
                    <a:lumOff val="25000"/>
                  </a:schemeClr>
                </a:solidFill>
                <a:latin typeface="Arial" panose="020B0604020202020204" pitchFamily="34" charset="0"/>
                <a:cs typeface="Arial" panose="020B0604020202020204" pitchFamily="34" charset="0"/>
              </a:rPr>
              <a:t> </a:t>
            </a:r>
            <a:endParaRPr lang="ko-KR" altLang="en-US" sz="14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64" name="TextBox 7">
            <a:extLst>
              <a:ext uri="{FF2B5EF4-FFF2-40B4-BE49-F238E27FC236}">
                <a16:creationId xmlns:a16="http://schemas.microsoft.com/office/drawing/2014/main" id="{B7D651E0-079D-4746-9CE0-9C0111734440}"/>
              </a:ext>
            </a:extLst>
          </p:cNvPr>
          <p:cNvSpPr txBox="1"/>
          <p:nvPr/>
        </p:nvSpPr>
        <p:spPr>
          <a:xfrm>
            <a:off x="1316414" y="123002"/>
            <a:ext cx="7012073" cy="769441"/>
          </a:xfrm>
          <a:prstGeom prst="rect">
            <a:avLst/>
          </a:prstGeom>
          <a:noFill/>
        </p:spPr>
        <p:txBody>
          <a:bodyPr wrap="square" rtlCol="0" anchor="ctr">
            <a:spAutoFit/>
          </a:bodyPr>
          <a:lstStyle/>
          <a:p>
            <a:r>
              <a:rPr lang="en-US" sz="4400" dirty="0">
                <a:solidFill>
                  <a:srgbClr val="272936"/>
                </a:solidFill>
                <a:latin typeface="Century Gothic" panose="020B0502020202020204" pitchFamily="34" charset="0"/>
              </a:rPr>
              <a:t>Biggest Highlight</a:t>
            </a:r>
          </a:p>
        </p:txBody>
      </p:sp>
      <p:sp>
        <p:nvSpPr>
          <p:cNvPr id="65" name="TextBox 10">
            <a:extLst>
              <a:ext uri="{FF2B5EF4-FFF2-40B4-BE49-F238E27FC236}">
                <a16:creationId xmlns:a16="http://schemas.microsoft.com/office/drawing/2014/main" id="{6F037DEB-7CC2-4BEA-8B67-B7D21BF8F8B0}"/>
              </a:ext>
            </a:extLst>
          </p:cNvPr>
          <p:cNvSpPr txBox="1"/>
          <p:nvPr/>
        </p:nvSpPr>
        <p:spPr>
          <a:xfrm>
            <a:off x="1324802" y="855684"/>
            <a:ext cx="1956292" cy="307777"/>
          </a:xfrm>
          <a:prstGeom prst="rect">
            <a:avLst/>
          </a:prstGeom>
          <a:noFill/>
        </p:spPr>
        <p:txBody>
          <a:bodyPr wrap="square" lIns="108000" rIns="108000" rtlCol="0">
            <a:spAutoFit/>
          </a:bodyPr>
          <a:lstStyle/>
          <a:p>
            <a:r>
              <a:rPr lang="en-US" altLang="ko-KR" sz="1400" spc="600" dirty="0">
                <a:solidFill>
                  <a:srgbClr val="9E9CB4"/>
                </a:solidFill>
                <a:latin typeface="Century Gothic" panose="020B0502020202020204" pitchFamily="34" charset="0"/>
                <a:cs typeface="Arial" panose="020B0604020202020204" pitchFamily="34" charset="0"/>
              </a:rPr>
              <a:t>Home Page</a:t>
            </a:r>
            <a:endParaRPr lang="ko-KR" altLang="en-US" sz="1400" spc="600" dirty="0">
              <a:solidFill>
                <a:srgbClr val="9E9CB4"/>
              </a:solidFill>
              <a:latin typeface="Century Gothic" panose="020B0502020202020204" pitchFamily="34" charset="0"/>
              <a:cs typeface="Arial" panose="020B0604020202020204" pitchFamily="34" charset="0"/>
            </a:endParaRPr>
          </a:p>
        </p:txBody>
      </p:sp>
      <p:sp>
        <p:nvSpPr>
          <p:cNvPr id="66" name="Forma libre: forma 65">
            <a:extLst>
              <a:ext uri="{FF2B5EF4-FFF2-40B4-BE49-F238E27FC236}">
                <a16:creationId xmlns:a16="http://schemas.microsoft.com/office/drawing/2014/main" id="{0E4965FF-8847-4F4C-8468-A32C3A6F5BB6}"/>
              </a:ext>
            </a:extLst>
          </p:cNvPr>
          <p:cNvSpPr/>
          <p:nvPr/>
        </p:nvSpPr>
        <p:spPr>
          <a:xfrm>
            <a:off x="506706" y="286751"/>
            <a:ext cx="567229" cy="319634"/>
          </a:xfrm>
          <a:custGeom>
            <a:avLst/>
            <a:gdLst>
              <a:gd name="connsiteX0" fmla="*/ 283657 w 567229"/>
              <a:gd name="connsiteY0" fmla="*/ 258695 h 319634"/>
              <a:gd name="connsiteX1" fmla="*/ 40974 w 567229"/>
              <a:gd name="connsiteY1" fmla="*/ 258695 h 319634"/>
              <a:gd name="connsiteX2" fmla="*/ 30668 w 567229"/>
              <a:gd name="connsiteY2" fmla="*/ 268702 h 319634"/>
              <a:gd name="connsiteX3" fmla="*/ 30609 w 567229"/>
              <a:gd name="connsiteY3" fmla="*/ 281876 h 319634"/>
              <a:gd name="connsiteX4" fmla="*/ 37898 w 567229"/>
              <a:gd name="connsiteY4" fmla="*/ 289135 h 319634"/>
              <a:gd name="connsiteX5" fmla="*/ 92624 w 567229"/>
              <a:gd name="connsiteY5" fmla="*/ 289075 h 319634"/>
              <a:gd name="connsiteX6" fmla="*/ 97881 w 567229"/>
              <a:gd name="connsiteY6" fmla="*/ 297081 h 319634"/>
              <a:gd name="connsiteX7" fmla="*/ 94058 w 567229"/>
              <a:gd name="connsiteY7" fmla="*/ 313660 h 319634"/>
              <a:gd name="connsiteX8" fmla="*/ 88113 w 567229"/>
              <a:gd name="connsiteY8" fmla="*/ 319575 h 319634"/>
              <a:gd name="connsiteX9" fmla="*/ 17555 w 567229"/>
              <a:gd name="connsiteY9" fmla="*/ 319425 h 319634"/>
              <a:gd name="connsiteX10" fmla="*/ 348 w 567229"/>
              <a:gd name="connsiteY10" fmla="*/ 302189 h 319634"/>
              <a:gd name="connsiteX11" fmla="*/ 348 w 567229"/>
              <a:gd name="connsiteY11" fmla="*/ 244834 h 319634"/>
              <a:gd name="connsiteX12" fmla="*/ 14956 w 567229"/>
              <a:gd name="connsiteY12" fmla="*/ 228643 h 319634"/>
              <a:gd name="connsiteX13" fmla="*/ 22334 w 567229"/>
              <a:gd name="connsiteY13" fmla="*/ 221175 h 319634"/>
              <a:gd name="connsiteX14" fmla="*/ 57643 w 567229"/>
              <a:gd name="connsiteY14" fmla="*/ 64316 h 319634"/>
              <a:gd name="connsiteX15" fmla="*/ 139254 w 567229"/>
              <a:gd name="connsiteY15" fmla="*/ 120 h 319634"/>
              <a:gd name="connsiteX16" fmla="*/ 423490 w 567229"/>
              <a:gd name="connsiteY16" fmla="*/ 0 h 319634"/>
              <a:gd name="connsiteX17" fmla="*/ 516004 w 567229"/>
              <a:gd name="connsiteY17" fmla="*/ 74860 h 319634"/>
              <a:gd name="connsiteX18" fmla="*/ 537393 w 567229"/>
              <a:gd name="connsiteY18" fmla="*/ 172692 h 319634"/>
              <a:gd name="connsiteX19" fmla="*/ 547938 w 567229"/>
              <a:gd name="connsiteY19" fmla="*/ 221623 h 319634"/>
              <a:gd name="connsiteX20" fmla="*/ 554808 w 567229"/>
              <a:gd name="connsiteY20" fmla="*/ 229181 h 319634"/>
              <a:gd name="connsiteX21" fmla="*/ 566907 w 567229"/>
              <a:gd name="connsiteY21" fmla="*/ 244565 h 319634"/>
              <a:gd name="connsiteX22" fmla="*/ 566787 w 567229"/>
              <a:gd name="connsiteY22" fmla="*/ 303234 h 319634"/>
              <a:gd name="connsiteX23" fmla="*/ 548326 w 567229"/>
              <a:gd name="connsiteY23" fmla="*/ 319485 h 319634"/>
              <a:gd name="connsiteX24" fmla="*/ 314874 w 567229"/>
              <a:gd name="connsiteY24" fmla="*/ 319634 h 319634"/>
              <a:gd name="connsiteX25" fmla="*/ 305852 w 567229"/>
              <a:gd name="connsiteY25" fmla="*/ 311031 h 319634"/>
              <a:gd name="connsiteX26" fmla="*/ 301043 w 567229"/>
              <a:gd name="connsiteY26" fmla="*/ 294064 h 319634"/>
              <a:gd name="connsiteX27" fmla="*/ 304090 w 567229"/>
              <a:gd name="connsiteY27" fmla="*/ 289075 h 319634"/>
              <a:gd name="connsiteX28" fmla="*/ 309377 w 567229"/>
              <a:gd name="connsiteY28" fmla="*/ 289015 h 319634"/>
              <a:gd name="connsiteX29" fmla="*/ 526340 w 567229"/>
              <a:gd name="connsiteY29" fmla="*/ 289045 h 319634"/>
              <a:gd name="connsiteX30" fmla="*/ 536795 w 567229"/>
              <a:gd name="connsiteY30" fmla="*/ 278440 h 319634"/>
              <a:gd name="connsiteX31" fmla="*/ 517080 w 567229"/>
              <a:gd name="connsiteY31" fmla="*/ 258665 h 319634"/>
              <a:gd name="connsiteX32" fmla="*/ 283627 w 567229"/>
              <a:gd name="connsiteY32" fmla="*/ 258665 h 319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67229" h="319634">
                <a:moveTo>
                  <a:pt x="283657" y="258695"/>
                </a:moveTo>
                <a:cubicBezTo>
                  <a:pt x="202763" y="258695"/>
                  <a:pt x="121869" y="258695"/>
                  <a:pt x="40974" y="258695"/>
                </a:cubicBezTo>
                <a:cubicBezTo>
                  <a:pt x="34104" y="258695"/>
                  <a:pt x="30668" y="262031"/>
                  <a:pt x="30668" y="268702"/>
                </a:cubicBezTo>
                <a:cubicBezTo>
                  <a:pt x="30668" y="273093"/>
                  <a:pt x="30937" y="277514"/>
                  <a:pt x="30609" y="281876"/>
                </a:cubicBezTo>
                <a:cubicBezTo>
                  <a:pt x="30220" y="287372"/>
                  <a:pt x="32521" y="289194"/>
                  <a:pt x="37898" y="289135"/>
                </a:cubicBezTo>
                <a:cubicBezTo>
                  <a:pt x="56150" y="288926"/>
                  <a:pt x="74402" y="289045"/>
                  <a:pt x="92624" y="289075"/>
                </a:cubicBezTo>
                <a:cubicBezTo>
                  <a:pt x="101436" y="289075"/>
                  <a:pt x="101436" y="289135"/>
                  <a:pt x="97881" y="297081"/>
                </a:cubicBezTo>
                <a:cubicBezTo>
                  <a:pt x="95521" y="302338"/>
                  <a:pt x="94028" y="307865"/>
                  <a:pt x="94058" y="313660"/>
                </a:cubicBezTo>
                <a:cubicBezTo>
                  <a:pt x="94058" y="317812"/>
                  <a:pt x="92295" y="319604"/>
                  <a:pt x="88113" y="319575"/>
                </a:cubicBezTo>
                <a:cubicBezTo>
                  <a:pt x="64603" y="319485"/>
                  <a:pt x="41064" y="319694"/>
                  <a:pt x="17555" y="319425"/>
                </a:cubicBezTo>
                <a:cubicBezTo>
                  <a:pt x="7547" y="319306"/>
                  <a:pt x="617" y="312674"/>
                  <a:pt x="348" y="302189"/>
                </a:cubicBezTo>
                <a:cubicBezTo>
                  <a:pt x="-160" y="283071"/>
                  <a:pt x="-70" y="263952"/>
                  <a:pt x="348" y="244834"/>
                </a:cubicBezTo>
                <a:cubicBezTo>
                  <a:pt x="557" y="235992"/>
                  <a:pt x="6173" y="230017"/>
                  <a:pt x="14956" y="228643"/>
                </a:cubicBezTo>
                <a:cubicBezTo>
                  <a:pt x="19825" y="227896"/>
                  <a:pt x="21348" y="225656"/>
                  <a:pt x="22334" y="221175"/>
                </a:cubicBezTo>
                <a:cubicBezTo>
                  <a:pt x="33925" y="168869"/>
                  <a:pt x="45396" y="116503"/>
                  <a:pt x="57643" y="64316"/>
                </a:cubicBezTo>
                <a:cubicBezTo>
                  <a:pt x="66605" y="26109"/>
                  <a:pt x="100032" y="180"/>
                  <a:pt x="139254" y="120"/>
                </a:cubicBezTo>
                <a:cubicBezTo>
                  <a:pt x="234009" y="0"/>
                  <a:pt x="328735" y="210"/>
                  <a:pt x="423490" y="0"/>
                </a:cubicBezTo>
                <a:cubicBezTo>
                  <a:pt x="474034" y="-119"/>
                  <a:pt x="505728" y="25452"/>
                  <a:pt x="516004" y="74860"/>
                </a:cubicBezTo>
                <a:cubicBezTo>
                  <a:pt x="522785" y="107541"/>
                  <a:pt x="530253" y="140072"/>
                  <a:pt x="537393" y="172692"/>
                </a:cubicBezTo>
                <a:cubicBezTo>
                  <a:pt x="540948" y="189003"/>
                  <a:pt x="544562" y="205283"/>
                  <a:pt x="547938" y="221623"/>
                </a:cubicBezTo>
                <a:cubicBezTo>
                  <a:pt x="548774" y="225716"/>
                  <a:pt x="550507" y="228106"/>
                  <a:pt x="554808" y="229181"/>
                </a:cubicBezTo>
                <a:cubicBezTo>
                  <a:pt x="562575" y="231153"/>
                  <a:pt x="566787" y="236828"/>
                  <a:pt x="566907" y="244565"/>
                </a:cubicBezTo>
                <a:cubicBezTo>
                  <a:pt x="567235" y="264102"/>
                  <a:pt x="567474" y="283698"/>
                  <a:pt x="566787" y="303234"/>
                </a:cubicBezTo>
                <a:cubicBezTo>
                  <a:pt x="566399" y="314108"/>
                  <a:pt x="559498" y="319485"/>
                  <a:pt x="548326" y="319485"/>
                </a:cubicBezTo>
                <a:cubicBezTo>
                  <a:pt x="470509" y="319515"/>
                  <a:pt x="392691" y="319455"/>
                  <a:pt x="314874" y="319634"/>
                </a:cubicBezTo>
                <a:cubicBezTo>
                  <a:pt x="308392" y="319634"/>
                  <a:pt x="305703" y="317693"/>
                  <a:pt x="305852" y="311031"/>
                </a:cubicBezTo>
                <a:cubicBezTo>
                  <a:pt x="306002" y="305027"/>
                  <a:pt x="303821" y="299381"/>
                  <a:pt x="301043" y="294064"/>
                </a:cubicBezTo>
                <a:cubicBezTo>
                  <a:pt x="299221" y="290569"/>
                  <a:pt x="300565" y="289194"/>
                  <a:pt x="304090" y="289075"/>
                </a:cubicBezTo>
                <a:cubicBezTo>
                  <a:pt x="305852" y="289015"/>
                  <a:pt x="307615" y="289015"/>
                  <a:pt x="309377" y="289015"/>
                </a:cubicBezTo>
                <a:cubicBezTo>
                  <a:pt x="381698" y="289015"/>
                  <a:pt x="454019" y="289015"/>
                  <a:pt x="526340" y="289045"/>
                </a:cubicBezTo>
                <a:cubicBezTo>
                  <a:pt x="533309" y="289045"/>
                  <a:pt x="536795" y="285510"/>
                  <a:pt x="536795" y="278440"/>
                </a:cubicBezTo>
                <a:cubicBezTo>
                  <a:pt x="536816" y="265257"/>
                  <a:pt x="530244" y="258665"/>
                  <a:pt x="517080" y="258665"/>
                </a:cubicBezTo>
                <a:cubicBezTo>
                  <a:pt x="439262" y="258665"/>
                  <a:pt x="361445" y="258665"/>
                  <a:pt x="283627" y="258665"/>
                </a:cubicBezTo>
                <a:close/>
              </a:path>
            </a:pathLst>
          </a:custGeom>
          <a:solidFill>
            <a:srgbClr val="000000"/>
          </a:solidFill>
          <a:ln w="2970" cap="flat">
            <a:noFill/>
            <a:prstDash val="solid"/>
            <a:miter/>
          </a:ln>
        </p:spPr>
        <p:txBody>
          <a:bodyPr rtlCol="0" anchor="ctr"/>
          <a:lstStyle/>
          <a:p>
            <a:endParaRPr lang="LID4096"/>
          </a:p>
        </p:txBody>
      </p:sp>
      <p:grpSp>
        <p:nvGrpSpPr>
          <p:cNvPr id="67" name="Grupo 66">
            <a:extLst>
              <a:ext uri="{FF2B5EF4-FFF2-40B4-BE49-F238E27FC236}">
                <a16:creationId xmlns:a16="http://schemas.microsoft.com/office/drawing/2014/main" id="{600047AE-C7B5-45F0-9751-591121208BC0}"/>
              </a:ext>
            </a:extLst>
          </p:cNvPr>
          <p:cNvGrpSpPr/>
          <p:nvPr/>
        </p:nvGrpSpPr>
        <p:grpSpPr>
          <a:xfrm>
            <a:off x="241063" y="584897"/>
            <a:ext cx="545369" cy="495206"/>
            <a:chOff x="119056" y="424744"/>
            <a:chExt cx="545369" cy="495206"/>
          </a:xfrm>
        </p:grpSpPr>
        <p:sp>
          <p:nvSpPr>
            <p:cNvPr id="68" name="Forma libre: forma 67">
              <a:extLst>
                <a:ext uri="{FF2B5EF4-FFF2-40B4-BE49-F238E27FC236}">
                  <a16:creationId xmlns:a16="http://schemas.microsoft.com/office/drawing/2014/main" id="{39E838D5-8BD3-4F9C-BAEE-1C1703708F67}"/>
                </a:ext>
              </a:extLst>
            </p:cNvPr>
            <p:cNvSpPr/>
            <p:nvPr/>
          </p:nvSpPr>
          <p:spPr>
            <a:xfrm>
              <a:off x="119056" y="424744"/>
              <a:ext cx="545369" cy="495206"/>
            </a:xfrm>
            <a:custGeom>
              <a:avLst/>
              <a:gdLst>
                <a:gd name="connsiteX0" fmla="*/ 466404 w 545369"/>
                <a:gd name="connsiteY0" fmla="*/ 40 h 495206"/>
                <a:gd name="connsiteX1" fmla="*/ 525761 w 545369"/>
                <a:gd name="connsiteY1" fmla="*/ 40 h 495206"/>
                <a:gd name="connsiteX2" fmla="*/ 544998 w 545369"/>
                <a:gd name="connsiteY2" fmla="*/ 17665 h 495206"/>
                <a:gd name="connsiteX3" fmla="*/ 544371 w 545369"/>
                <a:gd name="connsiteY3" fmla="*/ 64385 h 495206"/>
                <a:gd name="connsiteX4" fmla="*/ 527852 w 545369"/>
                <a:gd name="connsiteY4" fmla="*/ 78156 h 495206"/>
                <a:gd name="connsiteX5" fmla="*/ 492901 w 545369"/>
                <a:gd name="connsiteY5" fmla="*/ 78066 h 495206"/>
                <a:gd name="connsiteX6" fmla="*/ 480892 w 545369"/>
                <a:gd name="connsiteY6" fmla="*/ 86849 h 495206"/>
                <a:gd name="connsiteX7" fmla="*/ 461774 w 545369"/>
                <a:gd name="connsiteY7" fmla="*/ 145040 h 495206"/>
                <a:gd name="connsiteX8" fmla="*/ 370066 w 545369"/>
                <a:gd name="connsiteY8" fmla="*/ 195196 h 495206"/>
                <a:gd name="connsiteX9" fmla="*/ 302316 w 545369"/>
                <a:gd name="connsiteY9" fmla="*/ 151881 h 495206"/>
                <a:gd name="connsiteX10" fmla="*/ 264258 w 545369"/>
                <a:gd name="connsiteY10" fmla="*/ 144741 h 495206"/>
                <a:gd name="connsiteX11" fmla="*/ 237104 w 545369"/>
                <a:gd name="connsiteY11" fmla="*/ 177900 h 495206"/>
                <a:gd name="connsiteX12" fmla="*/ 239285 w 545369"/>
                <a:gd name="connsiteY12" fmla="*/ 183247 h 495206"/>
                <a:gd name="connsiteX13" fmla="*/ 254161 w 545369"/>
                <a:gd name="connsiteY13" fmla="*/ 199736 h 495206"/>
                <a:gd name="connsiteX14" fmla="*/ 260435 w 545369"/>
                <a:gd name="connsiteY14" fmla="*/ 203978 h 495206"/>
                <a:gd name="connsiteX15" fmla="*/ 280121 w 545369"/>
                <a:gd name="connsiteY15" fmla="*/ 205472 h 495206"/>
                <a:gd name="connsiteX16" fmla="*/ 285557 w 545369"/>
                <a:gd name="connsiteY16" fmla="*/ 201111 h 495206"/>
                <a:gd name="connsiteX17" fmla="*/ 303511 w 545369"/>
                <a:gd name="connsiteY17" fmla="*/ 183277 h 495206"/>
                <a:gd name="connsiteX18" fmla="*/ 326721 w 545369"/>
                <a:gd name="connsiteY18" fmla="*/ 195704 h 495206"/>
                <a:gd name="connsiteX19" fmla="*/ 335892 w 545369"/>
                <a:gd name="connsiteY19" fmla="*/ 199079 h 495206"/>
                <a:gd name="connsiteX20" fmla="*/ 387302 w 545369"/>
                <a:gd name="connsiteY20" fmla="*/ 220587 h 495206"/>
                <a:gd name="connsiteX21" fmla="*/ 402985 w 545369"/>
                <a:gd name="connsiteY21" fmla="*/ 263484 h 495206"/>
                <a:gd name="connsiteX22" fmla="*/ 430946 w 545369"/>
                <a:gd name="connsiteY22" fmla="*/ 400538 h 495206"/>
                <a:gd name="connsiteX23" fmla="*/ 412156 w 545369"/>
                <a:gd name="connsiteY23" fmla="*/ 470917 h 495206"/>
                <a:gd name="connsiteX24" fmla="*/ 362658 w 545369"/>
                <a:gd name="connsiteY24" fmla="*/ 493710 h 495206"/>
                <a:gd name="connsiteX25" fmla="*/ 297805 w 545369"/>
                <a:gd name="connsiteY25" fmla="*/ 439253 h 495206"/>
                <a:gd name="connsiteX26" fmla="*/ 265005 w 545369"/>
                <a:gd name="connsiteY26" fmla="*/ 400927 h 495206"/>
                <a:gd name="connsiteX27" fmla="*/ 228202 w 545369"/>
                <a:gd name="connsiteY27" fmla="*/ 397939 h 495206"/>
                <a:gd name="connsiteX28" fmla="*/ 205529 w 545369"/>
                <a:gd name="connsiteY28" fmla="*/ 397282 h 495206"/>
                <a:gd name="connsiteX29" fmla="*/ 142200 w 545369"/>
                <a:gd name="connsiteY29" fmla="*/ 422614 h 495206"/>
                <a:gd name="connsiteX30" fmla="*/ 137181 w 545369"/>
                <a:gd name="connsiteY30" fmla="*/ 440866 h 495206"/>
                <a:gd name="connsiteX31" fmla="*/ 59065 w 545369"/>
                <a:gd name="connsiteY31" fmla="*/ 493829 h 495206"/>
                <a:gd name="connsiteX32" fmla="*/ 247 w 545369"/>
                <a:gd name="connsiteY32" fmla="*/ 418312 h 495206"/>
                <a:gd name="connsiteX33" fmla="*/ 6490 w 545369"/>
                <a:gd name="connsiteY33" fmla="*/ 393458 h 495206"/>
                <a:gd name="connsiteX34" fmla="*/ 28267 w 545369"/>
                <a:gd name="connsiteY34" fmla="*/ 271848 h 495206"/>
                <a:gd name="connsiteX35" fmla="*/ 39140 w 545369"/>
                <a:gd name="connsiteY35" fmla="*/ 228414 h 495206"/>
                <a:gd name="connsiteX36" fmla="*/ 96645 w 545369"/>
                <a:gd name="connsiteY36" fmla="*/ 200394 h 495206"/>
                <a:gd name="connsiteX37" fmla="*/ 109908 w 545369"/>
                <a:gd name="connsiteY37" fmla="*/ 193732 h 495206"/>
                <a:gd name="connsiteX38" fmla="*/ 131506 w 545369"/>
                <a:gd name="connsiteY38" fmla="*/ 184531 h 495206"/>
                <a:gd name="connsiteX39" fmla="*/ 148145 w 545369"/>
                <a:gd name="connsiteY39" fmla="*/ 199527 h 495206"/>
                <a:gd name="connsiteX40" fmla="*/ 156539 w 545369"/>
                <a:gd name="connsiteY40" fmla="*/ 205412 h 495206"/>
                <a:gd name="connsiteX41" fmla="*/ 167651 w 545369"/>
                <a:gd name="connsiteY41" fmla="*/ 204217 h 495206"/>
                <a:gd name="connsiteX42" fmla="*/ 180526 w 545369"/>
                <a:gd name="connsiteY42" fmla="*/ 195853 h 495206"/>
                <a:gd name="connsiteX43" fmla="*/ 196299 w 545369"/>
                <a:gd name="connsiteY43" fmla="*/ 181305 h 495206"/>
                <a:gd name="connsiteX44" fmla="*/ 200720 w 545369"/>
                <a:gd name="connsiteY44" fmla="*/ 176137 h 495206"/>
                <a:gd name="connsiteX45" fmla="*/ 223214 w 545369"/>
                <a:gd name="connsiteY45" fmla="*/ 138379 h 495206"/>
                <a:gd name="connsiteX46" fmla="*/ 270352 w 545369"/>
                <a:gd name="connsiteY46" fmla="*/ 113644 h 495206"/>
                <a:gd name="connsiteX47" fmla="*/ 316923 w 545369"/>
                <a:gd name="connsiteY47" fmla="*/ 128252 h 495206"/>
                <a:gd name="connsiteX48" fmla="*/ 357550 w 545369"/>
                <a:gd name="connsiteY48" fmla="*/ 158513 h 495206"/>
                <a:gd name="connsiteX49" fmla="*/ 420013 w 545369"/>
                <a:gd name="connsiteY49" fmla="*/ 157318 h 495206"/>
                <a:gd name="connsiteX50" fmla="*/ 448481 w 545369"/>
                <a:gd name="connsiteY50" fmla="*/ 118782 h 495206"/>
                <a:gd name="connsiteX51" fmla="*/ 450184 w 545369"/>
                <a:gd name="connsiteY51" fmla="*/ 83951 h 495206"/>
                <a:gd name="connsiteX52" fmla="*/ 444269 w 545369"/>
                <a:gd name="connsiteY52" fmla="*/ 78186 h 495206"/>
                <a:gd name="connsiteX53" fmla="*/ 405345 w 545369"/>
                <a:gd name="connsiteY53" fmla="*/ 78186 h 495206"/>
                <a:gd name="connsiteX54" fmla="*/ 386556 w 545369"/>
                <a:gd name="connsiteY54" fmla="*/ 59426 h 495206"/>
                <a:gd name="connsiteX55" fmla="*/ 386556 w 545369"/>
                <a:gd name="connsiteY55" fmla="*/ 19188 h 495206"/>
                <a:gd name="connsiteX56" fmla="*/ 405614 w 545369"/>
                <a:gd name="connsiteY56" fmla="*/ 40 h 495206"/>
                <a:gd name="connsiteX57" fmla="*/ 466285 w 545369"/>
                <a:gd name="connsiteY57" fmla="*/ 40 h 495206"/>
                <a:gd name="connsiteX58" fmla="*/ 81051 w 545369"/>
                <a:gd name="connsiteY58" fmla="*/ 307635 h 495206"/>
                <a:gd name="connsiteX59" fmla="*/ 127921 w 545369"/>
                <a:gd name="connsiteY59" fmla="*/ 354624 h 495206"/>
                <a:gd name="connsiteX60" fmla="*/ 174671 w 545369"/>
                <a:gd name="connsiteY60" fmla="*/ 307576 h 495206"/>
                <a:gd name="connsiteX61" fmla="*/ 127533 w 545369"/>
                <a:gd name="connsiteY61" fmla="*/ 260377 h 495206"/>
                <a:gd name="connsiteX62" fmla="*/ 81051 w 545369"/>
                <a:gd name="connsiteY62" fmla="*/ 307665 h 495206"/>
                <a:gd name="connsiteX63" fmla="*/ 305393 w 545369"/>
                <a:gd name="connsiteY63" fmla="*/ 353340 h 495206"/>
                <a:gd name="connsiteX64" fmla="*/ 352441 w 545369"/>
                <a:gd name="connsiteY64" fmla="*/ 305783 h 495206"/>
                <a:gd name="connsiteX65" fmla="*/ 305602 w 545369"/>
                <a:gd name="connsiteY65" fmla="*/ 259063 h 495206"/>
                <a:gd name="connsiteX66" fmla="*/ 258164 w 545369"/>
                <a:gd name="connsiteY66" fmla="*/ 307247 h 495206"/>
                <a:gd name="connsiteX67" fmla="*/ 305363 w 545369"/>
                <a:gd name="connsiteY67" fmla="*/ 353340 h 495206"/>
                <a:gd name="connsiteX68" fmla="*/ 216522 w 545369"/>
                <a:gd name="connsiteY68" fmla="*/ 370606 h 495206"/>
                <a:gd name="connsiteX69" fmla="*/ 241735 w 545369"/>
                <a:gd name="connsiteY69" fmla="*/ 345812 h 495206"/>
                <a:gd name="connsiteX70" fmla="*/ 217239 w 545369"/>
                <a:gd name="connsiteY70" fmla="*/ 320899 h 495206"/>
                <a:gd name="connsiteX71" fmla="*/ 191937 w 545369"/>
                <a:gd name="connsiteY71" fmla="*/ 345394 h 495206"/>
                <a:gd name="connsiteX72" fmla="*/ 216522 w 545369"/>
                <a:gd name="connsiteY72" fmla="*/ 370576 h 495206"/>
                <a:gd name="connsiteX73" fmla="*/ 215716 w 545369"/>
                <a:gd name="connsiteY73" fmla="*/ 249324 h 495206"/>
                <a:gd name="connsiteX74" fmla="*/ 215716 w 545369"/>
                <a:gd name="connsiteY74" fmla="*/ 249145 h 495206"/>
                <a:gd name="connsiteX75" fmla="*/ 259807 w 545369"/>
                <a:gd name="connsiteY75" fmla="*/ 249145 h 495206"/>
                <a:gd name="connsiteX76" fmla="*/ 269605 w 545369"/>
                <a:gd name="connsiteY76" fmla="*/ 240034 h 495206"/>
                <a:gd name="connsiteX77" fmla="*/ 260285 w 545369"/>
                <a:gd name="connsiteY77" fmla="*/ 231252 h 495206"/>
                <a:gd name="connsiteX78" fmla="*/ 172102 w 545369"/>
                <a:gd name="connsiteY78" fmla="*/ 231461 h 495206"/>
                <a:gd name="connsiteX79" fmla="*/ 162872 w 545369"/>
                <a:gd name="connsiteY79" fmla="*/ 240602 h 495206"/>
                <a:gd name="connsiteX80" fmla="*/ 172311 w 545369"/>
                <a:gd name="connsiteY80" fmla="*/ 249354 h 495206"/>
                <a:gd name="connsiteX81" fmla="*/ 215746 w 545369"/>
                <a:gd name="connsiteY81" fmla="*/ 249354 h 495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45369" h="495206">
                  <a:moveTo>
                    <a:pt x="466404" y="40"/>
                  </a:moveTo>
                  <a:cubicBezTo>
                    <a:pt x="486180" y="40"/>
                    <a:pt x="505985" y="10"/>
                    <a:pt x="525761" y="40"/>
                  </a:cubicBezTo>
                  <a:cubicBezTo>
                    <a:pt x="538038" y="70"/>
                    <a:pt x="544610" y="5596"/>
                    <a:pt x="544998" y="17665"/>
                  </a:cubicBezTo>
                  <a:cubicBezTo>
                    <a:pt x="545506" y="33228"/>
                    <a:pt x="545656" y="48851"/>
                    <a:pt x="544371" y="64385"/>
                  </a:cubicBezTo>
                  <a:cubicBezTo>
                    <a:pt x="543714" y="72540"/>
                    <a:pt x="536993" y="78036"/>
                    <a:pt x="527852" y="78156"/>
                  </a:cubicBezTo>
                  <a:cubicBezTo>
                    <a:pt x="516202" y="78305"/>
                    <a:pt x="504521" y="78664"/>
                    <a:pt x="492901" y="78066"/>
                  </a:cubicBezTo>
                  <a:cubicBezTo>
                    <a:pt x="485851" y="77678"/>
                    <a:pt x="482894" y="80217"/>
                    <a:pt x="480892" y="86849"/>
                  </a:cubicBezTo>
                  <a:cubicBezTo>
                    <a:pt x="474948" y="106385"/>
                    <a:pt x="468764" y="125862"/>
                    <a:pt x="461774" y="145040"/>
                  </a:cubicBezTo>
                  <a:cubicBezTo>
                    <a:pt x="446360" y="187399"/>
                    <a:pt x="408900" y="202634"/>
                    <a:pt x="370066" y="195196"/>
                  </a:cubicBezTo>
                  <a:cubicBezTo>
                    <a:pt x="341956" y="189819"/>
                    <a:pt x="319283" y="175271"/>
                    <a:pt x="302316" y="151881"/>
                  </a:cubicBezTo>
                  <a:cubicBezTo>
                    <a:pt x="291263" y="136616"/>
                    <a:pt x="280598" y="134973"/>
                    <a:pt x="264258" y="144741"/>
                  </a:cubicBezTo>
                  <a:cubicBezTo>
                    <a:pt x="251174" y="152568"/>
                    <a:pt x="243646" y="164816"/>
                    <a:pt x="237104" y="177900"/>
                  </a:cubicBezTo>
                  <a:cubicBezTo>
                    <a:pt x="235760" y="180588"/>
                    <a:pt x="237373" y="181873"/>
                    <a:pt x="239285" y="183247"/>
                  </a:cubicBezTo>
                  <a:cubicBezTo>
                    <a:pt x="245469" y="187638"/>
                    <a:pt x="250607" y="192985"/>
                    <a:pt x="254161" y="199736"/>
                  </a:cubicBezTo>
                  <a:cubicBezTo>
                    <a:pt x="255506" y="202335"/>
                    <a:pt x="257686" y="203620"/>
                    <a:pt x="260435" y="203978"/>
                  </a:cubicBezTo>
                  <a:cubicBezTo>
                    <a:pt x="266977" y="204845"/>
                    <a:pt x="273489" y="205741"/>
                    <a:pt x="280121" y="205472"/>
                  </a:cubicBezTo>
                  <a:cubicBezTo>
                    <a:pt x="283227" y="205352"/>
                    <a:pt x="284840" y="204307"/>
                    <a:pt x="285557" y="201111"/>
                  </a:cubicBezTo>
                  <a:cubicBezTo>
                    <a:pt x="287678" y="191372"/>
                    <a:pt x="293563" y="184830"/>
                    <a:pt x="303511" y="183277"/>
                  </a:cubicBezTo>
                  <a:cubicBezTo>
                    <a:pt x="314026" y="181634"/>
                    <a:pt x="321942" y="186234"/>
                    <a:pt x="326721" y="195704"/>
                  </a:cubicBezTo>
                  <a:cubicBezTo>
                    <a:pt x="328842" y="199886"/>
                    <a:pt x="332487" y="199049"/>
                    <a:pt x="335892" y="199079"/>
                  </a:cubicBezTo>
                  <a:cubicBezTo>
                    <a:pt x="355936" y="199348"/>
                    <a:pt x="373113" y="206039"/>
                    <a:pt x="387302" y="220587"/>
                  </a:cubicBezTo>
                  <a:cubicBezTo>
                    <a:pt x="399102" y="232686"/>
                    <a:pt x="401850" y="247681"/>
                    <a:pt x="402985" y="263484"/>
                  </a:cubicBezTo>
                  <a:cubicBezTo>
                    <a:pt x="406331" y="310384"/>
                    <a:pt x="415382" y="356088"/>
                    <a:pt x="430946" y="400538"/>
                  </a:cubicBezTo>
                  <a:cubicBezTo>
                    <a:pt x="440565" y="428021"/>
                    <a:pt x="431424" y="451082"/>
                    <a:pt x="412156" y="470917"/>
                  </a:cubicBezTo>
                  <a:cubicBezTo>
                    <a:pt x="398714" y="484748"/>
                    <a:pt x="382672" y="493740"/>
                    <a:pt x="362658" y="493710"/>
                  </a:cubicBezTo>
                  <a:cubicBezTo>
                    <a:pt x="332278" y="493680"/>
                    <a:pt x="302256" y="469304"/>
                    <a:pt x="297805" y="439253"/>
                  </a:cubicBezTo>
                  <a:cubicBezTo>
                    <a:pt x="294788" y="418880"/>
                    <a:pt x="282451" y="408006"/>
                    <a:pt x="265005" y="400927"/>
                  </a:cubicBezTo>
                  <a:cubicBezTo>
                    <a:pt x="253146" y="396117"/>
                    <a:pt x="240868" y="394683"/>
                    <a:pt x="228202" y="397939"/>
                  </a:cubicBezTo>
                  <a:cubicBezTo>
                    <a:pt x="220645" y="399881"/>
                    <a:pt x="213236" y="399612"/>
                    <a:pt x="205529" y="397282"/>
                  </a:cubicBezTo>
                  <a:cubicBezTo>
                    <a:pt x="184410" y="390919"/>
                    <a:pt x="153432" y="403764"/>
                    <a:pt x="142200" y="422614"/>
                  </a:cubicBezTo>
                  <a:cubicBezTo>
                    <a:pt x="138795" y="428349"/>
                    <a:pt x="138227" y="434652"/>
                    <a:pt x="137181" y="440866"/>
                  </a:cubicBezTo>
                  <a:cubicBezTo>
                    <a:pt x="131207" y="475936"/>
                    <a:pt x="93807" y="501537"/>
                    <a:pt x="59065" y="493829"/>
                  </a:cubicBezTo>
                  <a:cubicBezTo>
                    <a:pt x="28745" y="487108"/>
                    <a:pt x="-3129" y="453801"/>
                    <a:pt x="247" y="418312"/>
                  </a:cubicBezTo>
                  <a:cubicBezTo>
                    <a:pt x="1083" y="409649"/>
                    <a:pt x="4040" y="401614"/>
                    <a:pt x="6490" y="393458"/>
                  </a:cubicBezTo>
                  <a:cubicBezTo>
                    <a:pt x="18439" y="353758"/>
                    <a:pt x="26325" y="313371"/>
                    <a:pt x="28267" y="271848"/>
                  </a:cubicBezTo>
                  <a:cubicBezTo>
                    <a:pt x="28984" y="256763"/>
                    <a:pt x="29492" y="241319"/>
                    <a:pt x="39140" y="228414"/>
                  </a:cubicBezTo>
                  <a:cubicBezTo>
                    <a:pt x="53479" y="209236"/>
                    <a:pt x="72986" y="200304"/>
                    <a:pt x="96645" y="200394"/>
                  </a:cubicBezTo>
                  <a:cubicBezTo>
                    <a:pt x="102530" y="200394"/>
                    <a:pt x="106682" y="199826"/>
                    <a:pt x="109908" y="193732"/>
                  </a:cubicBezTo>
                  <a:cubicBezTo>
                    <a:pt x="114299" y="185517"/>
                    <a:pt x="122544" y="183097"/>
                    <a:pt x="131506" y="184531"/>
                  </a:cubicBezTo>
                  <a:cubicBezTo>
                    <a:pt x="140109" y="185905"/>
                    <a:pt x="145994" y="191223"/>
                    <a:pt x="148145" y="199527"/>
                  </a:cubicBezTo>
                  <a:cubicBezTo>
                    <a:pt x="149429" y="204606"/>
                    <a:pt x="152028" y="205890"/>
                    <a:pt x="156539" y="205412"/>
                  </a:cubicBezTo>
                  <a:cubicBezTo>
                    <a:pt x="160243" y="204994"/>
                    <a:pt x="163947" y="204546"/>
                    <a:pt x="167651" y="204217"/>
                  </a:cubicBezTo>
                  <a:cubicBezTo>
                    <a:pt x="173446" y="203709"/>
                    <a:pt x="177688" y="201678"/>
                    <a:pt x="180526" y="195853"/>
                  </a:cubicBezTo>
                  <a:cubicBezTo>
                    <a:pt x="183782" y="189251"/>
                    <a:pt x="189846" y="184860"/>
                    <a:pt x="196299" y="181305"/>
                  </a:cubicBezTo>
                  <a:cubicBezTo>
                    <a:pt x="198479" y="180110"/>
                    <a:pt x="200302" y="179035"/>
                    <a:pt x="200720" y="176137"/>
                  </a:cubicBezTo>
                  <a:cubicBezTo>
                    <a:pt x="203020" y="160484"/>
                    <a:pt x="212340" y="148864"/>
                    <a:pt x="223214" y="138379"/>
                  </a:cubicBezTo>
                  <a:cubicBezTo>
                    <a:pt x="236477" y="125563"/>
                    <a:pt x="252100" y="116870"/>
                    <a:pt x="270352" y="113644"/>
                  </a:cubicBezTo>
                  <a:cubicBezTo>
                    <a:pt x="288246" y="110478"/>
                    <a:pt x="304526" y="113853"/>
                    <a:pt x="316923" y="128252"/>
                  </a:cubicBezTo>
                  <a:cubicBezTo>
                    <a:pt x="328245" y="141426"/>
                    <a:pt x="340373" y="153255"/>
                    <a:pt x="357550" y="158513"/>
                  </a:cubicBezTo>
                  <a:cubicBezTo>
                    <a:pt x="378520" y="164935"/>
                    <a:pt x="399341" y="166250"/>
                    <a:pt x="420013" y="157318"/>
                  </a:cubicBezTo>
                  <a:cubicBezTo>
                    <a:pt x="437010" y="149969"/>
                    <a:pt x="445105" y="136108"/>
                    <a:pt x="448481" y="118782"/>
                  </a:cubicBezTo>
                  <a:cubicBezTo>
                    <a:pt x="450721" y="107252"/>
                    <a:pt x="449915" y="95572"/>
                    <a:pt x="450184" y="83951"/>
                  </a:cubicBezTo>
                  <a:cubicBezTo>
                    <a:pt x="450273" y="79650"/>
                    <a:pt x="448451" y="78126"/>
                    <a:pt x="444269" y="78186"/>
                  </a:cubicBezTo>
                  <a:cubicBezTo>
                    <a:pt x="431304" y="78305"/>
                    <a:pt x="418340" y="78275"/>
                    <a:pt x="405345" y="78186"/>
                  </a:cubicBezTo>
                  <a:cubicBezTo>
                    <a:pt x="393068" y="78096"/>
                    <a:pt x="386675" y="71733"/>
                    <a:pt x="386556" y="59426"/>
                  </a:cubicBezTo>
                  <a:cubicBezTo>
                    <a:pt x="386436" y="46013"/>
                    <a:pt x="386436" y="32601"/>
                    <a:pt x="386556" y="19188"/>
                  </a:cubicBezTo>
                  <a:cubicBezTo>
                    <a:pt x="386645" y="6433"/>
                    <a:pt x="392948" y="70"/>
                    <a:pt x="405614" y="40"/>
                  </a:cubicBezTo>
                  <a:cubicBezTo>
                    <a:pt x="425838" y="-50"/>
                    <a:pt x="446061" y="40"/>
                    <a:pt x="466285" y="40"/>
                  </a:cubicBezTo>
                  <a:close/>
                  <a:moveTo>
                    <a:pt x="81051" y="307635"/>
                  </a:moveTo>
                  <a:cubicBezTo>
                    <a:pt x="81111" y="333624"/>
                    <a:pt x="102022" y="354565"/>
                    <a:pt x="127921" y="354624"/>
                  </a:cubicBezTo>
                  <a:cubicBezTo>
                    <a:pt x="153671" y="354654"/>
                    <a:pt x="174731" y="333475"/>
                    <a:pt x="174671" y="307576"/>
                  </a:cubicBezTo>
                  <a:cubicBezTo>
                    <a:pt x="174611" y="280899"/>
                    <a:pt x="153880" y="260138"/>
                    <a:pt x="127533" y="260377"/>
                  </a:cubicBezTo>
                  <a:cubicBezTo>
                    <a:pt x="101514" y="260616"/>
                    <a:pt x="80992" y="281467"/>
                    <a:pt x="81051" y="307665"/>
                  </a:cubicBezTo>
                  <a:close/>
                  <a:moveTo>
                    <a:pt x="305393" y="353340"/>
                  </a:moveTo>
                  <a:cubicBezTo>
                    <a:pt x="331471" y="353400"/>
                    <a:pt x="352322" y="332310"/>
                    <a:pt x="352441" y="305783"/>
                  </a:cubicBezTo>
                  <a:cubicBezTo>
                    <a:pt x="352561" y="280870"/>
                    <a:pt x="330784" y="259152"/>
                    <a:pt x="305602" y="259063"/>
                  </a:cubicBezTo>
                  <a:cubicBezTo>
                    <a:pt x="279463" y="259003"/>
                    <a:pt x="258105" y="280690"/>
                    <a:pt x="258164" y="307247"/>
                  </a:cubicBezTo>
                  <a:cubicBezTo>
                    <a:pt x="258224" y="332399"/>
                    <a:pt x="279613" y="353310"/>
                    <a:pt x="305363" y="353340"/>
                  </a:cubicBezTo>
                  <a:close/>
                  <a:moveTo>
                    <a:pt x="216522" y="370606"/>
                  </a:moveTo>
                  <a:cubicBezTo>
                    <a:pt x="230532" y="370696"/>
                    <a:pt x="241585" y="359822"/>
                    <a:pt x="241735" y="345812"/>
                  </a:cubicBezTo>
                  <a:cubicBezTo>
                    <a:pt x="241884" y="332399"/>
                    <a:pt x="230712" y="321048"/>
                    <a:pt x="217239" y="320899"/>
                  </a:cubicBezTo>
                  <a:cubicBezTo>
                    <a:pt x="202691" y="320749"/>
                    <a:pt x="192087" y="331025"/>
                    <a:pt x="191937" y="345394"/>
                  </a:cubicBezTo>
                  <a:cubicBezTo>
                    <a:pt x="191788" y="359792"/>
                    <a:pt x="202243" y="370487"/>
                    <a:pt x="216522" y="370576"/>
                  </a:cubicBezTo>
                  <a:close/>
                  <a:moveTo>
                    <a:pt x="215716" y="249324"/>
                  </a:moveTo>
                  <a:cubicBezTo>
                    <a:pt x="215716" y="249324"/>
                    <a:pt x="215716" y="249205"/>
                    <a:pt x="215716" y="249145"/>
                  </a:cubicBezTo>
                  <a:cubicBezTo>
                    <a:pt x="230413" y="249145"/>
                    <a:pt x="245110" y="249205"/>
                    <a:pt x="259807" y="249145"/>
                  </a:cubicBezTo>
                  <a:cubicBezTo>
                    <a:pt x="267335" y="249115"/>
                    <a:pt x="269546" y="246935"/>
                    <a:pt x="269605" y="240034"/>
                  </a:cubicBezTo>
                  <a:cubicBezTo>
                    <a:pt x="269635" y="233402"/>
                    <a:pt x="267574" y="231252"/>
                    <a:pt x="260285" y="231252"/>
                  </a:cubicBezTo>
                  <a:cubicBezTo>
                    <a:pt x="230891" y="231252"/>
                    <a:pt x="201497" y="231311"/>
                    <a:pt x="172102" y="231461"/>
                  </a:cubicBezTo>
                  <a:cubicBezTo>
                    <a:pt x="165351" y="231491"/>
                    <a:pt x="162812" y="234209"/>
                    <a:pt x="162872" y="240602"/>
                  </a:cubicBezTo>
                  <a:cubicBezTo>
                    <a:pt x="162931" y="247054"/>
                    <a:pt x="165232" y="249295"/>
                    <a:pt x="172311" y="249354"/>
                  </a:cubicBezTo>
                  <a:cubicBezTo>
                    <a:pt x="186799" y="249444"/>
                    <a:pt x="201258" y="249354"/>
                    <a:pt x="215746" y="249354"/>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69" name="Forma libre: forma 68">
              <a:extLst>
                <a:ext uri="{FF2B5EF4-FFF2-40B4-BE49-F238E27FC236}">
                  <a16:creationId xmlns:a16="http://schemas.microsoft.com/office/drawing/2014/main" id="{37B2E2D4-B922-479D-8E08-EC34343C802B}"/>
                </a:ext>
              </a:extLst>
            </p:cNvPr>
            <p:cNvSpPr/>
            <p:nvPr/>
          </p:nvSpPr>
          <p:spPr>
            <a:xfrm>
              <a:off x="242264" y="737784"/>
              <a:ext cx="10675" cy="29696"/>
            </a:xfrm>
            <a:custGeom>
              <a:avLst/>
              <a:gdLst>
                <a:gd name="connsiteX0" fmla="*/ 10598 w 10675"/>
                <a:gd name="connsiteY0" fmla="*/ 14760 h 29696"/>
                <a:gd name="connsiteX1" fmla="*/ 10538 w 10675"/>
                <a:gd name="connsiteY1" fmla="*/ 24617 h 29696"/>
                <a:gd name="connsiteX2" fmla="*/ 5520 w 10675"/>
                <a:gd name="connsiteY2" fmla="*/ 29696 h 29696"/>
                <a:gd name="connsiteX3" fmla="*/ 232 w 10675"/>
                <a:gd name="connsiteY3" fmla="*/ 24797 h 29696"/>
                <a:gd name="connsiteX4" fmla="*/ 172 w 10675"/>
                <a:gd name="connsiteY4" fmla="*/ 5111 h 29696"/>
                <a:gd name="connsiteX5" fmla="*/ 5221 w 10675"/>
                <a:gd name="connsiteY5" fmla="*/ 3 h 29696"/>
                <a:gd name="connsiteX6" fmla="*/ 10419 w 10675"/>
                <a:gd name="connsiteY6" fmla="*/ 4902 h 29696"/>
                <a:gd name="connsiteX7" fmla="*/ 10508 w 10675"/>
                <a:gd name="connsiteY7" fmla="*/ 14730 h 29696"/>
                <a:gd name="connsiteX8" fmla="*/ 10628 w 10675"/>
                <a:gd name="connsiteY8" fmla="*/ 14730 h 29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75" h="29696">
                  <a:moveTo>
                    <a:pt x="10598" y="14760"/>
                  </a:moveTo>
                  <a:cubicBezTo>
                    <a:pt x="10598" y="18046"/>
                    <a:pt x="10807" y="21332"/>
                    <a:pt x="10538" y="24617"/>
                  </a:cubicBezTo>
                  <a:cubicBezTo>
                    <a:pt x="10299" y="27515"/>
                    <a:pt x="8626" y="29726"/>
                    <a:pt x="5520" y="29696"/>
                  </a:cubicBezTo>
                  <a:cubicBezTo>
                    <a:pt x="2562" y="29696"/>
                    <a:pt x="352" y="27724"/>
                    <a:pt x="232" y="24797"/>
                  </a:cubicBezTo>
                  <a:cubicBezTo>
                    <a:pt x="-67" y="18255"/>
                    <a:pt x="-67" y="11653"/>
                    <a:pt x="172" y="5111"/>
                  </a:cubicBezTo>
                  <a:cubicBezTo>
                    <a:pt x="262" y="2213"/>
                    <a:pt x="2174" y="92"/>
                    <a:pt x="5221" y="3"/>
                  </a:cubicBezTo>
                  <a:cubicBezTo>
                    <a:pt x="8328" y="-87"/>
                    <a:pt x="10120" y="2064"/>
                    <a:pt x="10419" y="4902"/>
                  </a:cubicBezTo>
                  <a:cubicBezTo>
                    <a:pt x="10747" y="8158"/>
                    <a:pt x="10508" y="11474"/>
                    <a:pt x="10508" y="14730"/>
                  </a:cubicBezTo>
                  <a:cubicBezTo>
                    <a:pt x="10538" y="14730"/>
                    <a:pt x="10598" y="14730"/>
                    <a:pt x="10628" y="14730"/>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70" name="Forma libre: forma 69">
              <a:extLst>
                <a:ext uri="{FF2B5EF4-FFF2-40B4-BE49-F238E27FC236}">
                  <a16:creationId xmlns:a16="http://schemas.microsoft.com/office/drawing/2014/main" id="{4CA97D6D-13BF-452A-A905-42079A0F98BC}"/>
                </a:ext>
              </a:extLst>
            </p:cNvPr>
            <p:cNvSpPr/>
            <p:nvPr/>
          </p:nvSpPr>
          <p:spPr>
            <a:xfrm>
              <a:off x="212677" y="727990"/>
              <a:ext cx="29376" cy="10578"/>
            </a:xfrm>
            <a:custGeom>
              <a:avLst/>
              <a:gdLst>
                <a:gd name="connsiteX0" fmla="*/ 14943 w 29376"/>
                <a:gd name="connsiteY0" fmla="*/ 58 h 10578"/>
                <a:gd name="connsiteX1" fmla="*/ 24174 w 29376"/>
                <a:gd name="connsiteY1" fmla="*/ 88 h 10578"/>
                <a:gd name="connsiteX2" fmla="*/ 29371 w 29376"/>
                <a:gd name="connsiteY2" fmla="*/ 4987 h 10578"/>
                <a:gd name="connsiteX3" fmla="*/ 24652 w 29376"/>
                <a:gd name="connsiteY3" fmla="*/ 10334 h 10578"/>
                <a:gd name="connsiteX4" fmla="*/ 4936 w 29376"/>
                <a:gd name="connsiteY4" fmla="*/ 10394 h 10578"/>
                <a:gd name="connsiteX5" fmla="*/ 7 w 29376"/>
                <a:gd name="connsiteY5" fmla="*/ 5226 h 10578"/>
                <a:gd name="connsiteX6" fmla="*/ 5742 w 29376"/>
                <a:gd name="connsiteY6" fmla="*/ 88 h 10578"/>
                <a:gd name="connsiteX7" fmla="*/ 14973 w 29376"/>
                <a:gd name="connsiteY7" fmla="*/ 58 h 10578"/>
                <a:gd name="connsiteX8" fmla="*/ 14973 w 29376"/>
                <a:gd name="connsiteY8" fmla="*/ 58 h 10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376" h="10578">
                  <a:moveTo>
                    <a:pt x="14943" y="58"/>
                  </a:moveTo>
                  <a:cubicBezTo>
                    <a:pt x="18020" y="58"/>
                    <a:pt x="21097" y="-61"/>
                    <a:pt x="24174" y="88"/>
                  </a:cubicBezTo>
                  <a:cubicBezTo>
                    <a:pt x="27191" y="238"/>
                    <a:pt x="29252" y="1970"/>
                    <a:pt x="29371" y="4987"/>
                  </a:cubicBezTo>
                  <a:cubicBezTo>
                    <a:pt x="29491" y="8004"/>
                    <a:pt x="27609" y="10185"/>
                    <a:pt x="24652" y="10334"/>
                  </a:cubicBezTo>
                  <a:cubicBezTo>
                    <a:pt x="18080" y="10633"/>
                    <a:pt x="11508" y="10663"/>
                    <a:pt x="4936" y="10394"/>
                  </a:cubicBezTo>
                  <a:cubicBezTo>
                    <a:pt x="2128" y="10275"/>
                    <a:pt x="-142" y="8363"/>
                    <a:pt x="7" y="5226"/>
                  </a:cubicBezTo>
                  <a:cubicBezTo>
                    <a:pt x="126" y="1791"/>
                    <a:pt x="2576" y="267"/>
                    <a:pt x="5742" y="88"/>
                  </a:cubicBezTo>
                  <a:cubicBezTo>
                    <a:pt x="8819" y="-91"/>
                    <a:pt x="11896" y="58"/>
                    <a:pt x="14973" y="58"/>
                  </a:cubicBezTo>
                  <a:cubicBezTo>
                    <a:pt x="14973" y="58"/>
                    <a:pt x="14973" y="58"/>
                    <a:pt x="14973" y="58"/>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71" name="Forma libre: forma 70">
              <a:extLst>
                <a:ext uri="{FF2B5EF4-FFF2-40B4-BE49-F238E27FC236}">
                  <a16:creationId xmlns:a16="http://schemas.microsoft.com/office/drawing/2014/main" id="{B186E159-7199-49BA-B9CE-ABEDB862428F}"/>
                </a:ext>
              </a:extLst>
            </p:cNvPr>
            <p:cNvSpPr/>
            <p:nvPr/>
          </p:nvSpPr>
          <p:spPr>
            <a:xfrm>
              <a:off x="242122" y="697964"/>
              <a:ext cx="10949" cy="29204"/>
            </a:xfrm>
            <a:custGeom>
              <a:avLst/>
              <a:gdLst>
                <a:gd name="connsiteX0" fmla="*/ 135 w 10949"/>
                <a:gd name="connsiteY0" fmla="*/ 14730 h 29204"/>
                <a:gd name="connsiteX1" fmla="*/ 195 w 10949"/>
                <a:gd name="connsiteY1" fmla="*/ 4902 h 29204"/>
                <a:gd name="connsiteX2" fmla="*/ 5363 w 10949"/>
                <a:gd name="connsiteY2" fmla="*/ 3 h 29204"/>
                <a:gd name="connsiteX3" fmla="*/ 10172 w 10949"/>
                <a:gd name="connsiteY3" fmla="*/ 4484 h 29204"/>
                <a:gd name="connsiteX4" fmla="*/ 10381 w 10949"/>
                <a:gd name="connsiteY4" fmla="*/ 24707 h 29204"/>
                <a:gd name="connsiteX5" fmla="*/ 4825 w 10949"/>
                <a:gd name="connsiteY5" fmla="*/ 29188 h 29204"/>
                <a:gd name="connsiteX6" fmla="*/ 75 w 10949"/>
                <a:gd name="connsiteY6" fmla="*/ 23901 h 29204"/>
                <a:gd name="connsiteX7" fmla="*/ 45 w 10949"/>
                <a:gd name="connsiteY7" fmla="*/ 14730 h 29204"/>
                <a:gd name="connsiteX8" fmla="*/ 135 w 10949"/>
                <a:gd name="connsiteY8" fmla="*/ 14730 h 29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49" h="29204">
                  <a:moveTo>
                    <a:pt x="135" y="14730"/>
                  </a:moveTo>
                  <a:cubicBezTo>
                    <a:pt x="135" y="11444"/>
                    <a:pt x="-74" y="8158"/>
                    <a:pt x="195" y="4902"/>
                  </a:cubicBezTo>
                  <a:cubicBezTo>
                    <a:pt x="434" y="1915"/>
                    <a:pt x="2316" y="92"/>
                    <a:pt x="5363" y="3"/>
                  </a:cubicBezTo>
                  <a:cubicBezTo>
                    <a:pt x="8260" y="-87"/>
                    <a:pt x="9784" y="1945"/>
                    <a:pt x="10172" y="4484"/>
                  </a:cubicBezTo>
                  <a:cubicBezTo>
                    <a:pt x="11217" y="11205"/>
                    <a:pt x="11128" y="17986"/>
                    <a:pt x="10381" y="24707"/>
                  </a:cubicBezTo>
                  <a:cubicBezTo>
                    <a:pt x="10052" y="27575"/>
                    <a:pt x="7902" y="29397"/>
                    <a:pt x="4825" y="29188"/>
                  </a:cubicBezTo>
                  <a:cubicBezTo>
                    <a:pt x="1718" y="28979"/>
                    <a:pt x="224" y="26858"/>
                    <a:pt x="75" y="23901"/>
                  </a:cubicBezTo>
                  <a:cubicBezTo>
                    <a:pt x="-74" y="20854"/>
                    <a:pt x="45" y="17777"/>
                    <a:pt x="45" y="14730"/>
                  </a:cubicBezTo>
                  <a:cubicBezTo>
                    <a:pt x="45" y="14730"/>
                    <a:pt x="105" y="14730"/>
                    <a:pt x="135" y="14730"/>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72" name="Forma libre: forma 71">
              <a:extLst>
                <a:ext uri="{FF2B5EF4-FFF2-40B4-BE49-F238E27FC236}">
                  <a16:creationId xmlns:a16="http://schemas.microsoft.com/office/drawing/2014/main" id="{195AB9FB-A812-4A0F-8518-94E8193B6CCB}"/>
                </a:ext>
              </a:extLst>
            </p:cNvPr>
            <p:cNvSpPr/>
            <p:nvPr/>
          </p:nvSpPr>
          <p:spPr>
            <a:xfrm>
              <a:off x="252791" y="727693"/>
              <a:ext cx="29167" cy="10114"/>
            </a:xfrm>
            <a:custGeom>
              <a:avLst/>
              <a:gdLst>
                <a:gd name="connsiteX0" fmla="*/ 14947 w 29167"/>
                <a:gd name="connsiteY0" fmla="*/ 10063 h 10114"/>
                <a:gd name="connsiteX1" fmla="*/ 4462 w 29167"/>
                <a:gd name="connsiteY1" fmla="*/ 10004 h 10114"/>
                <a:gd name="connsiteX2" fmla="*/ 41 w 29167"/>
                <a:gd name="connsiteY2" fmla="*/ 5941 h 10114"/>
                <a:gd name="connsiteX3" fmla="*/ 3895 w 29167"/>
                <a:gd name="connsiteY3" fmla="*/ 683 h 10114"/>
                <a:gd name="connsiteX4" fmla="*/ 25433 w 29167"/>
                <a:gd name="connsiteY4" fmla="*/ 594 h 10114"/>
                <a:gd name="connsiteX5" fmla="*/ 29167 w 29167"/>
                <a:gd name="connsiteY5" fmla="*/ 5254 h 10114"/>
                <a:gd name="connsiteX6" fmla="*/ 24746 w 29167"/>
                <a:gd name="connsiteY6" fmla="*/ 10004 h 10114"/>
                <a:gd name="connsiteX7" fmla="*/ 14918 w 29167"/>
                <a:gd name="connsiteY7" fmla="*/ 10063 h 1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167" h="10114">
                  <a:moveTo>
                    <a:pt x="14947" y="10063"/>
                  </a:moveTo>
                  <a:cubicBezTo>
                    <a:pt x="11452" y="10063"/>
                    <a:pt x="7957" y="10213"/>
                    <a:pt x="4462" y="10004"/>
                  </a:cubicBezTo>
                  <a:cubicBezTo>
                    <a:pt x="2043" y="9884"/>
                    <a:pt x="340" y="8450"/>
                    <a:pt x="41" y="5941"/>
                  </a:cubicBezTo>
                  <a:cubicBezTo>
                    <a:pt x="-287" y="3133"/>
                    <a:pt x="1385" y="1012"/>
                    <a:pt x="3895" y="683"/>
                  </a:cubicBezTo>
                  <a:cubicBezTo>
                    <a:pt x="11034" y="-273"/>
                    <a:pt x="18263" y="-153"/>
                    <a:pt x="25433" y="594"/>
                  </a:cubicBezTo>
                  <a:cubicBezTo>
                    <a:pt x="27852" y="863"/>
                    <a:pt x="29197" y="2745"/>
                    <a:pt x="29167" y="5254"/>
                  </a:cubicBezTo>
                  <a:cubicBezTo>
                    <a:pt x="29107" y="8092"/>
                    <a:pt x="27494" y="9794"/>
                    <a:pt x="24746" y="10004"/>
                  </a:cubicBezTo>
                  <a:cubicBezTo>
                    <a:pt x="21489" y="10213"/>
                    <a:pt x="18204" y="10063"/>
                    <a:pt x="14918" y="10063"/>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73" name="Forma libre: forma 72">
              <a:extLst>
                <a:ext uri="{FF2B5EF4-FFF2-40B4-BE49-F238E27FC236}">
                  <a16:creationId xmlns:a16="http://schemas.microsoft.com/office/drawing/2014/main" id="{4BA68031-538B-41D6-A5E7-B0C88C6A45DE}"/>
                </a:ext>
              </a:extLst>
            </p:cNvPr>
            <p:cNvSpPr/>
            <p:nvPr/>
          </p:nvSpPr>
          <p:spPr>
            <a:xfrm>
              <a:off x="411540" y="700296"/>
              <a:ext cx="24829" cy="25077"/>
            </a:xfrm>
            <a:custGeom>
              <a:avLst/>
              <a:gdLst>
                <a:gd name="connsiteX0" fmla="*/ 12521 w 24829"/>
                <a:gd name="connsiteY0" fmla="*/ 1 h 25077"/>
                <a:gd name="connsiteX1" fmla="*/ 24828 w 24829"/>
                <a:gd name="connsiteY1" fmla="*/ 12667 h 25077"/>
                <a:gd name="connsiteX2" fmla="*/ 12162 w 24829"/>
                <a:gd name="connsiteY2" fmla="*/ 25064 h 25077"/>
                <a:gd name="connsiteX3" fmla="*/ 4 w 24829"/>
                <a:gd name="connsiteY3" fmla="*/ 11920 h 25077"/>
                <a:gd name="connsiteX4" fmla="*/ 12521 w 24829"/>
                <a:gd name="connsiteY4" fmla="*/ 1 h 25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29" h="25077">
                  <a:moveTo>
                    <a:pt x="12521" y="1"/>
                  </a:moveTo>
                  <a:cubicBezTo>
                    <a:pt x="19570" y="91"/>
                    <a:pt x="24918" y="5587"/>
                    <a:pt x="24828" y="12667"/>
                  </a:cubicBezTo>
                  <a:cubicBezTo>
                    <a:pt x="24738" y="19627"/>
                    <a:pt x="18883" y="25393"/>
                    <a:pt x="12162" y="25064"/>
                  </a:cubicBezTo>
                  <a:cubicBezTo>
                    <a:pt x="5560" y="24765"/>
                    <a:pt x="-175" y="18552"/>
                    <a:pt x="4" y="11920"/>
                  </a:cubicBezTo>
                  <a:cubicBezTo>
                    <a:pt x="183" y="5557"/>
                    <a:pt x="6098" y="-89"/>
                    <a:pt x="12521" y="1"/>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74" name="Forma libre: forma 73">
              <a:extLst>
                <a:ext uri="{FF2B5EF4-FFF2-40B4-BE49-F238E27FC236}">
                  <a16:creationId xmlns:a16="http://schemas.microsoft.com/office/drawing/2014/main" id="{34897A84-94D8-4601-BFD4-9ECDA8BC908B}"/>
                </a:ext>
              </a:extLst>
            </p:cNvPr>
            <p:cNvSpPr/>
            <p:nvPr/>
          </p:nvSpPr>
          <p:spPr>
            <a:xfrm>
              <a:off x="412111" y="739489"/>
              <a:ext cx="24408" cy="24555"/>
            </a:xfrm>
            <a:custGeom>
              <a:avLst/>
              <a:gdLst>
                <a:gd name="connsiteX0" fmla="*/ 1 w 24408"/>
                <a:gd name="connsiteY0" fmla="*/ 11889 h 24555"/>
                <a:gd name="connsiteX1" fmla="*/ 12099 w 24408"/>
                <a:gd name="connsiteY1" fmla="*/ 0 h 24555"/>
                <a:gd name="connsiteX2" fmla="*/ 24406 w 24408"/>
                <a:gd name="connsiteY2" fmla="*/ 12517 h 24555"/>
                <a:gd name="connsiteX3" fmla="*/ 12218 w 24408"/>
                <a:gd name="connsiteY3" fmla="*/ 24555 h 24555"/>
                <a:gd name="connsiteX4" fmla="*/ 1 w 24408"/>
                <a:gd name="connsiteY4" fmla="*/ 11859 h 24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08" h="24555">
                  <a:moveTo>
                    <a:pt x="1" y="11889"/>
                  </a:moveTo>
                  <a:cubicBezTo>
                    <a:pt x="60" y="4869"/>
                    <a:pt x="5019" y="0"/>
                    <a:pt x="12099" y="0"/>
                  </a:cubicBezTo>
                  <a:cubicBezTo>
                    <a:pt x="19388" y="0"/>
                    <a:pt x="24526" y="5228"/>
                    <a:pt x="24406" y="12517"/>
                  </a:cubicBezTo>
                  <a:cubicBezTo>
                    <a:pt x="24287" y="19327"/>
                    <a:pt x="18969" y="24555"/>
                    <a:pt x="12218" y="24555"/>
                  </a:cubicBezTo>
                  <a:cubicBezTo>
                    <a:pt x="5198" y="24555"/>
                    <a:pt x="-59" y="19118"/>
                    <a:pt x="1" y="11859"/>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75" name="Forma libre: forma 74">
              <a:extLst>
                <a:ext uri="{FF2B5EF4-FFF2-40B4-BE49-F238E27FC236}">
                  <a16:creationId xmlns:a16="http://schemas.microsoft.com/office/drawing/2014/main" id="{C1804157-5915-4430-AA28-8DA52BD93436}"/>
                </a:ext>
              </a:extLst>
            </p:cNvPr>
            <p:cNvSpPr/>
            <p:nvPr/>
          </p:nvSpPr>
          <p:spPr>
            <a:xfrm>
              <a:off x="392419" y="720030"/>
              <a:ext cx="24833" cy="24746"/>
            </a:xfrm>
            <a:custGeom>
              <a:avLst/>
              <a:gdLst>
                <a:gd name="connsiteX0" fmla="*/ 11985 w 24833"/>
                <a:gd name="connsiteY0" fmla="*/ 24746 h 24746"/>
                <a:gd name="connsiteX1" fmla="*/ 6 w 24833"/>
                <a:gd name="connsiteY1" fmla="*/ 11662 h 24746"/>
                <a:gd name="connsiteX2" fmla="*/ 12642 w 24833"/>
                <a:gd name="connsiteY2" fmla="*/ 12 h 24746"/>
                <a:gd name="connsiteX3" fmla="*/ 24830 w 24833"/>
                <a:gd name="connsiteY3" fmla="*/ 12319 h 24746"/>
                <a:gd name="connsiteX4" fmla="*/ 11985 w 24833"/>
                <a:gd name="connsiteY4" fmla="*/ 24716 h 247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33" h="24746">
                  <a:moveTo>
                    <a:pt x="11985" y="24746"/>
                  </a:moveTo>
                  <a:cubicBezTo>
                    <a:pt x="5144" y="24597"/>
                    <a:pt x="-203" y="18742"/>
                    <a:pt x="6" y="11662"/>
                  </a:cubicBezTo>
                  <a:cubicBezTo>
                    <a:pt x="185" y="5060"/>
                    <a:pt x="5980" y="-287"/>
                    <a:pt x="12642" y="12"/>
                  </a:cubicBezTo>
                  <a:cubicBezTo>
                    <a:pt x="19274" y="311"/>
                    <a:pt x="25009" y="6136"/>
                    <a:pt x="24830" y="12319"/>
                  </a:cubicBezTo>
                  <a:cubicBezTo>
                    <a:pt x="24621" y="19250"/>
                    <a:pt x="18796" y="24866"/>
                    <a:pt x="11985" y="24716"/>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76" name="Forma libre: forma 75">
              <a:extLst>
                <a:ext uri="{FF2B5EF4-FFF2-40B4-BE49-F238E27FC236}">
                  <a16:creationId xmlns:a16="http://schemas.microsoft.com/office/drawing/2014/main" id="{72F3268E-552E-493C-AE9B-085F3226A3CC}"/>
                </a:ext>
              </a:extLst>
            </p:cNvPr>
            <p:cNvSpPr/>
            <p:nvPr/>
          </p:nvSpPr>
          <p:spPr>
            <a:xfrm>
              <a:off x="431226" y="719982"/>
              <a:ext cx="24859" cy="24465"/>
            </a:xfrm>
            <a:custGeom>
              <a:avLst/>
              <a:gdLst>
                <a:gd name="connsiteX0" fmla="*/ 12430 w 24859"/>
                <a:gd name="connsiteY0" fmla="*/ 0 h 24465"/>
                <a:gd name="connsiteX1" fmla="*/ 24857 w 24859"/>
                <a:gd name="connsiteY1" fmla="*/ 11859 h 24465"/>
                <a:gd name="connsiteX2" fmla="*/ 12340 w 24859"/>
                <a:gd name="connsiteY2" fmla="*/ 24465 h 24465"/>
                <a:gd name="connsiteX3" fmla="*/ 3 w 24859"/>
                <a:gd name="connsiteY3" fmla="*/ 12457 h 24465"/>
                <a:gd name="connsiteX4" fmla="*/ 12460 w 24859"/>
                <a:gd name="connsiteY4" fmla="*/ 30 h 24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59" h="24465">
                  <a:moveTo>
                    <a:pt x="12430" y="0"/>
                  </a:moveTo>
                  <a:cubicBezTo>
                    <a:pt x="19241" y="30"/>
                    <a:pt x="24707" y="5258"/>
                    <a:pt x="24857" y="11859"/>
                  </a:cubicBezTo>
                  <a:cubicBezTo>
                    <a:pt x="25006" y="18670"/>
                    <a:pt x="19241" y="24465"/>
                    <a:pt x="12340" y="24465"/>
                  </a:cubicBezTo>
                  <a:cubicBezTo>
                    <a:pt x="5559" y="24465"/>
                    <a:pt x="122" y="19148"/>
                    <a:pt x="3" y="12457"/>
                  </a:cubicBezTo>
                  <a:cubicBezTo>
                    <a:pt x="-146" y="5407"/>
                    <a:pt x="5290" y="-30"/>
                    <a:pt x="12460" y="30"/>
                  </a:cubicBezTo>
                  <a:close/>
                </a:path>
              </a:pathLst>
            </a:custGeom>
            <a:solidFill>
              <a:schemeClr val="bg1">
                <a:lumMod val="50000"/>
              </a:schemeClr>
            </a:solidFill>
            <a:ln w="2970" cap="flat">
              <a:noFill/>
              <a:prstDash val="solid"/>
              <a:miter/>
            </a:ln>
          </p:spPr>
          <p:txBody>
            <a:bodyPr rtlCol="0" anchor="ctr"/>
            <a:lstStyle/>
            <a:p>
              <a:endParaRPr lang="LID4096"/>
            </a:p>
          </p:txBody>
        </p:sp>
      </p:grpSp>
      <p:cxnSp>
        <p:nvCxnSpPr>
          <p:cNvPr id="77" name="Conector recto de flecha 76">
            <a:extLst>
              <a:ext uri="{FF2B5EF4-FFF2-40B4-BE49-F238E27FC236}">
                <a16:creationId xmlns:a16="http://schemas.microsoft.com/office/drawing/2014/main" id="{95BEDBC9-E104-4919-ACD8-9691B5C60216}"/>
              </a:ext>
            </a:extLst>
          </p:cNvPr>
          <p:cNvCxnSpPr>
            <a:cxnSpLocks/>
          </p:cNvCxnSpPr>
          <p:nvPr/>
        </p:nvCxnSpPr>
        <p:spPr>
          <a:xfrm>
            <a:off x="786432" y="863991"/>
            <a:ext cx="5704291"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1" name="Group 40">
            <a:extLst>
              <a:ext uri="{FF2B5EF4-FFF2-40B4-BE49-F238E27FC236}">
                <a16:creationId xmlns:a16="http://schemas.microsoft.com/office/drawing/2014/main" id="{814C3CBE-D528-5155-5AF1-6F3275583BCB}"/>
              </a:ext>
            </a:extLst>
          </p:cNvPr>
          <p:cNvGrpSpPr/>
          <p:nvPr/>
        </p:nvGrpSpPr>
        <p:grpSpPr>
          <a:xfrm>
            <a:off x="10655300" y="-131233"/>
            <a:ext cx="1656567" cy="1612901"/>
            <a:chOff x="1540617" y="851075"/>
            <a:chExt cx="3268467" cy="3268467"/>
          </a:xfrm>
        </p:grpSpPr>
        <p:grpSp>
          <p:nvGrpSpPr>
            <p:cNvPr id="34" name="Google Shape;11;p2">
              <a:extLst>
                <a:ext uri="{FF2B5EF4-FFF2-40B4-BE49-F238E27FC236}">
                  <a16:creationId xmlns:a16="http://schemas.microsoft.com/office/drawing/2014/main" id="{88195CD1-9681-A69F-9DD3-A2F1854237AD}"/>
                </a:ext>
              </a:extLst>
            </p:cNvPr>
            <p:cNvGrpSpPr/>
            <p:nvPr/>
          </p:nvGrpSpPr>
          <p:grpSpPr>
            <a:xfrm>
              <a:off x="1540617" y="851075"/>
              <a:ext cx="3268467" cy="3268467"/>
              <a:chOff x="1155463" y="638306"/>
              <a:chExt cx="2451350" cy="2451350"/>
            </a:xfrm>
          </p:grpSpPr>
          <p:sp>
            <p:nvSpPr>
              <p:cNvPr id="35" name="Google Shape;12;p2">
                <a:extLst>
                  <a:ext uri="{FF2B5EF4-FFF2-40B4-BE49-F238E27FC236}">
                    <a16:creationId xmlns:a16="http://schemas.microsoft.com/office/drawing/2014/main" id="{C9AA7507-6B52-FFDD-1560-4DFB57BA9A75}"/>
                  </a:ext>
                </a:extLst>
              </p:cNvPr>
              <p:cNvSpPr/>
              <p:nvPr/>
            </p:nvSpPr>
            <p:spPr>
              <a:xfrm>
                <a:off x="1386084" y="868926"/>
                <a:ext cx="1989935" cy="1989935"/>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0000">
                  <a:alpha val="18820"/>
                </a:srgb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sp>
            <p:nvSpPr>
              <p:cNvPr id="36" name="Google Shape;13;p2">
                <a:extLst>
                  <a:ext uri="{FF2B5EF4-FFF2-40B4-BE49-F238E27FC236}">
                    <a16:creationId xmlns:a16="http://schemas.microsoft.com/office/drawing/2014/main" id="{EAF95A21-CEEA-EF0E-FC15-B21B8A4238EB}"/>
                  </a:ext>
                </a:extLst>
              </p:cNvPr>
              <p:cNvSpPr/>
              <p:nvPr/>
            </p:nvSpPr>
            <p:spPr>
              <a:xfrm>
                <a:off x="1496232" y="979075"/>
                <a:ext cx="1769254" cy="1769254"/>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chemeClr val="tx1">
                  <a:lumMod val="85000"/>
                  <a:lumOff val="15000"/>
                </a:scheme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sp>
            <p:nvSpPr>
              <p:cNvPr id="37" name="Google Shape;14;p2">
                <a:extLst>
                  <a:ext uri="{FF2B5EF4-FFF2-40B4-BE49-F238E27FC236}">
                    <a16:creationId xmlns:a16="http://schemas.microsoft.com/office/drawing/2014/main" id="{8E16CF67-B05F-0B8D-0A15-0AF57196A87B}"/>
                  </a:ext>
                </a:extLst>
              </p:cNvPr>
              <p:cNvSpPr/>
              <p:nvPr/>
            </p:nvSpPr>
            <p:spPr>
              <a:xfrm>
                <a:off x="1155463" y="638306"/>
                <a:ext cx="2451350" cy="2451350"/>
              </a:xfrm>
              <a:custGeom>
                <a:avLst>
                  <a:gd name="f11" fmla="val 495"/>
                </a:avLst>
                <a:gdLst>
                  <a:gd name="f1" fmla="val 21600000"/>
                  <a:gd name="f2" fmla="val 10800000"/>
                  <a:gd name="f3" fmla="val 5400000"/>
                  <a:gd name="f4" fmla="val 180"/>
                  <a:gd name="f5" fmla="val w"/>
                  <a:gd name="f6" fmla="val h"/>
                  <a:gd name="f7" fmla="val ss"/>
                  <a:gd name="f8" fmla="val 0"/>
                  <a:gd name="f9" fmla="*/ 5419351 1 1725033"/>
                  <a:gd name="f10" fmla="+- 0 0 21600000"/>
                  <a:gd name="f11" fmla="val 495"/>
                  <a:gd name="f12" fmla="+- 0 0 -360"/>
                  <a:gd name="f13" fmla="+- 0 0 -180"/>
                  <a:gd name="f14" fmla="abs f5"/>
                  <a:gd name="f15" fmla="abs f6"/>
                  <a:gd name="f16" fmla="abs f7"/>
                  <a:gd name="f17" fmla="val f8"/>
                  <a:gd name="f18" fmla="val f11"/>
                  <a:gd name="f19" fmla="+- 2700000 f3 0"/>
                  <a:gd name="f20" fmla="*/ f12 f2 1"/>
                  <a:gd name="f21" fmla="*/ f13 f2 1"/>
                  <a:gd name="f22" fmla="?: f14 f5 1"/>
                  <a:gd name="f23" fmla="?: f15 f6 1"/>
                  <a:gd name="f24" fmla="?: f16 f7 1"/>
                  <a:gd name="f25" fmla="*/ f19 f9 1"/>
                  <a:gd name="f26" fmla="*/ f20 1 f4"/>
                  <a:gd name="f27" fmla="*/ f21 1 f4"/>
                  <a:gd name="f28" fmla="*/ f22 1 21600"/>
                  <a:gd name="f29" fmla="*/ f23 1 21600"/>
                  <a:gd name="f30" fmla="*/ 21600 f22 1"/>
                  <a:gd name="f31" fmla="*/ 21600 f23 1"/>
                  <a:gd name="f32" fmla="*/ f25 1 f2"/>
                  <a:gd name="f33" fmla="+- f26 0 f3"/>
                  <a:gd name="f34" fmla="+- f27 0 f3"/>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2 1"/>
                  <a:gd name="f46" fmla="*/ f43 1 2"/>
                  <a:gd name="f47" fmla="*/ f44 1 2"/>
                  <a:gd name="f48" fmla="min f44 f43"/>
                  <a:gd name="f49" fmla="*/ f45 1 f9"/>
                  <a:gd name="f50" fmla="+- f17 f46 0"/>
                  <a:gd name="f51" fmla="+- f17 f47 0"/>
                  <a:gd name="f52" fmla="*/ f48 f18 1"/>
                  <a:gd name="f53" fmla="+- f49 0 f3"/>
                  <a:gd name="f54" fmla="*/ f47 f35 1"/>
                  <a:gd name="f55" fmla="*/ f46 f35 1"/>
                  <a:gd name="f56" fmla="*/ f52 1 100000"/>
                  <a:gd name="f57" fmla="cos 1 f53"/>
                  <a:gd name="f58" fmla="sin 1 f53"/>
                  <a:gd name="f59" fmla="*/ f50 f35 1"/>
                  <a:gd name="f60" fmla="+- f47 0 f56"/>
                  <a:gd name="f61" fmla="+- f46 0 f56"/>
                  <a:gd name="f62" fmla="+- 0 0 f57"/>
                  <a:gd name="f63" fmla="+- 0 0 f58"/>
                  <a:gd name="f64" fmla="*/ f56 f35 1"/>
                  <a:gd name="f65" fmla="+- 0 0 f62"/>
                  <a:gd name="f66" fmla="+- 0 0 f63"/>
                  <a:gd name="f67" fmla="*/ f60 f35 1"/>
                  <a:gd name="f68" fmla="*/ f61 f35 1"/>
                  <a:gd name="f69" fmla="*/ f65 f47 1"/>
                  <a:gd name="f70" fmla="*/ f66 f46 1"/>
                  <a:gd name="f71" fmla="+- f51 0 f69"/>
                  <a:gd name="f72" fmla="+- f51 f69 0"/>
                  <a:gd name="f73" fmla="+- f50 0 f70"/>
                  <a:gd name="f74" fmla="+- f50 f70 0"/>
                  <a:gd name="f75" fmla="*/ f71 f35 1"/>
                  <a:gd name="f76" fmla="*/ f73 f35 1"/>
                  <a:gd name="f77" fmla="*/ f72 f35 1"/>
                  <a:gd name="f78" fmla="*/ f74 f35 1"/>
                </a:gdLst>
                <a:ahLst/>
                <a:cxnLst>
                  <a:cxn ang="3cd4">
                    <a:pos x="hc" y="t"/>
                  </a:cxn>
                  <a:cxn ang="0">
                    <a:pos x="r" y="vc"/>
                  </a:cxn>
                  <a:cxn ang="cd4">
                    <a:pos x="hc" y="b"/>
                  </a:cxn>
                  <a:cxn ang="cd2">
                    <a:pos x="l" y="vc"/>
                  </a:cxn>
                  <a:cxn ang="f33">
                    <a:pos x="f75" y="f76"/>
                  </a:cxn>
                  <a:cxn ang="f34">
                    <a:pos x="f75" y="f78"/>
                  </a:cxn>
                  <a:cxn ang="f34">
                    <a:pos x="f77" y="f78"/>
                  </a:cxn>
                  <a:cxn ang="f33">
                    <a:pos x="f77" y="f76"/>
                  </a:cxn>
                </a:cxnLst>
                <a:rect l="f75" t="f76" r="f77" b="f78"/>
                <a:pathLst>
                  <a:path>
                    <a:moveTo>
                      <a:pt x="f42" y="f59"/>
                    </a:moveTo>
                    <a:arcTo wR="f54" hR="f55" stAng="f2" swAng="f1"/>
                    <a:close/>
                    <a:moveTo>
                      <a:pt x="f64" y="f59"/>
                    </a:moveTo>
                    <a:arcTo wR="f67" hR="f68" stAng="f2" swAng="f10"/>
                    <a:close/>
                  </a:path>
                </a:pathLst>
              </a:custGeom>
              <a:solidFill>
                <a:srgbClr val="000000">
                  <a:alpha val="6539"/>
                </a:srgb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grpSp>
        <p:pic>
          <p:nvPicPr>
            <p:cNvPr id="38" name="Imagen 19">
              <a:extLst>
                <a:ext uri="{FF2B5EF4-FFF2-40B4-BE49-F238E27FC236}">
                  <a16:creationId xmlns:a16="http://schemas.microsoft.com/office/drawing/2014/main" id="{214C13DA-9EC0-4270-D77A-303E1C72766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696695" y="1430822"/>
              <a:ext cx="955567" cy="955567"/>
            </a:xfrm>
            <a:prstGeom prst="rect">
              <a:avLst/>
            </a:prstGeom>
          </p:spPr>
        </p:pic>
        <p:pic>
          <p:nvPicPr>
            <p:cNvPr id="39" name="Picture 38">
              <a:extLst>
                <a:ext uri="{FF2B5EF4-FFF2-40B4-BE49-F238E27FC236}">
                  <a16:creationId xmlns:a16="http://schemas.microsoft.com/office/drawing/2014/main" id="{E89510C7-5D52-7B41-F31F-653564845B56}"/>
                </a:ext>
              </a:extLst>
            </p:cNvPr>
            <p:cNvPicPr>
              <a:picLocks noChangeAspect="1"/>
            </p:cNvPicPr>
            <p:nvPr/>
          </p:nvPicPr>
          <p:blipFill>
            <a:blip r:embed="rId4"/>
            <a:stretch>
              <a:fillRect/>
            </a:stretch>
          </p:blipFill>
          <p:spPr>
            <a:xfrm>
              <a:off x="2169306" y="2325658"/>
              <a:ext cx="1054778" cy="1053899"/>
            </a:xfrm>
            <a:prstGeom prst="rect">
              <a:avLst/>
            </a:prstGeom>
          </p:spPr>
        </p:pic>
        <p:pic>
          <p:nvPicPr>
            <p:cNvPr id="40" name="Picture 4" descr="Xbox Logo png transparent">
              <a:extLst>
                <a:ext uri="{FF2B5EF4-FFF2-40B4-BE49-F238E27FC236}">
                  <a16:creationId xmlns:a16="http://schemas.microsoft.com/office/drawing/2014/main" id="{B9175290-4887-86E1-3825-A507B89AE6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8181" y="2386389"/>
              <a:ext cx="886721" cy="876776"/>
            </a:xfrm>
            <a:prstGeom prst="rect">
              <a:avLst/>
            </a:prstGeom>
            <a:noFill/>
            <a:extLst>
              <a:ext uri="{909E8E84-426E-40DD-AFC4-6F175D3DCCD1}">
                <a14:hiddenFill xmlns:a14="http://schemas.microsoft.com/office/drawing/2010/main">
                  <a:solidFill>
                    <a:srgbClr val="FFFFFF"/>
                  </a:solidFill>
                </a14:hiddenFill>
              </a:ext>
            </a:extLst>
          </p:spPr>
        </p:pic>
      </p:grpSp>
      <p:sp>
        <p:nvSpPr>
          <p:cNvPr id="42" name="Frame 17">
            <a:extLst>
              <a:ext uri="{FF2B5EF4-FFF2-40B4-BE49-F238E27FC236}">
                <a16:creationId xmlns:a16="http://schemas.microsoft.com/office/drawing/2014/main" id="{0249577C-7851-EAFD-5297-1A2902BFE5D3}"/>
              </a:ext>
            </a:extLst>
          </p:cNvPr>
          <p:cNvSpPr/>
          <p:nvPr/>
        </p:nvSpPr>
        <p:spPr>
          <a:xfrm>
            <a:off x="4433508" y="3280320"/>
            <a:ext cx="318434" cy="318434"/>
          </a:xfrm>
          <a:custGeom>
            <a:avLst/>
            <a:gdLst/>
            <a:ahLst/>
            <a:cxnLst/>
            <a:rect l="l" t="t" r="r" b="b"/>
            <a:pathLst>
              <a:path w="3240000" h="3240000">
                <a:moveTo>
                  <a:pt x="415456" y="380544"/>
                </a:moveTo>
                <a:lnTo>
                  <a:pt x="415456" y="385333"/>
                </a:lnTo>
                <a:lnTo>
                  <a:pt x="385333" y="385333"/>
                </a:lnTo>
                <a:lnTo>
                  <a:pt x="385333" y="2854667"/>
                </a:lnTo>
                <a:lnTo>
                  <a:pt x="1529120" y="2854667"/>
                </a:lnTo>
                <a:cubicBezTo>
                  <a:pt x="1267123" y="2430711"/>
                  <a:pt x="997530" y="1721825"/>
                  <a:pt x="436017" y="1672600"/>
                </a:cubicBezTo>
                <a:lnTo>
                  <a:pt x="600235" y="1185112"/>
                </a:lnTo>
                <a:cubicBezTo>
                  <a:pt x="1132790" y="1359573"/>
                  <a:pt x="1278822" y="1550851"/>
                  <a:pt x="1544730" y="1923929"/>
                </a:cubicBezTo>
                <a:cubicBezTo>
                  <a:pt x="1789452" y="1379400"/>
                  <a:pt x="1927092" y="1088696"/>
                  <a:pt x="2233403" y="596568"/>
                </a:cubicBezTo>
                <a:lnTo>
                  <a:pt x="2770666" y="596568"/>
                </a:lnTo>
                <a:cubicBezTo>
                  <a:pt x="2331495" y="1220469"/>
                  <a:pt x="1907612" y="2113878"/>
                  <a:pt x="1578489" y="2854667"/>
                </a:cubicBezTo>
                <a:lnTo>
                  <a:pt x="2854667" y="2854667"/>
                </a:lnTo>
                <a:lnTo>
                  <a:pt x="2854667" y="596568"/>
                </a:lnTo>
                <a:lnTo>
                  <a:pt x="2858395" y="596568"/>
                </a:lnTo>
                <a:lnTo>
                  <a:pt x="2858395" y="380544"/>
                </a:lnTo>
                <a:close/>
                <a:moveTo>
                  <a:pt x="0" y="0"/>
                </a:moveTo>
                <a:lnTo>
                  <a:pt x="3240000" y="0"/>
                </a:lnTo>
                <a:lnTo>
                  <a:pt x="3240000" y="3240000"/>
                </a:lnTo>
                <a:lnTo>
                  <a:pt x="0" y="3240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endParaRPr lang="ko-KR" altLang="en-US" dirty="0">
              <a:solidFill>
                <a:schemeClr val="tx1"/>
              </a:solidFill>
            </a:endParaRPr>
          </a:p>
        </p:txBody>
      </p:sp>
      <p:grpSp>
        <p:nvGrpSpPr>
          <p:cNvPr id="43" name="Google Shape;10483;p74">
            <a:extLst>
              <a:ext uri="{FF2B5EF4-FFF2-40B4-BE49-F238E27FC236}">
                <a16:creationId xmlns:a16="http://schemas.microsoft.com/office/drawing/2014/main" id="{87BD30A1-32CC-42EE-9BAC-74FD21DC75F7}"/>
              </a:ext>
            </a:extLst>
          </p:cNvPr>
          <p:cNvGrpSpPr/>
          <p:nvPr/>
        </p:nvGrpSpPr>
        <p:grpSpPr>
          <a:xfrm>
            <a:off x="2769392" y="4348368"/>
            <a:ext cx="453397" cy="480493"/>
            <a:chOff x="5727850" y="3609275"/>
            <a:chExt cx="278850" cy="277275"/>
          </a:xfrm>
          <a:solidFill>
            <a:schemeClr val="bg1"/>
          </a:solidFill>
        </p:grpSpPr>
        <p:sp>
          <p:nvSpPr>
            <p:cNvPr id="44" name="Google Shape;10484;p74">
              <a:extLst>
                <a:ext uri="{FF2B5EF4-FFF2-40B4-BE49-F238E27FC236}">
                  <a16:creationId xmlns:a16="http://schemas.microsoft.com/office/drawing/2014/main" id="{527CF23E-43D5-E6BD-78F1-9AC501A02373}"/>
                </a:ext>
              </a:extLst>
            </p:cNvPr>
            <p:cNvSpPr/>
            <p:nvPr/>
          </p:nvSpPr>
          <p:spPr>
            <a:xfrm>
              <a:off x="5884600" y="3765225"/>
              <a:ext cx="122100" cy="121325"/>
            </a:xfrm>
            <a:custGeom>
              <a:avLst/>
              <a:gdLst/>
              <a:ahLst/>
              <a:cxnLst/>
              <a:rect l="l" t="t" r="r" b="b"/>
              <a:pathLst>
                <a:path w="4884" h="4853" extrusionOk="0">
                  <a:moveTo>
                    <a:pt x="2426" y="662"/>
                  </a:moveTo>
                  <a:cubicBezTo>
                    <a:pt x="2646" y="662"/>
                    <a:pt x="2804" y="819"/>
                    <a:pt x="2804" y="1008"/>
                  </a:cubicBezTo>
                  <a:cubicBezTo>
                    <a:pt x="2804" y="1197"/>
                    <a:pt x="2646" y="1355"/>
                    <a:pt x="2426" y="1355"/>
                  </a:cubicBezTo>
                  <a:cubicBezTo>
                    <a:pt x="2237" y="1355"/>
                    <a:pt x="2079" y="1197"/>
                    <a:pt x="2079" y="1008"/>
                  </a:cubicBezTo>
                  <a:cubicBezTo>
                    <a:pt x="2079" y="819"/>
                    <a:pt x="2237" y="662"/>
                    <a:pt x="2426" y="662"/>
                  </a:cubicBezTo>
                  <a:close/>
                  <a:moveTo>
                    <a:pt x="2426" y="1670"/>
                  </a:moveTo>
                  <a:cubicBezTo>
                    <a:pt x="2646" y="1670"/>
                    <a:pt x="2804" y="1828"/>
                    <a:pt x="2804" y="2048"/>
                  </a:cubicBezTo>
                  <a:lnTo>
                    <a:pt x="2804" y="3781"/>
                  </a:lnTo>
                  <a:cubicBezTo>
                    <a:pt x="2804" y="3970"/>
                    <a:pt x="2646" y="4127"/>
                    <a:pt x="2426" y="4127"/>
                  </a:cubicBezTo>
                  <a:cubicBezTo>
                    <a:pt x="2237" y="4127"/>
                    <a:pt x="2079" y="3970"/>
                    <a:pt x="2079" y="3781"/>
                  </a:cubicBezTo>
                  <a:lnTo>
                    <a:pt x="2079" y="2048"/>
                  </a:lnTo>
                  <a:cubicBezTo>
                    <a:pt x="2079" y="1828"/>
                    <a:pt x="2237" y="1670"/>
                    <a:pt x="2426" y="1670"/>
                  </a:cubicBezTo>
                  <a:close/>
                  <a:moveTo>
                    <a:pt x="2426" y="0"/>
                  </a:moveTo>
                  <a:cubicBezTo>
                    <a:pt x="1103" y="0"/>
                    <a:pt x="0" y="1103"/>
                    <a:pt x="0" y="2426"/>
                  </a:cubicBezTo>
                  <a:cubicBezTo>
                    <a:pt x="0" y="3749"/>
                    <a:pt x="1103" y="4852"/>
                    <a:pt x="2426" y="4852"/>
                  </a:cubicBezTo>
                  <a:cubicBezTo>
                    <a:pt x="3781" y="4852"/>
                    <a:pt x="4883" y="3749"/>
                    <a:pt x="4883" y="2426"/>
                  </a:cubicBezTo>
                  <a:cubicBezTo>
                    <a:pt x="4883" y="1040"/>
                    <a:pt x="3781" y="0"/>
                    <a:pt x="2426" y="0"/>
                  </a:cubicBezTo>
                  <a:close/>
                </a:path>
              </a:pathLst>
            </a:custGeom>
            <a:grpFill/>
            <a:ln>
              <a:noFill/>
            </a:ln>
          </p:spPr>
          <p:txBody>
            <a:bodyPr spcFirstLastPara="1" wrap="square" lIns="91425" tIns="91425" rIns="91425" bIns="91425" anchor="ctr" anchorCtr="0">
              <a:noAutofit/>
            </a:bodyPr>
            <a:lstStyle/>
            <a:p>
              <a:endParaRPr sz="1400"/>
            </a:p>
          </p:txBody>
        </p:sp>
        <p:sp>
          <p:nvSpPr>
            <p:cNvPr id="45" name="Google Shape;10485;p74">
              <a:extLst>
                <a:ext uri="{FF2B5EF4-FFF2-40B4-BE49-F238E27FC236}">
                  <a16:creationId xmlns:a16="http://schemas.microsoft.com/office/drawing/2014/main" id="{B6B365CC-8542-8C97-4F6D-FB638BAEB69C}"/>
                </a:ext>
              </a:extLst>
            </p:cNvPr>
            <p:cNvSpPr/>
            <p:nvPr/>
          </p:nvSpPr>
          <p:spPr>
            <a:xfrm>
              <a:off x="5727850" y="3669125"/>
              <a:ext cx="35475" cy="216625"/>
            </a:xfrm>
            <a:custGeom>
              <a:avLst/>
              <a:gdLst/>
              <a:ahLst/>
              <a:cxnLst/>
              <a:rect l="l" t="t" r="r" b="b"/>
              <a:pathLst>
                <a:path w="1419" h="8665" extrusionOk="0">
                  <a:moveTo>
                    <a:pt x="32" y="1"/>
                  </a:moveTo>
                  <a:lnTo>
                    <a:pt x="32" y="7310"/>
                  </a:lnTo>
                  <a:cubicBezTo>
                    <a:pt x="1" y="8034"/>
                    <a:pt x="631" y="8665"/>
                    <a:pt x="1418" y="8665"/>
                  </a:cubicBezTo>
                  <a:lnTo>
                    <a:pt x="1418" y="347"/>
                  </a:lnTo>
                  <a:lnTo>
                    <a:pt x="1072" y="347"/>
                  </a:lnTo>
                  <a:cubicBezTo>
                    <a:pt x="662" y="347"/>
                    <a:pt x="316" y="253"/>
                    <a:pt x="32" y="1"/>
                  </a:cubicBezTo>
                  <a:close/>
                </a:path>
              </a:pathLst>
            </a:custGeom>
            <a:grpFill/>
            <a:ln>
              <a:noFill/>
            </a:ln>
          </p:spPr>
          <p:txBody>
            <a:bodyPr spcFirstLastPara="1" wrap="square" lIns="91425" tIns="91425" rIns="91425" bIns="91425" anchor="ctr" anchorCtr="0">
              <a:noAutofit/>
            </a:bodyPr>
            <a:lstStyle/>
            <a:p>
              <a:endParaRPr sz="1400"/>
            </a:p>
          </p:txBody>
        </p:sp>
        <p:sp>
          <p:nvSpPr>
            <p:cNvPr id="46" name="Google Shape;10486;p74">
              <a:extLst>
                <a:ext uri="{FF2B5EF4-FFF2-40B4-BE49-F238E27FC236}">
                  <a16:creationId xmlns:a16="http://schemas.microsoft.com/office/drawing/2014/main" id="{D4C95D30-A046-F6A1-2E30-DB69E366719F}"/>
                </a:ext>
              </a:extLst>
            </p:cNvPr>
            <p:cNvSpPr/>
            <p:nvPr/>
          </p:nvSpPr>
          <p:spPr>
            <a:xfrm>
              <a:off x="5779825" y="3677800"/>
              <a:ext cx="174900" cy="207950"/>
            </a:xfrm>
            <a:custGeom>
              <a:avLst/>
              <a:gdLst/>
              <a:ahLst/>
              <a:cxnLst/>
              <a:rect l="l" t="t" r="r" b="b"/>
              <a:pathLst>
                <a:path w="6996" h="8318" extrusionOk="0">
                  <a:moveTo>
                    <a:pt x="5262" y="693"/>
                  </a:moveTo>
                  <a:cubicBezTo>
                    <a:pt x="5451" y="693"/>
                    <a:pt x="5609" y="851"/>
                    <a:pt x="5609" y="1040"/>
                  </a:cubicBezTo>
                  <a:cubicBezTo>
                    <a:pt x="5609" y="1229"/>
                    <a:pt x="5451" y="1386"/>
                    <a:pt x="5262" y="1386"/>
                  </a:cubicBezTo>
                  <a:lnTo>
                    <a:pt x="1072" y="1386"/>
                  </a:lnTo>
                  <a:cubicBezTo>
                    <a:pt x="883" y="1386"/>
                    <a:pt x="726" y="1229"/>
                    <a:pt x="726" y="1040"/>
                  </a:cubicBezTo>
                  <a:cubicBezTo>
                    <a:pt x="726" y="851"/>
                    <a:pt x="883" y="693"/>
                    <a:pt x="1072" y="693"/>
                  </a:cubicBezTo>
                  <a:close/>
                  <a:moveTo>
                    <a:pt x="5262" y="2080"/>
                  </a:moveTo>
                  <a:cubicBezTo>
                    <a:pt x="5451" y="2080"/>
                    <a:pt x="5609" y="2237"/>
                    <a:pt x="5609" y="2426"/>
                  </a:cubicBezTo>
                  <a:cubicBezTo>
                    <a:pt x="5609" y="2615"/>
                    <a:pt x="5451" y="2773"/>
                    <a:pt x="5262" y="2773"/>
                  </a:cubicBezTo>
                  <a:lnTo>
                    <a:pt x="1072" y="2773"/>
                  </a:lnTo>
                  <a:cubicBezTo>
                    <a:pt x="883" y="2773"/>
                    <a:pt x="726" y="2615"/>
                    <a:pt x="726" y="2426"/>
                  </a:cubicBezTo>
                  <a:cubicBezTo>
                    <a:pt x="726" y="2237"/>
                    <a:pt x="883" y="2080"/>
                    <a:pt x="1072" y="2080"/>
                  </a:cubicBezTo>
                  <a:close/>
                  <a:moveTo>
                    <a:pt x="1" y="0"/>
                  </a:moveTo>
                  <a:lnTo>
                    <a:pt x="1" y="8318"/>
                  </a:lnTo>
                  <a:lnTo>
                    <a:pt x="4695" y="8318"/>
                  </a:lnTo>
                  <a:cubicBezTo>
                    <a:pt x="4002" y="7750"/>
                    <a:pt x="3498" y="6868"/>
                    <a:pt x="3498" y="5892"/>
                  </a:cubicBezTo>
                  <a:cubicBezTo>
                    <a:pt x="3498" y="5766"/>
                    <a:pt x="3561" y="5640"/>
                    <a:pt x="3561" y="5545"/>
                  </a:cubicBezTo>
                  <a:lnTo>
                    <a:pt x="1072" y="5545"/>
                  </a:lnTo>
                  <a:cubicBezTo>
                    <a:pt x="883" y="5545"/>
                    <a:pt x="726" y="5388"/>
                    <a:pt x="726" y="5167"/>
                  </a:cubicBezTo>
                  <a:lnTo>
                    <a:pt x="726" y="3812"/>
                  </a:lnTo>
                  <a:cubicBezTo>
                    <a:pt x="726" y="3592"/>
                    <a:pt x="883" y="3434"/>
                    <a:pt x="1072" y="3434"/>
                  </a:cubicBezTo>
                  <a:lnTo>
                    <a:pt x="4695" y="3434"/>
                  </a:lnTo>
                  <a:cubicBezTo>
                    <a:pt x="5199" y="3056"/>
                    <a:pt x="5861" y="2773"/>
                    <a:pt x="6617" y="2773"/>
                  </a:cubicBezTo>
                  <a:cubicBezTo>
                    <a:pt x="6743" y="2773"/>
                    <a:pt x="6869" y="2804"/>
                    <a:pt x="6995" y="2804"/>
                  </a:cubicBezTo>
                  <a:lnTo>
                    <a:pt x="6995" y="0"/>
                  </a:lnTo>
                  <a:close/>
                </a:path>
              </a:pathLst>
            </a:custGeom>
            <a:grpFill/>
            <a:ln>
              <a:noFill/>
            </a:ln>
          </p:spPr>
          <p:txBody>
            <a:bodyPr spcFirstLastPara="1" wrap="square" lIns="91425" tIns="91425" rIns="91425" bIns="91425" anchor="ctr" anchorCtr="0">
              <a:noAutofit/>
            </a:bodyPr>
            <a:lstStyle/>
            <a:p>
              <a:endParaRPr sz="1400"/>
            </a:p>
          </p:txBody>
        </p:sp>
        <p:sp>
          <p:nvSpPr>
            <p:cNvPr id="47" name="Google Shape;10487;p74">
              <a:extLst>
                <a:ext uri="{FF2B5EF4-FFF2-40B4-BE49-F238E27FC236}">
                  <a16:creationId xmlns:a16="http://schemas.microsoft.com/office/drawing/2014/main" id="{1521C434-D8E2-B565-02C5-4098212A7952}"/>
                </a:ext>
              </a:extLst>
            </p:cNvPr>
            <p:cNvSpPr/>
            <p:nvPr/>
          </p:nvSpPr>
          <p:spPr>
            <a:xfrm>
              <a:off x="5815275" y="3781750"/>
              <a:ext cx="66200" cy="17350"/>
            </a:xfrm>
            <a:custGeom>
              <a:avLst/>
              <a:gdLst/>
              <a:ahLst/>
              <a:cxnLst/>
              <a:rect l="l" t="t" r="r" b="b"/>
              <a:pathLst>
                <a:path w="2648" h="694" extrusionOk="0">
                  <a:moveTo>
                    <a:pt x="1" y="1"/>
                  </a:moveTo>
                  <a:lnTo>
                    <a:pt x="1" y="694"/>
                  </a:lnTo>
                  <a:lnTo>
                    <a:pt x="2301" y="694"/>
                  </a:lnTo>
                  <a:cubicBezTo>
                    <a:pt x="2364" y="473"/>
                    <a:pt x="2490" y="221"/>
                    <a:pt x="2647" y="1"/>
                  </a:cubicBezTo>
                  <a:close/>
                </a:path>
              </a:pathLst>
            </a:custGeom>
            <a:grpFill/>
            <a:ln>
              <a:noFill/>
            </a:ln>
          </p:spPr>
          <p:txBody>
            <a:bodyPr spcFirstLastPara="1" wrap="square" lIns="91425" tIns="91425" rIns="91425" bIns="91425" anchor="ctr" anchorCtr="0">
              <a:noAutofit/>
            </a:bodyPr>
            <a:lstStyle/>
            <a:p>
              <a:endParaRPr sz="1400"/>
            </a:p>
          </p:txBody>
        </p:sp>
        <p:sp>
          <p:nvSpPr>
            <p:cNvPr id="48" name="Google Shape;10488;p74">
              <a:extLst>
                <a:ext uri="{FF2B5EF4-FFF2-40B4-BE49-F238E27FC236}">
                  <a16:creationId xmlns:a16="http://schemas.microsoft.com/office/drawing/2014/main" id="{BD676738-6986-61EC-7AC8-69735A6968E8}"/>
                </a:ext>
              </a:extLst>
            </p:cNvPr>
            <p:cNvSpPr/>
            <p:nvPr/>
          </p:nvSpPr>
          <p:spPr>
            <a:xfrm>
              <a:off x="5727850" y="3609275"/>
              <a:ext cx="226075" cy="51225"/>
            </a:xfrm>
            <a:custGeom>
              <a:avLst/>
              <a:gdLst/>
              <a:ahLst/>
              <a:cxnLst/>
              <a:rect l="l" t="t" r="r" b="b"/>
              <a:pathLst>
                <a:path w="9043" h="2049" extrusionOk="0">
                  <a:moveTo>
                    <a:pt x="1072" y="0"/>
                  </a:moveTo>
                  <a:cubicBezTo>
                    <a:pt x="473" y="0"/>
                    <a:pt x="32" y="473"/>
                    <a:pt x="32" y="1040"/>
                  </a:cubicBezTo>
                  <a:cubicBezTo>
                    <a:pt x="1" y="1576"/>
                    <a:pt x="473" y="2048"/>
                    <a:pt x="1072" y="2048"/>
                  </a:cubicBezTo>
                  <a:lnTo>
                    <a:pt x="9043" y="2048"/>
                  </a:lnTo>
                  <a:cubicBezTo>
                    <a:pt x="8475" y="2048"/>
                    <a:pt x="8034" y="1576"/>
                    <a:pt x="8034" y="1040"/>
                  </a:cubicBezTo>
                  <a:cubicBezTo>
                    <a:pt x="8034" y="441"/>
                    <a:pt x="8507" y="0"/>
                    <a:pt x="9043" y="0"/>
                  </a:cubicBezTo>
                  <a:close/>
                </a:path>
              </a:pathLst>
            </a:custGeom>
            <a:grpFill/>
            <a:ln>
              <a:noFill/>
            </a:ln>
          </p:spPr>
          <p:txBody>
            <a:bodyPr spcFirstLastPara="1" wrap="square" lIns="91425" tIns="91425" rIns="91425" bIns="91425" anchor="ctr" anchorCtr="0">
              <a:noAutofit/>
            </a:bodyPr>
            <a:lstStyle/>
            <a:p>
              <a:endParaRPr sz="1400" dirty="0"/>
            </a:p>
          </p:txBody>
        </p:sp>
      </p:grpSp>
      <p:grpSp>
        <p:nvGrpSpPr>
          <p:cNvPr id="53" name="Google Shape;10118;p74">
            <a:extLst>
              <a:ext uri="{FF2B5EF4-FFF2-40B4-BE49-F238E27FC236}">
                <a16:creationId xmlns:a16="http://schemas.microsoft.com/office/drawing/2014/main" id="{544C22D8-65EB-B71D-534E-E2DCEABB6A82}"/>
              </a:ext>
            </a:extLst>
          </p:cNvPr>
          <p:cNvGrpSpPr/>
          <p:nvPr/>
        </p:nvGrpSpPr>
        <p:grpSpPr>
          <a:xfrm>
            <a:off x="5962090" y="5485375"/>
            <a:ext cx="467530" cy="505891"/>
            <a:chOff x="-59400777" y="4084200"/>
            <a:chExt cx="311126" cy="315875"/>
          </a:xfrm>
          <a:solidFill>
            <a:schemeClr val="bg1"/>
          </a:solidFill>
        </p:grpSpPr>
        <p:sp>
          <p:nvSpPr>
            <p:cNvPr id="54" name="Google Shape;10119;p74">
              <a:extLst>
                <a:ext uri="{FF2B5EF4-FFF2-40B4-BE49-F238E27FC236}">
                  <a16:creationId xmlns:a16="http://schemas.microsoft.com/office/drawing/2014/main" id="{7EFFF506-94E5-A4ED-339B-9BB45DD56943}"/>
                </a:ext>
              </a:extLst>
            </p:cNvPr>
            <p:cNvSpPr/>
            <p:nvPr/>
          </p:nvSpPr>
          <p:spPr>
            <a:xfrm>
              <a:off x="-59400777" y="4317350"/>
              <a:ext cx="89800" cy="82725"/>
            </a:xfrm>
            <a:custGeom>
              <a:avLst/>
              <a:gdLst/>
              <a:ahLst/>
              <a:cxnLst/>
              <a:rect l="l" t="t" r="r" b="b"/>
              <a:pathLst>
                <a:path w="3592" h="3309" extrusionOk="0">
                  <a:moveTo>
                    <a:pt x="1796" y="851"/>
                  </a:moveTo>
                  <a:cubicBezTo>
                    <a:pt x="2048" y="851"/>
                    <a:pt x="2237" y="1071"/>
                    <a:pt x="2237" y="1260"/>
                  </a:cubicBezTo>
                  <a:cubicBezTo>
                    <a:pt x="2237" y="1449"/>
                    <a:pt x="2048" y="1701"/>
                    <a:pt x="1796" y="1701"/>
                  </a:cubicBezTo>
                  <a:cubicBezTo>
                    <a:pt x="1576" y="1701"/>
                    <a:pt x="1418" y="1481"/>
                    <a:pt x="1418" y="1260"/>
                  </a:cubicBezTo>
                  <a:cubicBezTo>
                    <a:pt x="1418" y="1008"/>
                    <a:pt x="1576" y="851"/>
                    <a:pt x="1796" y="851"/>
                  </a:cubicBezTo>
                  <a:close/>
                  <a:moveTo>
                    <a:pt x="0" y="0"/>
                  </a:moveTo>
                  <a:lnTo>
                    <a:pt x="0" y="2079"/>
                  </a:lnTo>
                  <a:cubicBezTo>
                    <a:pt x="0" y="2741"/>
                    <a:pt x="536" y="3308"/>
                    <a:pt x="1229" y="3308"/>
                  </a:cubicBezTo>
                  <a:lnTo>
                    <a:pt x="2332" y="3308"/>
                  </a:lnTo>
                  <a:cubicBezTo>
                    <a:pt x="2993" y="3308"/>
                    <a:pt x="3592" y="2741"/>
                    <a:pt x="3592" y="2079"/>
                  </a:cubicBezTo>
                  <a:lnTo>
                    <a:pt x="3592" y="0"/>
                  </a:lnTo>
                  <a:close/>
                </a:path>
              </a:pathLst>
            </a:custGeom>
            <a:grpFill/>
            <a:ln>
              <a:noFill/>
            </a:ln>
          </p:spPr>
          <p:txBody>
            <a:bodyPr spcFirstLastPara="1" wrap="square" lIns="91425" tIns="91425" rIns="91425" bIns="91425" anchor="ctr" anchorCtr="0">
              <a:noAutofit/>
            </a:bodyPr>
            <a:lstStyle/>
            <a:p>
              <a:endParaRPr sz="1400"/>
            </a:p>
          </p:txBody>
        </p:sp>
        <p:sp>
          <p:nvSpPr>
            <p:cNvPr id="55" name="Google Shape;10120;p74">
              <a:extLst>
                <a:ext uri="{FF2B5EF4-FFF2-40B4-BE49-F238E27FC236}">
                  <a16:creationId xmlns:a16="http://schemas.microsoft.com/office/drawing/2014/main" id="{900785C2-C42B-DA1A-4F20-F60B9192C712}"/>
                </a:ext>
              </a:extLst>
            </p:cNvPr>
            <p:cNvSpPr/>
            <p:nvPr/>
          </p:nvSpPr>
          <p:spPr>
            <a:xfrm>
              <a:off x="-59400002" y="4084200"/>
              <a:ext cx="89825" cy="212700"/>
            </a:xfrm>
            <a:custGeom>
              <a:avLst/>
              <a:gdLst/>
              <a:ahLst/>
              <a:cxnLst/>
              <a:rect l="l" t="t" r="r" b="b"/>
              <a:pathLst>
                <a:path w="3593" h="8508" extrusionOk="0">
                  <a:moveTo>
                    <a:pt x="1734" y="1607"/>
                  </a:moveTo>
                  <a:cubicBezTo>
                    <a:pt x="1923" y="1607"/>
                    <a:pt x="2175" y="1797"/>
                    <a:pt x="2175" y="2049"/>
                  </a:cubicBezTo>
                  <a:lnTo>
                    <a:pt x="2175" y="7278"/>
                  </a:lnTo>
                  <a:cubicBezTo>
                    <a:pt x="2175" y="7499"/>
                    <a:pt x="1986" y="7656"/>
                    <a:pt x="1734" y="7656"/>
                  </a:cubicBezTo>
                  <a:cubicBezTo>
                    <a:pt x="1513" y="7656"/>
                    <a:pt x="1356" y="7467"/>
                    <a:pt x="1356" y="7278"/>
                  </a:cubicBezTo>
                  <a:lnTo>
                    <a:pt x="1356" y="2049"/>
                  </a:lnTo>
                  <a:cubicBezTo>
                    <a:pt x="1356" y="1797"/>
                    <a:pt x="1545" y="1607"/>
                    <a:pt x="1734" y="1607"/>
                  </a:cubicBezTo>
                  <a:close/>
                  <a:moveTo>
                    <a:pt x="1230" y="1"/>
                  </a:moveTo>
                  <a:cubicBezTo>
                    <a:pt x="568" y="1"/>
                    <a:pt x="1" y="536"/>
                    <a:pt x="1" y="1198"/>
                  </a:cubicBezTo>
                  <a:lnTo>
                    <a:pt x="1" y="8507"/>
                  </a:lnTo>
                  <a:lnTo>
                    <a:pt x="3593" y="8507"/>
                  </a:lnTo>
                  <a:lnTo>
                    <a:pt x="3593" y="1198"/>
                  </a:lnTo>
                  <a:cubicBezTo>
                    <a:pt x="3561" y="536"/>
                    <a:pt x="2994" y="1"/>
                    <a:pt x="2332" y="1"/>
                  </a:cubicBezTo>
                  <a:close/>
                </a:path>
              </a:pathLst>
            </a:custGeom>
            <a:grpFill/>
            <a:ln>
              <a:noFill/>
            </a:ln>
          </p:spPr>
          <p:txBody>
            <a:bodyPr spcFirstLastPara="1" wrap="square" lIns="91425" tIns="91425" rIns="91425" bIns="91425" anchor="ctr" anchorCtr="0">
              <a:noAutofit/>
            </a:bodyPr>
            <a:lstStyle/>
            <a:p>
              <a:endParaRPr sz="1400"/>
            </a:p>
          </p:txBody>
        </p:sp>
        <p:sp>
          <p:nvSpPr>
            <p:cNvPr id="56" name="Google Shape;10121;p74">
              <a:extLst>
                <a:ext uri="{FF2B5EF4-FFF2-40B4-BE49-F238E27FC236}">
                  <a16:creationId xmlns:a16="http://schemas.microsoft.com/office/drawing/2014/main" id="{914D705A-4B8E-4614-9977-933E71CA1122}"/>
                </a:ext>
              </a:extLst>
            </p:cNvPr>
            <p:cNvSpPr/>
            <p:nvPr/>
          </p:nvSpPr>
          <p:spPr>
            <a:xfrm>
              <a:off x="-59290502" y="4317350"/>
              <a:ext cx="89800" cy="82725"/>
            </a:xfrm>
            <a:custGeom>
              <a:avLst/>
              <a:gdLst/>
              <a:ahLst/>
              <a:cxnLst/>
              <a:rect l="l" t="t" r="r" b="b"/>
              <a:pathLst>
                <a:path w="3592" h="3309" extrusionOk="0">
                  <a:moveTo>
                    <a:pt x="1796" y="851"/>
                  </a:moveTo>
                  <a:cubicBezTo>
                    <a:pt x="2048" y="851"/>
                    <a:pt x="2205" y="1071"/>
                    <a:pt x="2205" y="1260"/>
                  </a:cubicBezTo>
                  <a:cubicBezTo>
                    <a:pt x="2205" y="1449"/>
                    <a:pt x="2016" y="1701"/>
                    <a:pt x="1796" y="1701"/>
                  </a:cubicBezTo>
                  <a:cubicBezTo>
                    <a:pt x="1575" y="1701"/>
                    <a:pt x="1386" y="1481"/>
                    <a:pt x="1386" y="1260"/>
                  </a:cubicBezTo>
                  <a:cubicBezTo>
                    <a:pt x="1386" y="1008"/>
                    <a:pt x="1575" y="851"/>
                    <a:pt x="1796" y="851"/>
                  </a:cubicBezTo>
                  <a:close/>
                  <a:moveTo>
                    <a:pt x="0" y="0"/>
                  </a:moveTo>
                  <a:lnTo>
                    <a:pt x="0" y="2079"/>
                  </a:lnTo>
                  <a:cubicBezTo>
                    <a:pt x="0" y="2741"/>
                    <a:pt x="536" y="3308"/>
                    <a:pt x="1260" y="3308"/>
                  </a:cubicBezTo>
                  <a:lnTo>
                    <a:pt x="2363" y="3308"/>
                  </a:lnTo>
                  <a:cubicBezTo>
                    <a:pt x="3025" y="3308"/>
                    <a:pt x="3592" y="2741"/>
                    <a:pt x="3592" y="2079"/>
                  </a:cubicBezTo>
                  <a:lnTo>
                    <a:pt x="3592" y="0"/>
                  </a:lnTo>
                  <a:close/>
                </a:path>
              </a:pathLst>
            </a:custGeom>
            <a:grpFill/>
            <a:ln>
              <a:noFill/>
            </a:ln>
          </p:spPr>
          <p:txBody>
            <a:bodyPr spcFirstLastPara="1" wrap="square" lIns="91425" tIns="91425" rIns="91425" bIns="91425" anchor="ctr" anchorCtr="0">
              <a:noAutofit/>
            </a:bodyPr>
            <a:lstStyle/>
            <a:p>
              <a:endParaRPr sz="1400"/>
            </a:p>
          </p:txBody>
        </p:sp>
        <p:sp>
          <p:nvSpPr>
            <p:cNvPr id="57" name="Google Shape;10122;p74">
              <a:extLst>
                <a:ext uri="{FF2B5EF4-FFF2-40B4-BE49-F238E27FC236}">
                  <a16:creationId xmlns:a16="http://schemas.microsoft.com/office/drawing/2014/main" id="{C3B3CE22-3A9B-246A-85A0-5EAAFACE30C7}"/>
                </a:ext>
              </a:extLst>
            </p:cNvPr>
            <p:cNvSpPr/>
            <p:nvPr/>
          </p:nvSpPr>
          <p:spPr>
            <a:xfrm>
              <a:off x="-59290495" y="4084200"/>
              <a:ext cx="89800" cy="212700"/>
            </a:xfrm>
            <a:custGeom>
              <a:avLst/>
              <a:gdLst/>
              <a:ahLst/>
              <a:cxnLst/>
              <a:rect l="l" t="t" r="r" b="b"/>
              <a:pathLst>
                <a:path w="3592" h="8508" extrusionOk="0">
                  <a:moveTo>
                    <a:pt x="1796" y="1607"/>
                  </a:moveTo>
                  <a:cubicBezTo>
                    <a:pt x="2048" y="1607"/>
                    <a:pt x="2205" y="1797"/>
                    <a:pt x="2205" y="2049"/>
                  </a:cubicBezTo>
                  <a:lnTo>
                    <a:pt x="2205" y="7278"/>
                  </a:lnTo>
                  <a:cubicBezTo>
                    <a:pt x="2205" y="7499"/>
                    <a:pt x="2016" y="7656"/>
                    <a:pt x="1796" y="7656"/>
                  </a:cubicBezTo>
                  <a:cubicBezTo>
                    <a:pt x="1607" y="7656"/>
                    <a:pt x="1386" y="7467"/>
                    <a:pt x="1386" y="7278"/>
                  </a:cubicBezTo>
                  <a:lnTo>
                    <a:pt x="1386" y="2049"/>
                  </a:lnTo>
                  <a:cubicBezTo>
                    <a:pt x="1386" y="1797"/>
                    <a:pt x="1575" y="1607"/>
                    <a:pt x="1796" y="1607"/>
                  </a:cubicBezTo>
                  <a:close/>
                  <a:moveTo>
                    <a:pt x="1260" y="1"/>
                  </a:moveTo>
                  <a:cubicBezTo>
                    <a:pt x="599" y="1"/>
                    <a:pt x="0" y="536"/>
                    <a:pt x="0" y="1198"/>
                  </a:cubicBezTo>
                  <a:lnTo>
                    <a:pt x="0" y="8507"/>
                  </a:lnTo>
                  <a:lnTo>
                    <a:pt x="3592" y="8507"/>
                  </a:lnTo>
                  <a:lnTo>
                    <a:pt x="3592" y="1198"/>
                  </a:lnTo>
                  <a:cubicBezTo>
                    <a:pt x="3592" y="536"/>
                    <a:pt x="3025" y="1"/>
                    <a:pt x="2363" y="1"/>
                  </a:cubicBezTo>
                  <a:close/>
                </a:path>
              </a:pathLst>
            </a:custGeom>
            <a:grpFill/>
            <a:ln>
              <a:noFill/>
            </a:ln>
          </p:spPr>
          <p:txBody>
            <a:bodyPr spcFirstLastPara="1" wrap="square" lIns="91425" tIns="91425" rIns="91425" bIns="91425" anchor="ctr" anchorCtr="0">
              <a:noAutofit/>
            </a:bodyPr>
            <a:lstStyle/>
            <a:p>
              <a:endParaRPr sz="1400" dirty="0"/>
            </a:p>
          </p:txBody>
        </p:sp>
        <p:sp>
          <p:nvSpPr>
            <p:cNvPr id="58" name="Google Shape;10123;p74">
              <a:extLst>
                <a:ext uri="{FF2B5EF4-FFF2-40B4-BE49-F238E27FC236}">
                  <a16:creationId xmlns:a16="http://schemas.microsoft.com/office/drawing/2014/main" id="{3C633C06-1627-3B36-2FFE-1FE6D85A827C}"/>
                </a:ext>
              </a:extLst>
            </p:cNvPr>
            <p:cNvSpPr/>
            <p:nvPr/>
          </p:nvSpPr>
          <p:spPr>
            <a:xfrm>
              <a:off x="-59181026" y="4317350"/>
              <a:ext cx="89800" cy="82725"/>
            </a:xfrm>
            <a:custGeom>
              <a:avLst/>
              <a:gdLst/>
              <a:ahLst/>
              <a:cxnLst/>
              <a:rect l="l" t="t" r="r" b="b"/>
              <a:pathLst>
                <a:path w="3592" h="3309" extrusionOk="0">
                  <a:moveTo>
                    <a:pt x="1828" y="851"/>
                  </a:moveTo>
                  <a:cubicBezTo>
                    <a:pt x="2080" y="851"/>
                    <a:pt x="2269" y="1071"/>
                    <a:pt x="2269" y="1260"/>
                  </a:cubicBezTo>
                  <a:cubicBezTo>
                    <a:pt x="2269" y="1449"/>
                    <a:pt x="2080" y="1701"/>
                    <a:pt x="1828" y="1701"/>
                  </a:cubicBezTo>
                  <a:cubicBezTo>
                    <a:pt x="1607" y="1701"/>
                    <a:pt x="1450" y="1481"/>
                    <a:pt x="1450" y="1260"/>
                  </a:cubicBezTo>
                  <a:cubicBezTo>
                    <a:pt x="1450" y="1008"/>
                    <a:pt x="1607" y="851"/>
                    <a:pt x="1828" y="851"/>
                  </a:cubicBezTo>
                  <a:close/>
                  <a:moveTo>
                    <a:pt x="0" y="0"/>
                  </a:moveTo>
                  <a:lnTo>
                    <a:pt x="0" y="2079"/>
                  </a:lnTo>
                  <a:lnTo>
                    <a:pt x="32" y="2079"/>
                  </a:lnTo>
                  <a:cubicBezTo>
                    <a:pt x="32" y="2741"/>
                    <a:pt x="567" y="3308"/>
                    <a:pt x="1261" y="3308"/>
                  </a:cubicBezTo>
                  <a:lnTo>
                    <a:pt x="2363" y="3308"/>
                  </a:lnTo>
                  <a:cubicBezTo>
                    <a:pt x="3025" y="3308"/>
                    <a:pt x="3592" y="2741"/>
                    <a:pt x="3592" y="2079"/>
                  </a:cubicBezTo>
                  <a:lnTo>
                    <a:pt x="3592" y="0"/>
                  </a:lnTo>
                  <a:close/>
                </a:path>
              </a:pathLst>
            </a:custGeom>
            <a:grpFill/>
            <a:ln>
              <a:noFill/>
            </a:ln>
          </p:spPr>
          <p:txBody>
            <a:bodyPr spcFirstLastPara="1" wrap="square" lIns="91425" tIns="91425" rIns="91425" bIns="91425" anchor="ctr" anchorCtr="0">
              <a:noAutofit/>
            </a:bodyPr>
            <a:lstStyle/>
            <a:p>
              <a:endParaRPr sz="1400"/>
            </a:p>
          </p:txBody>
        </p:sp>
        <p:sp>
          <p:nvSpPr>
            <p:cNvPr id="59" name="Google Shape;10124;p74">
              <a:extLst>
                <a:ext uri="{FF2B5EF4-FFF2-40B4-BE49-F238E27FC236}">
                  <a16:creationId xmlns:a16="http://schemas.microsoft.com/office/drawing/2014/main" id="{6F17D26C-E497-35CD-B078-B5AD01C33FD6}"/>
                </a:ext>
              </a:extLst>
            </p:cNvPr>
            <p:cNvSpPr/>
            <p:nvPr/>
          </p:nvSpPr>
          <p:spPr>
            <a:xfrm>
              <a:off x="-59179451" y="4084200"/>
              <a:ext cx="89800" cy="212700"/>
            </a:xfrm>
            <a:custGeom>
              <a:avLst/>
              <a:gdLst/>
              <a:ahLst/>
              <a:cxnLst/>
              <a:rect l="l" t="t" r="r" b="b"/>
              <a:pathLst>
                <a:path w="3592" h="8508" extrusionOk="0">
                  <a:moveTo>
                    <a:pt x="1733" y="1607"/>
                  </a:moveTo>
                  <a:cubicBezTo>
                    <a:pt x="1922" y="1607"/>
                    <a:pt x="2174" y="1797"/>
                    <a:pt x="2174" y="2049"/>
                  </a:cubicBezTo>
                  <a:lnTo>
                    <a:pt x="2174" y="7278"/>
                  </a:lnTo>
                  <a:cubicBezTo>
                    <a:pt x="2174" y="7499"/>
                    <a:pt x="1985" y="7656"/>
                    <a:pt x="1733" y="7656"/>
                  </a:cubicBezTo>
                  <a:cubicBezTo>
                    <a:pt x="1513" y="7656"/>
                    <a:pt x="1355" y="7467"/>
                    <a:pt x="1355" y="7278"/>
                  </a:cubicBezTo>
                  <a:lnTo>
                    <a:pt x="1355" y="2049"/>
                  </a:lnTo>
                  <a:cubicBezTo>
                    <a:pt x="1355" y="1797"/>
                    <a:pt x="1544" y="1607"/>
                    <a:pt x="1733" y="1607"/>
                  </a:cubicBezTo>
                  <a:close/>
                  <a:moveTo>
                    <a:pt x="1229" y="1"/>
                  </a:moveTo>
                  <a:cubicBezTo>
                    <a:pt x="567" y="1"/>
                    <a:pt x="0" y="536"/>
                    <a:pt x="0" y="1198"/>
                  </a:cubicBezTo>
                  <a:lnTo>
                    <a:pt x="0" y="8507"/>
                  </a:lnTo>
                  <a:lnTo>
                    <a:pt x="3592" y="8507"/>
                  </a:lnTo>
                  <a:lnTo>
                    <a:pt x="3592" y="1198"/>
                  </a:lnTo>
                  <a:cubicBezTo>
                    <a:pt x="3560" y="536"/>
                    <a:pt x="2993" y="1"/>
                    <a:pt x="2332" y="1"/>
                  </a:cubicBezTo>
                  <a:close/>
                </a:path>
              </a:pathLst>
            </a:custGeom>
            <a:grpFill/>
            <a:ln>
              <a:noFill/>
            </a:ln>
          </p:spPr>
          <p:txBody>
            <a:bodyPr spcFirstLastPara="1" wrap="square" lIns="91425" tIns="91425" rIns="91425" bIns="91425" anchor="ctr" anchorCtr="0">
              <a:noAutofit/>
            </a:bodyPr>
            <a:lstStyle/>
            <a:p>
              <a:endParaRPr sz="1400"/>
            </a:p>
          </p:txBody>
        </p:sp>
      </p:grpSp>
      <p:pic>
        <p:nvPicPr>
          <p:cNvPr id="81" name="Graphic 80">
            <a:extLst>
              <a:ext uri="{FF2B5EF4-FFF2-40B4-BE49-F238E27FC236}">
                <a16:creationId xmlns:a16="http://schemas.microsoft.com/office/drawing/2014/main" id="{99ADD21D-5C97-92A6-6921-093C212A5AA5}"/>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6"/>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831527481"/>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orma libre: forma 12">
            <a:extLst>
              <a:ext uri="{FF2B5EF4-FFF2-40B4-BE49-F238E27FC236}">
                <a16:creationId xmlns:a16="http://schemas.microsoft.com/office/drawing/2014/main" id="{C83FAF04-C76B-467F-BFEE-7ACD3A01E9B3}"/>
              </a:ext>
            </a:extLst>
          </p:cNvPr>
          <p:cNvSpPr/>
          <p:nvPr/>
        </p:nvSpPr>
        <p:spPr>
          <a:xfrm rot="3408062">
            <a:off x="3126265" y="-1799014"/>
            <a:ext cx="8230373" cy="13957036"/>
          </a:xfrm>
          <a:custGeom>
            <a:avLst/>
            <a:gdLst>
              <a:gd name="connsiteX0" fmla="*/ 2491775 w 8230373"/>
              <a:gd name="connsiteY0" fmla="*/ 0 h 13957036"/>
              <a:gd name="connsiteX1" fmla="*/ 8230373 w 8230373"/>
              <a:gd name="connsiteY1" fmla="*/ 3755084 h 13957036"/>
              <a:gd name="connsiteX2" fmla="*/ 1554666 w 8230373"/>
              <a:gd name="connsiteY2" fmla="*/ 13957036 h 13957036"/>
              <a:gd name="connsiteX3" fmla="*/ 0 w 8230373"/>
              <a:gd name="connsiteY3" fmla="*/ 12939731 h 13957036"/>
              <a:gd name="connsiteX4" fmla="*/ 1 w 8230373"/>
              <a:gd name="connsiteY4" fmla="*/ 3807980 h 13957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30373" h="13957036">
                <a:moveTo>
                  <a:pt x="2491775" y="0"/>
                </a:moveTo>
                <a:lnTo>
                  <a:pt x="8230373" y="3755084"/>
                </a:lnTo>
                <a:lnTo>
                  <a:pt x="1554666" y="13957036"/>
                </a:lnTo>
                <a:lnTo>
                  <a:pt x="0" y="12939731"/>
                </a:lnTo>
                <a:lnTo>
                  <a:pt x="1" y="3807980"/>
                </a:lnTo>
                <a:close/>
              </a:path>
            </a:pathLst>
          </a:custGeom>
          <a:solidFill>
            <a:srgbClr val="7F7F7E">
              <a:alpha val="54000"/>
            </a:srgb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lstStyle>
          <a:p>
            <a:pPr algn="ctr"/>
            <a:endParaRPr lang="es-PE" sz="1400"/>
          </a:p>
        </p:txBody>
      </p:sp>
      <p:sp>
        <p:nvSpPr>
          <p:cNvPr id="6" name="TextBox 5">
            <a:extLst>
              <a:ext uri="{FF2B5EF4-FFF2-40B4-BE49-F238E27FC236}">
                <a16:creationId xmlns:a16="http://schemas.microsoft.com/office/drawing/2014/main" id="{606460CB-E570-43FD-893F-C1FD2E7830B3}"/>
              </a:ext>
            </a:extLst>
          </p:cNvPr>
          <p:cNvSpPr txBox="1"/>
          <p:nvPr/>
        </p:nvSpPr>
        <p:spPr>
          <a:xfrm>
            <a:off x="7970110" y="4648723"/>
            <a:ext cx="3965900" cy="707886"/>
          </a:xfrm>
          <a:prstGeom prst="rect">
            <a:avLst/>
          </a:prstGeom>
          <a:noFill/>
        </p:spPr>
        <p:txBody>
          <a:bodyPr wrap="square" lIns="108000" rIns="108000" rtlCol="0">
            <a:spAutoFit/>
          </a:bodyPr>
          <a:lstStyle>
            <a:defPPr/>
          </a:lstStyle>
          <a:p>
            <a:r>
              <a:rPr lang="en-US" altLang="ko-KR" sz="2000" dirty="0">
                <a:solidFill>
                  <a:schemeClr val="bg1"/>
                </a:solidFill>
                <a:ea typeface="FZShuTi" pitchFamily="2" charset="-122"/>
                <a:cs typeface="Arial" panose="020B0604020202020204" pitchFamily="34" charset="0"/>
              </a:rPr>
              <a:t>Hosting and Development: Render, GitHub</a:t>
            </a:r>
          </a:p>
        </p:txBody>
      </p:sp>
      <p:sp>
        <p:nvSpPr>
          <p:cNvPr id="11" name="Title 1">
            <a:extLst>
              <a:ext uri="{FF2B5EF4-FFF2-40B4-BE49-F238E27FC236}">
                <a16:creationId xmlns:a16="http://schemas.microsoft.com/office/drawing/2014/main" id="{9A689030-7A30-454E-88BE-A0D6E5C12432}"/>
              </a:ext>
            </a:extLst>
          </p:cNvPr>
          <p:cNvSpPr txBox="1"/>
          <p:nvPr/>
        </p:nvSpPr>
        <p:spPr>
          <a:xfrm>
            <a:off x="314412" y="624118"/>
            <a:ext cx="3907480" cy="1922462"/>
          </a:xfrm>
          <a:prstGeom prst="rect">
            <a:avLst/>
          </a:prstGeom>
        </p:spPr>
        <p:txBody>
          <a:bodyPr anchor="ctr">
            <a:noAutofit/>
          </a:bodyPr>
          <a:lstStyle>
            <a:defPPr/>
            <a:lvl1pPr algn="l" defTabSz="914400" rtl="0" eaLnBrk="1" latinLnBrk="1" hangingPunct="1">
              <a:spcBef>
                <a:spcPct val="0"/>
              </a:spcBef>
              <a:buNone/>
              <a:defRPr sz="3600" b="0" kern="1200" baseline="0">
                <a:solidFill>
                  <a:schemeClr val="tx1">
                    <a:lumMod val="75000"/>
                    <a:lumOff val="25000"/>
                  </a:schemeClr>
                </a:solidFill>
                <a:latin typeface="+mj-lt"/>
                <a:ea typeface="+mj-ea"/>
                <a:cs typeface="Arial" panose="020B0604020202020204" pitchFamily="34" charset="0"/>
              </a:defRPr>
            </a:lvl1pPr>
          </a:lstStyle>
          <a:p>
            <a:r>
              <a:rPr lang="en-US" altLang="ko-KR" sz="4000" dirty="0">
                <a:solidFill>
                  <a:schemeClr val="tx1"/>
                </a:solidFill>
              </a:rPr>
              <a:t>Technologies Used</a:t>
            </a:r>
            <a:endParaRPr lang="ko-KR" altLang="en-US" sz="4000" dirty="0">
              <a:solidFill>
                <a:schemeClr val="tx1"/>
              </a:solidFill>
            </a:endParaRPr>
          </a:p>
        </p:txBody>
      </p:sp>
      <p:sp>
        <p:nvSpPr>
          <p:cNvPr id="12" name="TextBox 5">
            <a:extLst>
              <a:ext uri="{FF2B5EF4-FFF2-40B4-BE49-F238E27FC236}">
                <a16:creationId xmlns:a16="http://schemas.microsoft.com/office/drawing/2014/main" id="{606460CB-E570-43FD-893F-C1FD2E7830B3}"/>
              </a:ext>
            </a:extLst>
          </p:cNvPr>
          <p:cNvSpPr txBox="1"/>
          <p:nvPr/>
        </p:nvSpPr>
        <p:spPr>
          <a:xfrm>
            <a:off x="7970109" y="3755943"/>
            <a:ext cx="3965899" cy="707886"/>
          </a:xfrm>
          <a:prstGeom prst="rect">
            <a:avLst/>
          </a:prstGeom>
          <a:noFill/>
        </p:spPr>
        <p:txBody>
          <a:bodyPr wrap="square" lIns="108000" rIns="108000" rtlCol="0">
            <a:spAutoFit/>
          </a:bodyPr>
          <a:lstStyle>
            <a:defPPr/>
          </a:lstStyle>
          <a:p>
            <a:r>
              <a:rPr lang="en-US" altLang="ko-KR" sz="2000" dirty="0">
                <a:solidFill>
                  <a:schemeClr val="bg1"/>
                </a:solidFill>
                <a:ea typeface="FZShuTi" pitchFamily="2" charset="-122"/>
                <a:cs typeface="Arial" panose="020B0604020202020204" pitchFamily="34" charset="0"/>
              </a:rPr>
              <a:t>Authentication: JSON Web Tokens (JWT), </a:t>
            </a:r>
            <a:r>
              <a:rPr lang="en-US" altLang="ko-KR" sz="2000" dirty="0" err="1">
                <a:solidFill>
                  <a:schemeClr val="bg1"/>
                </a:solidFill>
                <a:ea typeface="FZShuTi" pitchFamily="2" charset="-122"/>
                <a:cs typeface="Arial" panose="020B0604020202020204" pitchFamily="34" charset="0"/>
              </a:rPr>
              <a:t>bcryptjs</a:t>
            </a:r>
            <a:endParaRPr lang="en-US" altLang="ko-KR" sz="2000" dirty="0">
              <a:solidFill>
                <a:schemeClr val="bg1"/>
              </a:solidFill>
              <a:ea typeface="FZShuTi" pitchFamily="2" charset="-122"/>
              <a:cs typeface="Arial" panose="020B0604020202020204" pitchFamily="34" charset="0"/>
            </a:endParaRPr>
          </a:p>
        </p:txBody>
      </p:sp>
      <p:sp>
        <p:nvSpPr>
          <p:cNvPr id="14" name="TextBox 5">
            <a:extLst>
              <a:ext uri="{FF2B5EF4-FFF2-40B4-BE49-F238E27FC236}">
                <a16:creationId xmlns:a16="http://schemas.microsoft.com/office/drawing/2014/main" id="{606460CB-E570-43FD-893F-C1FD2E7830B3}"/>
              </a:ext>
            </a:extLst>
          </p:cNvPr>
          <p:cNvSpPr txBox="1"/>
          <p:nvPr/>
        </p:nvSpPr>
        <p:spPr>
          <a:xfrm>
            <a:off x="7970110" y="2969270"/>
            <a:ext cx="3965898" cy="400110"/>
          </a:xfrm>
          <a:prstGeom prst="rect">
            <a:avLst/>
          </a:prstGeom>
          <a:noFill/>
        </p:spPr>
        <p:txBody>
          <a:bodyPr wrap="square" lIns="108000" rIns="108000" rtlCol="0">
            <a:spAutoFit/>
          </a:bodyPr>
          <a:lstStyle>
            <a:defPPr/>
          </a:lstStyle>
          <a:p>
            <a:r>
              <a:rPr lang="en-US" altLang="ko-KR" sz="2000" dirty="0">
                <a:solidFill>
                  <a:schemeClr val="bg1"/>
                </a:solidFill>
                <a:ea typeface="FZShuTi" pitchFamily="2" charset="-122"/>
                <a:cs typeface="Arial" panose="020B0604020202020204" pitchFamily="34" charset="0"/>
              </a:rPr>
              <a:t>Backend: Node.js, Express.js</a:t>
            </a:r>
          </a:p>
        </p:txBody>
      </p:sp>
      <p:sp>
        <p:nvSpPr>
          <p:cNvPr id="15" name="TextBox 5">
            <a:extLst>
              <a:ext uri="{FF2B5EF4-FFF2-40B4-BE49-F238E27FC236}">
                <a16:creationId xmlns:a16="http://schemas.microsoft.com/office/drawing/2014/main" id="{F5D9D6BF-7E5B-4077-BB80-BA5F1717460C}"/>
              </a:ext>
            </a:extLst>
          </p:cNvPr>
          <p:cNvSpPr txBox="1"/>
          <p:nvPr/>
        </p:nvSpPr>
        <p:spPr>
          <a:xfrm>
            <a:off x="3099531" y="4571779"/>
            <a:ext cx="3965901" cy="707886"/>
          </a:xfrm>
          <a:prstGeom prst="rect">
            <a:avLst/>
          </a:prstGeom>
          <a:noFill/>
        </p:spPr>
        <p:txBody>
          <a:bodyPr wrap="square" lIns="108000" rIns="108000" rtlCol="0">
            <a:spAutoFit/>
          </a:bodyPr>
          <a:lstStyle>
            <a:defPPr/>
          </a:lstStyle>
          <a:p>
            <a:r>
              <a:rPr lang="en-US" altLang="ko-KR" sz="2000" dirty="0">
                <a:solidFill>
                  <a:schemeClr val="bg1"/>
                </a:solidFill>
                <a:ea typeface="FZShuTi" pitchFamily="2" charset="-122"/>
                <a:cs typeface="Arial" panose="020B0604020202020204" pitchFamily="34" charset="0"/>
              </a:rPr>
              <a:t>External Comms: Axios, </a:t>
            </a:r>
            <a:r>
              <a:rPr lang="en-US" altLang="ko-KR" sz="2000" dirty="0" err="1">
                <a:solidFill>
                  <a:schemeClr val="bg1"/>
                </a:solidFill>
                <a:ea typeface="FZShuTi" pitchFamily="2" charset="-122"/>
                <a:cs typeface="Arial" panose="020B0604020202020204" pitchFamily="34" charset="0"/>
              </a:rPr>
              <a:t>psn-api</a:t>
            </a:r>
            <a:r>
              <a:rPr lang="en-US" altLang="ko-KR" sz="2000" dirty="0">
                <a:solidFill>
                  <a:schemeClr val="bg1"/>
                </a:solidFill>
                <a:ea typeface="FZShuTi" pitchFamily="2" charset="-122"/>
                <a:cs typeface="Arial" panose="020B0604020202020204" pitchFamily="34" charset="0"/>
              </a:rPr>
              <a:t>, Steam Web API, </a:t>
            </a:r>
            <a:r>
              <a:rPr lang="en-US" altLang="ko-KR" sz="2000" dirty="0" err="1">
                <a:solidFill>
                  <a:schemeClr val="bg1"/>
                </a:solidFill>
                <a:ea typeface="FZShuTi" pitchFamily="2" charset="-122"/>
                <a:cs typeface="Arial" panose="020B0604020202020204" pitchFamily="34" charset="0"/>
              </a:rPr>
              <a:t>OpenXBL</a:t>
            </a:r>
            <a:endParaRPr lang="en-US" altLang="ko-KR" sz="2000" dirty="0">
              <a:solidFill>
                <a:schemeClr val="bg1"/>
              </a:solidFill>
              <a:ea typeface="FZShuTi" pitchFamily="2" charset="-122"/>
              <a:cs typeface="Arial" panose="020B0604020202020204" pitchFamily="34" charset="0"/>
            </a:endParaRPr>
          </a:p>
        </p:txBody>
      </p:sp>
      <p:sp>
        <p:nvSpPr>
          <p:cNvPr id="17" name="TextBox 5">
            <a:extLst>
              <a:ext uri="{FF2B5EF4-FFF2-40B4-BE49-F238E27FC236}">
                <a16:creationId xmlns:a16="http://schemas.microsoft.com/office/drawing/2014/main" id="{43F8B471-7659-4E45-B540-67EC9148088C}"/>
              </a:ext>
            </a:extLst>
          </p:cNvPr>
          <p:cNvSpPr txBox="1"/>
          <p:nvPr/>
        </p:nvSpPr>
        <p:spPr>
          <a:xfrm>
            <a:off x="3099530" y="3755943"/>
            <a:ext cx="4393469" cy="400110"/>
          </a:xfrm>
          <a:prstGeom prst="rect">
            <a:avLst/>
          </a:prstGeom>
          <a:noFill/>
        </p:spPr>
        <p:txBody>
          <a:bodyPr wrap="square" lIns="108000" rIns="108000" rtlCol="0">
            <a:spAutoFit/>
          </a:bodyPr>
          <a:lstStyle>
            <a:defPPr/>
          </a:lstStyle>
          <a:p>
            <a:r>
              <a:rPr lang="en-US" altLang="ko-KR" sz="2000" dirty="0" err="1">
                <a:solidFill>
                  <a:schemeClr val="bg1"/>
                </a:solidFill>
                <a:ea typeface="FZShuTi" pitchFamily="2" charset="-122"/>
                <a:cs typeface="Arial" panose="020B0604020202020204" pitchFamily="34" charset="0"/>
              </a:rPr>
              <a:t>DataBase</a:t>
            </a:r>
            <a:r>
              <a:rPr lang="en-US" altLang="ko-KR" sz="2000" dirty="0">
                <a:solidFill>
                  <a:schemeClr val="bg1"/>
                </a:solidFill>
                <a:ea typeface="FZShuTi" pitchFamily="2" charset="-122"/>
                <a:cs typeface="Arial" panose="020B0604020202020204" pitchFamily="34" charset="0"/>
              </a:rPr>
              <a:t>: MongoDB Atlas (Mongoose)</a:t>
            </a:r>
          </a:p>
        </p:txBody>
      </p:sp>
      <p:sp>
        <p:nvSpPr>
          <p:cNvPr id="18" name="TextBox 5">
            <a:extLst>
              <a:ext uri="{FF2B5EF4-FFF2-40B4-BE49-F238E27FC236}">
                <a16:creationId xmlns:a16="http://schemas.microsoft.com/office/drawing/2014/main" id="{18D47E67-C316-4080-BCE8-DEE5567CA79C}"/>
              </a:ext>
            </a:extLst>
          </p:cNvPr>
          <p:cNvSpPr txBox="1"/>
          <p:nvPr/>
        </p:nvSpPr>
        <p:spPr>
          <a:xfrm>
            <a:off x="3099531" y="2986387"/>
            <a:ext cx="4236020" cy="400110"/>
          </a:xfrm>
          <a:prstGeom prst="rect">
            <a:avLst/>
          </a:prstGeom>
          <a:noFill/>
        </p:spPr>
        <p:txBody>
          <a:bodyPr wrap="square" lIns="108000" rIns="108000" rtlCol="0">
            <a:spAutoFit/>
          </a:bodyPr>
          <a:lstStyle>
            <a:defPPr/>
          </a:lstStyle>
          <a:p>
            <a:r>
              <a:rPr lang="en-US" altLang="ko-KR" sz="2000" dirty="0">
                <a:solidFill>
                  <a:schemeClr val="bg1"/>
                </a:solidFill>
                <a:ea typeface="FZShuTi" pitchFamily="2" charset="-122"/>
                <a:cs typeface="Arial" panose="020B0604020202020204" pitchFamily="34" charset="0"/>
              </a:rPr>
              <a:t>Frontend : React.js (Vite), HTML/CSS</a:t>
            </a:r>
          </a:p>
        </p:txBody>
      </p:sp>
      <p:grpSp>
        <p:nvGrpSpPr>
          <p:cNvPr id="2" name="Group 1">
            <a:extLst>
              <a:ext uri="{FF2B5EF4-FFF2-40B4-BE49-F238E27FC236}">
                <a16:creationId xmlns:a16="http://schemas.microsoft.com/office/drawing/2014/main" id="{C1EF4C7A-3F3E-F3D4-630A-D8587C58F4EC}"/>
              </a:ext>
            </a:extLst>
          </p:cNvPr>
          <p:cNvGrpSpPr/>
          <p:nvPr/>
        </p:nvGrpSpPr>
        <p:grpSpPr>
          <a:xfrm>
            <a:off x="10655300" y="-131233"/>
            <a:ext cx="1656567" cy="1612901"/>
            <a:chOff x="1540617" y="851075"/>
            <a:chExt cx="3268467" cy="3268467"/>
          </a:xfrm>
        </p:grpSpPr>
        <p:grpSp>
          <p:nvGrpSpPr>
            <p:cNvPr id="8" name="Google Shape;11;p2">
              <a:extLst>
                <a:ext uri="{FF2B5EF4-FFF2-40B4-BE49-F238E27FC236}">
                  <a16:creationId xmlns:a16="http://schemas.microsoft.com/office/drawing/2014/main" id="{4BE558DA-3552-D061-1DE6-22B3B2CAF674}"/>
                </a:ext>
              </a:extLst>
            </p:cNvPr>
            <p:cNvGrpSpPr/>
            <p:nvPr/>
          </p:nvGrpSpPr>
          <p:grpSpPr>
            <a:xfrm>
              <a:off x="1540617" y="851075"/>
              <a:ext cx="3268467" cy="3268467"/>
              <a:chOff x="1155463" y="638306"/>
              <a:chExt cx="2451350" cy="2451350"/>
            </a:xfrm>
          </p:grpSpPr>
          <p:sp>
            <p:nvSpPr>
              <p:cNvPr id="21" name="Google Shape;12;p2">
                <a:extLst>
                  <a:ext uri="{FF2B5EF4-FFF2-40B4-BE49-F238E27FC236}">
                    <a16:creationId xmlns:a16="http://schemas.microsoft.com/office/drawing/2014/main" id="{E918687B-5E25-93D7-FE51-858BB6FF68D8}"/>
                  </a:ext>
                </a:extLst>
              </p:cNvPr>
              <p:cNvSpPr/>
              <p:nvPr/>
            </p:nvSpPr>
            <p:spPr>
              <a:xfrm>
                <a:off x="1386084" y="868926"/>
                <a:ext cx="1989935" cy="1989935"/>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0000">
                  <a:alpha val="18820"/>
                </a:srgb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sp>
            <p:nvSpPr>
              <p:cNvPr id="22" name="Google Shape;13;p2">
                <a:extLst>
                  <a:ext uri="{FF2B5EF4-FFF2-40B4-BE49-F238E27FC236}">
                    <a16:creationId xmlns:a16="http://schemas.microsoft.com/office/drawing/2014/main" id="{0004BC66-0DDF-2977-B27E-75E4D75BEF9A}"/>
                  </a:ext>
                </a:extLst>
              </p:cNvPr>
              <p:cNvSpPr/>
              <p:nvPr/>
            </p:nvSpPr>
            <p:spPr>
              <a:xfrm>
                <a:off x="1496232" y="979075"/>
                <a:ext cx="1769254" cy="1769254"/>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chemeClr val="tx1">
                  <a:lumMod val="85000"/>
                  <a:lumOff val="15000"/>
                </a:scheme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sp>
            <p:nvSpPr>
              <p:cNvPr id="23" name="Google Shape;14;p2">
                <a:extLst>
                  <a:ext uri="{FF2B5EF4-FFF2-40B4-BE49-F238E27FC236}">
                    <a16:creationId xmlns:a16="http://schemas.microsoft.com/office/drawing/2014/main" id="{A91536BB-2B38-975D-3F8D-27B4B1CE8E96}"/>
                  </a:ext>
                </a:extLst>
              </p:cNvPr>
              <p:cNvSpPr/>
              <p:nvPr/>
            </p:nvSpPr>
            <p:spPr>
              <a:xfrm>
                <a:off x="1155463" y="638306"/>
                <a:ext cx="2451350" cy="2451350"/>
              </a:xfrm>
              <a:custGeom>
                <a:avLst>
                  <a:gd name="f11" fmla="val 495"/>
                </a:avLst>
                <a:gdLst>
                  <a:gd name="f1" fmla="val 21600000"/>
                  <a:gd name="f2" fmla="val 10800000"/>
                  <a:gd name="f3" fmla="val 5400000"/>
                  <a:gd name="f4" fmla="val 180"/>
                  <a:gd name="f5" fmla="val w"/>
                  <a:gd name="f6" fmla="val h"/>
                  <a:gd name="f7" fmla="val ss"/>
                  <a:gd name="f8" fmla="val 0"/>
                  <a:gd name="f9" fmla="*/ 5419351 1 1725033"/>
                  <a:gd name="f10" fmla="+- 0 0 21600000"/>
                  <a:gd name="f11" fmla="val 495"/>
                  <a:gd name="f12" fmla="+- 0 0 -360"/>
                  <a:gd name="f13" fmla="+- 0 0 -180"/>
                  <a:gd name="f14" fmla="abs f5"/>
                  <a:gd name="f15" fmla="abs f6"/>
                  <a:gd name="f16" fmla="abs f7"/>
                  <a:gd name="f17" fmla="val f8"/>
                  <a:gd name="f18" fmla="val f11"/>
                  <a:gd name="f19" fmla="+- 2700000 f3 0"/>
                  <a:gd name="f20" fmla="*/ f12 f2 1"/>
                  <a:gd name="f21" fmla="*/ f13 f2 1"/>
                  <a:gd name="f22" fmla="?: f14 f5 1"/>
                  <a:gd name="f23" fmla="?: f15 f6 1"/>
                  <a:gd name="f24" fmla="?: f16 f7 1"/>
                  <a:gd name="f25" fmla="*/ f19 f9 1"/>
                  <a:gd name="f26" fmla="*/ f20 1 f4"/>
                  <a:gd name="f27" fmla="*/ f21 1 f4"/>
                  <a:gd name="f28" fmla="*/ f22 1 21600"/>
                  <a:gd name="f29" fmla="*/ f23 1 21600"/>
                  <a:gd name="f30" fmla="*/ 21600 f22 1"/>
                  <a:gd name="f31" fmla="*/ 21600 f23 1"/>
                  <a:gd name="f32" fmla="*/ f25 1 f2"/>
                  <a:gd name="f33" fmla="+- f26 0 f3"/>
                  <a:gd name="f34" fmla="+- f27 0 f3"/>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2 1"/>
                  <a:gd name="f46" fmla="*/ f43 1 2"/>
                  <a:gd name="f47" fmla="*/ f44 1 2"/>
                  <a:gd name="f48" fmla="min f44 f43"/>
                  <a:gd name="f49" fmla="*/ f45 1 f9"/>
                  <a:gd name="f50" fmla="+- f17 f46 0"/>
                  <a:gd name="f51" fmla="+- f17 f47 0"/>
                  <a:gd name="f52" fmla="*/ f48 f18 1"/>
                  <a:gd name="f53" fmla="+- f49 0 f3"/>
                  <a:gd name="f54" fmla="*/ f47 f35 1"/>
                  <a:gd name="f55" fmla="*/ f46 f35 1"/>
                  <a:gd name="f56" fmla="*/ f52 1 100000"/>
                  <a:gd name="f57" fmla="cos 1 f53"/>
                  <a:gd name="f58" fmla="sin 1 f53"/>
                  <a:gd name="f59" fmla="*/ f50 f35 1"/>
                  <a:gd name="f60" fmla="+- f47 0 f56"/>
                  <a:gd name="f61" fmla="+- f46 0 f56"/>
                  <a:gd name="f62" fmla="+- 0 0 f57"/>
                  <a:gd name="f63" fmla="+- 0 0 f58"/>
                  <a:gd name="f64" fmla="*/ f56 f35 1"/>
                  <a:gd name="f65" fmla="+- 0 0 f62"/>
                  <a:gd name="f66" fmla="+- 0 0 f63"/>
                  <a:gd name="f67" fmla="*/ f60 f35 1"/>
                  <a:gd name="f68" fmla="*/ f61 f35 1"/>
                  <a:gd name="f69" fmla="*/ f65 f47 1"/>
                  <a:gd name="f70" fmla="*/ f66 f46 1"/>
                  <a:gd name="f71" fmla="+- f51 0 f69"/>
                  <a:gd name="f72" fmla="+- f51 f69 0"/>
                  <a:gd name="f73" fmla="+- f50 0 f70"/>
                  <a:gd name="f74" fmla="+- f50 f70 0"/>
                  <a:gd name="f75" fmla="*/ f71 f35 1"/>
                  <a:gd name="f76" fmla="*/ f73 f35 1"/>
                  <a:gd name="f77" fmla="*/ f72 f35 1"/>
                  <a:gd name="f78" fmla="*/ f74 f35 1"/>
                </a:gdLst>
                <a:ahLst/>
                <a:cxnLst>
                  <a:cxn ang="3cd4">
                    <a:pos x="hc" y="t"/>
                  </a:cxn>
                  <a:cxn ang="0">
                    <a:pos x="r" y="vc"/>
                  </a:cxn>
                  <a:cxn ang="cd4">
                    <a:pos x="hc" y="b"/>
                  </a:cxn>
                  <a:cxn ang="cd2">
                    <a:pos x="l" y="vc"/>
                  </a:cxn>
                  <a:cxn ang="f33">
                    <a:pos x="f75" y="f76"/>
                  </a:cxn>
                  <a:cxn ang="f34">
                    <a:pos x="f75" y="f78"/>
                  </a:cxn>
                  <a:cxn ang="f34">
                    <a:pos x="f77" y="f78"/>
                  </a:cxn>
                  <a:cxn ang="f33">
                    <a:pos x="f77" y="f76"/>
                  </a:cxn>
                </a:cxnLst>
                <a:rect l="f75" t="f76" r="f77" b="f78"/>
                <a:pathLst>
                  <a:path>
                    <a:moveTo>
                      <a:pt x="f42" y="f59"/>
                    </a:moveTo>
                    <a:arcTo wR="f54" hR="f55" stAng="f2" swAng="f1"/>
                    <a:close/>
                    <a:moveTo>
                      <a:pt x="f64" y="f59"/>
                    </a:moveTo>
                    <a:arcTo wR="f67" hR="f68" stAng="f2" swAng="f10"/>
                    <a:close/>
                  </a:path>
                </a:pathLst>
              </a:custGeom>
              <a:solidFill>
                <a:srgbClr val="000000">
                  <a:alpha val="6539"/>
                </a:srgb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grpSp>
        <p:pic>
          <p:nvPicPr>
            <p:cNvPr id="10" name="Imagen 19">
              <a:extLst>
                <a:ext uri="{FF2B5EF4-FFF2-40B4-BE49-F238E27FC236}">
                  <a16:creationId xmlns:a16="http://schemas.microsoft.com/office/drawing/2014/main" id="{030D4DE0-0D4F-CE95-D6BC-C4F35FCAC77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696695" y="1430822"/>
              <a:ext cx="955567" cy="955567"/>
            </a:xfrm>
            <a:prstGeom prst="rect">
              <a:avLst/>
            </a:prstGeom>
          </p:spPr>
        </p:pic>
        <p:pic>
          <p:nvPicPr>
            <p:cNvPr id="19" name="Picture 18">
              <a:extLst>
                <a:ext uri="{FF2B5EF4-FFF2-40B4-BE49-F238E27FC236}">
                  <a16:creationId xmlns:a16="http://schemas.microsoft.com/office/drawing/2014/main" id="{77BD720C-AF9E-C3C5-9CD0-80F7A02CD15E}"/>
                </a:ext>
              </a:extLst>
            </p:cNvPr>
            <p:cNvPicPr>
              <a:picLocks noChangeAspect="1"/>
            </p:cNvPicPr>
            <p:nvPr/>
          </p:nvPicPr>
          <p:blipFill>
            <a:blip r:embed="rId4"/>
            <a:stretch>
              <a:fillRect/>
            </a:stretch>
          </p:blipFill>
          <p:spPr>
            <a:xfrm>
              <a:off x="2169306" y="2325658"/>
              <a:ext cx="1054778" cy="1053899"/>
            </a:xfrm>
            <a:prstGeom prst="rect">
              <a:avLst/>
            </a:prstGeom>
          </p:spPr>
        </p:pic>
        <p:pic>
          <p:nvPicPr>
            <p:cNvPr id="20" name="Picture 4" descr="Xbox Logo png transparent">
              <a:extLst>
                <a:ext uri="{FF2B5EF4-FFF2-40B4-BE49-F238E27FC236}">
                  <a16:creationId xmlns:a16="http://schemas.microsoft.com/office/drawing/2014/main" id="{0D131FD4-1B66-EA8A-C805-D5CC3F5FBBF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8181" y="2386389"/>
              <a:ext cx="886721" cy="876776"/>
            </a:xfrm>
            <a:prstGeom prst="rect">
              <a:avLst/>
            </a:prstGeom>
            <a:noFill/>
            <a:extLst>
              <a:ext uri="{909E8E84-426E-40DD-AFC4-6F175D3DCCD1}">
                <a14:hiddenFill xmlns:a14="http://schemas.microsoft.com/office/drawing/2010/main">
                  <a:solidFill>
                    <a:srgbClr val="FFFFFF"/>
                  </a:solidFill>
                </a14:hiddenFill>
              </a:ext>
            </a:extLst>
          </p:spPr>
        </p:pic>
      </p:grpSp>
      <p:pic>
        <p:nvPicPr>
          <p:cNvPr id="27" name="Graphic 26">
            <a:extLst>
              <a:ext uri="{FF2B5EF4-FFF2-40B4-BE49-F238E27FC236}">
                <a16:creationId xmlns:a16="http://schemas.microsoft.com/office/drawing/2014/main" id="{498C68E1-397D-F157-F31D-CCA967BEB5B4}"/>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6"/>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57208505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Content Placeholder 2">
            <a:extLst>
              <a:ext uri="{FF2B5EF4-FFF2-40B4-BE49-F238E27FC236}">
                <a16:creationId xmlns:a16="http://schemas.microsoft.com/office/drawing/2014/main" id="{08E58152-7C1F-8630-1399-D2725E23D93F}"/>
              </a:ext>
            </a:extLst>
          </p:cNvPr>
          <p:cNvGraphicFramePr>
            <a:graphicFrameLocks noGrp="1"/>
          </p:cNvGraphicFramePr>
          <p:nvPr>
            <p:ph idx="1"/>
            <p:extLst>
              <p:ext uri="{D42A27DB-BD31-4B8C-83A1-F6EECF244321}">
                <p14:modId xmlns:p14="http://schemas.microsoft.com/office/powerpoint/2010/main" val="262827267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7">
            <a:extLst>
              <a:ext uri="{FF2B5EF4-FFF2-40B4-BE49-F238E27FC236}">
                <a16:creationId xmlns:a16="http://schemas.microsoft.com/office/drawing/2014/main" id="{FB56FA7D-4400-C089-C063-D959EE32A143}"/>
              </a:ext>
            </a:extLst>
          </p:cNvPr>
          <p:cNvSpPr txBox="1"/>
          <p:nvPr/>
        </p:nvSpPr>
        <p:spPr>
          <a:xfrm>
            <a:off x="1087909" y="142478"/>
            <a:ext cx="7012073" cy="769441"/>
          </a:xfrm>
          <a:prstGeom prst="rect">
            <a:avLst/>
          </a:prstGeom>
          <a:noFill/>
        </p:spPr>
        <p:txBody>
          <a:bodyPr wrap="square" rtlCol="0" anchor="ctr">
            <a:spAutoFit/>
          </a:bodyPr>
          <a:lstStyle/>
          <a:p>
            <a:r>
              <a:rPr lang="en-US" sz="4400" dirty="0">
                <a:solidFill>
                  <a:srgbClr val="272936"/>
                </a:solidFill>
                <a:latin typeface="Century Gothic" panose="020B0502020202020204" pitchFamily="34" charset="0"/>
              </a:rPr>
              <a:t>Architecture (High Level)</a:t>
            </a:r>
          </a:p>
        </p:txBody>
      </p:sp>
      <p:sp>
        <p:nvSpPr>
          <p:cNvPr id="7" name="TextBox 10">
            <a:extLst>
              <a:ext uri="{FF2B5EF4-FFF2-40B4-BE49-F238E27FC236}">
                <a16:creationId xmlns:a16="http://schemas.microsoft.com/office/drawing/2014/main" id="{6242719B-7B51-1AA3-867F-EA32FA6E8C4A}"/>
              </a:ext>
            </a:extLst>
          </p:cNvPr>
          <p:cNvSpPr txBox="1"/>
          <p:nvPr/>
        </p:nvSpPr>
        <p:spPr>
          <a:xfrm>
            <a:off x="1324801" y="855684"/>
            <a:ext cx="3214033" cy="307777"/>
          </a:xfrm>
          <a:prstGeom prst="rect">
            <a:avLst/>
          </a:prstGeom>
          <a:noFill/>
        </p:spPr>
        <p:txBody>
          <a:bodyPr wrap="square" lIns="108000" rIns="108000" rtlCol="0">
            <a:spAutoFit/>
          </a:bodyPr>
          <a:lstStyle/>
          <a:p>
            <a:r>
              <a:rPr lang="en-US" altLang="ko-KR" sz="1400" spc="600" dirty="0">
                <a:solidFill>
                  <a:srgbClr val="9E9CB4"/>
                </a:solidFill>
                <a:latin typeface="Century Gothic" panose="020B0502020202020204" pitchFamily="34" charset="0"/>
                <a:cs typeface="Arial" panose="020B0604020202020204" pitchFamily="34" charset="0"/>
              </a:rPr>
              <a:t>Logical view</a:t>
            </a:r>
            <a:endParaRPr lang="ko-KR" altLang="en-US" sz="1400" spc="600" dirty="0">
              <a:solidFill>
                <a:srgbClr val="9E9CB4"/>
              </a:solidFill>
              <a:latin typeface="Century Gothic" panose="020B0502020202020204" pitchFamily="34" charset="0"/>
              <a:cs typeface="Arial" panose="020B0604020202020204" pitchFamily="34" charset="0"/>
            </a:endParaRPr>
          </a:p>
        </p:txBody>
      </p:sp>
      <p:sp>
        <p:nvSpPr>
          <p:cNvPr id="8" name="Forma libre: forma 65">
            <a:extLst>
              <a:ext uri="{FF2B5EF4-FFF2-40B4-BE49-F238E27FC236}">
                <a16:creationId xmlns:a16="http://schemas.microsoft.com/office/drawing/2014/main" id="{2F74334E-D1D3-D2ED-E7DC-91F0068DC904}"/>
              </a:ext>
            </a:extLst>
          </p:cNvPr>
          <p:cNvSpPr/>
          <p:nvPr/>
        </p:nvSpPr>
        <p:spPr>
          <a:xfrm>
            <a:off x="506706" y="286751"/>
            <a:ext cx="567229" cy="319634"/>
          </a:xfrm>
          <a:custGeom>
            <a:avLst/>
            <a:gdLst>
              <a:gd name="connsiteX0" fmla="*/ 283657 w 567229"/>
              <a:gd name="connsiteY0" fmla="*/ 258695 h 319634"/>
              <a:gd name="connsiteX1" fmla="*/ 40974 w 567229"/>
              <a:gd name="connsiteY1" fmla="*/ 258695 h 319634"/>
              <a:gd name="connsiteX2" fmla="*/ 30668 w 567229"/>
              <a:gd name="connsiteY2" fmla="*/ 268702 h 319634"/>
              <a:gd name="connsiteX3" fmla="*/ 30609 w 567229"/>
              <a:gd name="connsiteY3" fmla="*/ 281876 h 319634"/>
              <a:gd name="connsiteX4" fmla="*/ 37898 w 567229"/>
              <a:gd name="connsiteY4" fmla="*/ 289135 h 319634"/>
              <a:gd name="connsiteX5" fmla="*/ 92624 w 567229"/>
              <a:gd name="connsiteY5" fmla="*/ 289075 h 319634"/>
              <a:gd name="connsiteX6" fmla="*/ 97881 w 567229"/>
              <a:gd name="connsiteY6" fmla="*/ 297081 h 319634"/>
              <a:gd name="connsiteX7" fmla="*/ 94058 w 567229"/>
              <a:gd name="connsiteY7" fmla="*/ 313660 h 319634"/>
              <a:gd name="connsiteX8" fmla="*/ 88113 w 567229"/>
              <a:gd name="connsiteY8" fmla="*/ 319575 h 319634"/>
              <a:gd name="connsiteX9" fmla="*/ 17555 w 567229"/>
              <a:gd name="connsiteY9" fmla="*/ 319425 h 319634"/>
              <a:gd name="connsiteX10" fmla="*/ 348 w 567229"/>
              <a:gd name="connsiteY10" fmla="*/ 302189 h 319634"/>
              <a:gd name="connsiteX11" fmla="*/ 348 w 567229"/>
              <a:gd name="connsiteY11" fmla="*/ 244834 h 319634"/>
              <a:gd name="connsiteX12" fmla="*/ 14956 w 567229"/>
              <a:gd name="connsiteY12" fmla="*/ 228643 h 319634"/>
              <a:gd name="connsiteX13" fmla="*/ 22334 w 567229"/>
              <a:gd name="connsiteY13" fmla="*/ 221175 h 319634"/>
              <a:gd name="connsiteX14" fmla="*/ 57643 w 567229"/>
              <a:gd name="connsiteY14" fmla="*/ 64316 h 319634"/>
              <a:gd name="connsiteX15" fmla="*/ 139254 w 567229"/>
              <a:gd name="connsiteY15" fmla="*/ 120 h 319634"/>
              <a:gd name="connsiteX16" fmla="*/ 423490 w 567229"/>
              <a:gd name="connsiteY16" fmla="*/ 0 h 319634"/>
              <a:gd name="connsiteX17" fmla="*/ 516004 w 567229"/>
              <a:gd name="connsiteY17" fmla="*/ 74860 h 319634"/>
              <a:gd name="connsiteX18" fmla="*/ 537393 w 567229"/>
              <a:gd name="connsiteY18" fmla="*/ 172692 h 319634"/>
              <a:gd name="connsiteX19" fmla="*/ 547938 w 567229"/>
              <a:gd name="connsiteY19" fmla="*/ 221623 h 319634"/>
              <a:gd name="connsiteX20" fmla="*/ 554808 w 567229"/>
              <a:gd name="connsiteY20" fmla="*/ 229181 h 319634"/>
              <a:gd name="connsiteX21" fmla="*/ 566907 w 567229"/>
              <a:gd name="connsiteY21" fmla="*/ 244565 h 319634"/>
              <a:gd name="connsiteX22" fmla="*/ 566787 w 567229"/>
              <a:gd name="connsiteY22" fmla="*/ 303234 h 319634"/>
              <a:gd name="connsiteX23" fmla="*/ 548326 w 567229"/>
              <a:gd name="connsiteY23" fmla="*/ 319485 h 319634"/>
              <a:gd name="connsiteX24" fmla="*/ 314874 w 567229"/>
              <a:gd name="connsiteY24" fmla="*/ 319634 h 319634"/>
              <a:gd name="connsiteX25" fmla="*/ 305852 w 567229"/>
              <a:gd name="connsiteY25" fmla="*/ 311031 h 319634"/>
              <a:gd name="connsiteX26" fmla="*/ 301043 w 567229"/>
              <a:gd name="connsiteY26" fmla="*/ 294064 h 319634"/>
              <a:gd name="connsiteX27" fmla="*/ 304090 w 567229"/>
              <a:gd name="connsiteY27" fmla="*/ 289075 h 319634"/>
              <a:gd name="connsiteX28" fmla="*/ 309377 w 567229"/>
              <a:gd name="connsiteY28" fmla="*/ 289015 h 319634"/>
              <a:gd name="connsiteX29" fmla="*/ 526340 w 567229"/>
              <a:gd name="connsiteY29" fmla="*/ 289045 h 319634"/>
              <a:gd name="connsiteX30" fmla="*/ 536795 w 567229"/>
              <a:gd name="connsiteY30" fmla="*/ 278440 h 319634"/>
              <a:gd name="connsiteX31" fmla="*/ 517080 w 567229"/>
              <a:gd name="connsiteY31" fmla="*/ 258665 h 319634"/>
              <a:gd name="connsiteX32" fmla="*/ 283627 w 567229"/>
              <a:gd name="connsiteY32" fmla="*/ 258665 h 319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67229" h="319634">
                <a:moveTo>
                  <a:pt x="283657" y="258695"/>
                </a:moveTo>
                <a:cubicBezTo>
                  <a:pt x="202763" y="258695"/>
                  <a:pt x="121869" y="258695"/>
                  <a:pt x="40974" y="258695"/>
                </a:cubicBezTo>
                <a:cubicBezTo>
                  <a:pt x="34104" y="258695"/>
                  <a:pt x="30668" y="262031"/>
                  <a:pt x="30668" y="268702"/>
                </a:cubicBezTo>
                <a:cubicBezTo>
                  <a:pt x="30668" y="273093"/>
                  <a:pt x="30937" y="277514"/>
                  <a:pt x="30609" y="281876"/>
                </a:cubicBezTo>
                <a:cubicBezTo>
                  <a:pt x="30220" y="287372"/>
                  <a:pt x="32521" y="289194"/>
                  <a:pt x="37898" y="289135"/>
                </a:cubicBezTo>
                <a:cubicBezTo>
                  <a:pt x="56150" y="288926"/>
                  <a:pt x="74402" y="289045"/>
                  <a:pt x="92624" y="289075"/>
                </a:cubicBezTo>
                <a:cubicBezTo>
                  <a:pt x="101436" y="289075"/>
                  <a:pt x="101436" y="289135"/>
                  <a:pt x="97881" y="297081"/>
                </a:cubicBezTo>
                <a:cubicBezTo>
                  <a:pt x="95521" y="302338"/>
                  <a:pt x="94028" y="307865"/>
                  <a:pt x="94058" y="313660"/>
                </a:cubicBezTo>
                <a:cubicBezTo>
                  <a:pt x="94058" y="317812"/>
                  <a:pt x="92295" y="319604"/>
                  <a:pt x="88113" y="319575"/>
                </a:cubicBezTo>
                <a:cubicBezTo>
                  <a:pt x="64603" y="319485"/>
                  <a:pt x="41064" y="319694"/>
                  <a:pt x="17555" y="319425"/>
                </a:cubicBezTo>
                <a:cubicBezTo>
                  <a:pt x="7547" y="319306"/>
                  <a:pt x="617" y="312674"/>
                  <a:pt x="348" y="302189"/>
                </a:cubicBezTo>
                <a:cubicBezTo>
                  <a:pt x="-160" y="283071"/>
                  <a:pt x="-70" y="263952"/>
                  <a:pt x="348" y="244834"/>
                </a:cubicBezTo>
                <a:cubicBezTo>
                  <a:pt x="557" y="235992"/>
                  <a:pt x="6173" y="230017"/>
                  <a:pt x="14956" y="228643"/>
                </a:cubicBezTo>
                <a:cubicBezTo>
                  <a:pt x="19825" y="227896"/>
                  <a:pt x="21348" y="225656"/>
                  <a:pt x="22334" y="221175"/>
                </a:cubicBezTo>
                <a:cubicBezTo>
                  <a:pt x="33925" y="168869"/>
                  <a:pt x="45396" y="116503"/>
                  <a:pt x="57643" y="64316"/>
                </a:cubicBezTo>
                <a:cubicBezTo>
                  <a:pt x="66605" y="26109"/>
                  <a:pt x="100032" y="180"/>
                  <a:pt x="139254" y="120"/>
                </a:cubicBezTo>
                <a:cubicBezTo>
                  <a:pt x="234009" y="0"/>
                  <a:pt x="328735" y="210"/>
                  <a:pt x="423490" y="0"/>
                </a:cubicBezTo>
                <a:cubicBezTo>
                  <a:pt x="474034" y="-119"/>
                  <a:pt x="505728" y="25452"/>
                  <a:pt x="516004" y="74860"/>
                </a:cubicBezTo>
                <a:cubicBezTo>
                  <a:pt x="522785" y="107541"/>
                  <a:pt x="530253" y="140072"/>
                  <a:pt x="537393" y="172692"/>
                </a:cubicBezTo>
                <a:cubicBezTo>
                  <a:pt x="540948" y="189003"/>
                  <a:pt x="544562" y="205283"/>
                  <a:pt x="547938" y="221623"/>
                </a:cubicBezTo>
                <a:cubicBezTo>
                  <a:pt x="548774" y="225716"/>
                  <a:pt x="550507" y="228106"/>
                  <a:pt x="554808" y="229181"/>
                </a:cubicBezTo>
                <a:cubicBezTo>
                  <a:pt x="562575" y="231153"/>
                  <a:pt x="566787" y="236828"/>
                  <a:pt x="566907" y="244565"/>
                </a:cubicBezTo>
                <a:cubicBezTo>
                  <a:pt x="567235" y="264102"/>
                  <a:pt x="567474" y="283698"/>
                  <a:pt x="566787" y="303234"/>
                </a:cubicBezTo>
                <a:cubicBezTo>
                  <a:pt x="566399" y="314108"/>
                  <a:pt x="559498" y="319485"/>
                  <a:pt x="548326" y="319485"/>
                </a:cubicBezTo>
                <a:cubicBezTo>
                  <a:pt x="470509" y="319515"/>
                  <a:pt x="392691" y="319455"/>
                  <a:pt x="314874" y="319634"/>
                </a:cubicBezTo>
                <a:cubicBezTo>
                  <a:pt x="308392" y="319634"/>
                  <a:pt x="305703" y="317693"/>
                  <a:pt x="305852" y="311031"/>
                </a:cubicBezTo>
                <a:cubicBezTo>
                  <a:pt x="306002" y="305027"/>
                  <a:pt x="303821" y="299381"/>
                  <a:pt x="301043" y="294064"/>
                </a:cubicBezTo>
                <a:cubicBezTo>
                  <a:pt x="299221" y="290569"/>
                  <a:pt x="300565" y="289194"/>
                  <a:pt x="304090" y="289075"/>
                </a:cubicBezTo>
                <a:cubicBezTo>
                  <a:pt x="305852" y="289015"/>
                  <a:pt x="307615" y="289015"/>
                  <a:pt x="309377" y="289015"/>
                </a:cubicBezTo>
                <a:cubicBezTo>
                  <a:pt x="381698" y="289015"/>
                  <a:pt x="454019" y="289015"/>
                  <a:pt x="526340" y="289045"/>
                </a:cubicBezTo>
                <a:cubicBezTo>
                  <a:pt x="533309" y="289045"/>
                  <a:pt x="536795" y="285510"/>
                  <a:pt x="536795" y="278440"/>
                </a:cubicBezTo>
                <a:cubicBezTo>
                  <a:pt x="536816" y="265257"/>
                  <a:pt x="530244" y="258665"/>
                  <a:pt x="517080" y="258665"/>
                </a:cubicBezTo>
                <a:cubicBezTo>
                  <a:pt x="439262" y="258665"/>
                  <a:pt x="361445" y="258665"/>
                  <a:pt x="283627" y="258665"/>
                </a:cubicBezTo>
                <a:close/>
              </a:path>
            </a:pathLst>
          </a:custGeom>
          <a:solidFill>
            <a:srgbClr val="000000"/>
          </a:solidFill>
          <a:ln w="2970" cap="flat">
            <a:noFill/>
            <a:prstDash val="solid"/>
            <a:miter/>
          </a:ln>
        </p:spPr>
        <p:txBody>
          <a:bodyPr rtlCol="0" anchor="ctr"/>
          <a:lstStyle/>
          <a:p>
            <a:endParaRPr lang="LID4096"/>
          </a:p>
        </p:txBody>
      </p:sp>
      <p:grpSp>
        <p:nvGrpSpPr>
          <p:cNvPr id="9" name="Grupo 66">
            <a:extLst>
              <a:ext uri="{FF2B5EF4-FFF2-40B4-BE49-F238E27FC236}">
                <a16:creationId xmlns:a16="http://schemas.microsoft.com/office/drawing/2014/main" id="{1105056D-22C0-DC24-5A6D-4B806C71CF13}"/>
              </a:ext>
            </a:extLst>
          </p:cNvPr>
          <p:cNvGrpSpPr/>
          <p:nvPr/>
        </p:nvGrpSpPr>
        <p:grpSpPr>
          <a:xfrm>
            <a:off x="241063" y="584897"/>
            <a:ext cx="545369" cy="495206"/>
            <a:chOff x="119056" y="424744"/>
            <a:chExt cx="545369" cy="495206"/>
          </a:xfrm>
        </p:grpSpPr>
        <p:sp>
          <p:nvSpPr>
            <p:cNvPr id="10" name="Forma libre: forma 67">
              <a:extLst>
                <a:ext uri="{FF2B5EF4-FFF2-40B4-BE49-F238E27FC236}">
                  <a16:creationId xmlns:a16="http://schemas.microsoft.com/office/drawing/2014/main" id="{234980E8-DF16-0EBD-FF0F-4A1DBC08A81A}"/>
                </a:ext>
              </a:extLst>
            </p:cNvPr>
            <p:cNvSpPr/>
            <p:nvPr/>
          </p:nvSpPr>
          <p:spPr>
            <a:xfrm>
              <a:off x="119056" y="424744"/>
              <a:ext cx="545369" cy="495206"/>
            </a:xfrm>
            <a:custGeom>
              <a:avLst/>
              <a:gdLst>
                <a:gd name="connsiteX0" fmla="*/ 466404 w 545369"/>
                <a:gd name="connsiteY0" fmla="*/ 40 h 495206"/>
                <a:gd name="connsiteX1" fmla="*/ 525761 w 545369"/>
                <a:gd name="connsiteY1" fmla="*/ 40 h 495206"/>
                <a:gd name="connsiteX2" fmla="*/ 544998 w 545369"/>
                <a:gd name="connsiteY2" fmla="*/ 17665 h 495206"/>
                <a:gd name="connsiteX3" fmla="*/ 544371 w 545369"/>
                <a:gd name="connsiteY3" fmla="*/ 64385 h 495206"/>
                <a:gd name="connsiteX4" fmla="*/ 527852 w 545369"/>
                <a:gd name="connsiteY4" fmla="*/ 78156 h 495206"/>
                <a:gd name="connsiteX5" fmla="*/ 492901 w 545369"/>
                <a:gd name="connsiteY5" fmla="*/ 78066 h 495206"/>
                <a:gd name="connsiteX6" fmla="*/ 480892 w 545369"/>
                <a:gd name="connsiteY6" fmla="*/ 86849 h 495206"/>
                <a:gd name="connsiteX7" fmla="*/ 461774 w 545369"/>
                <a:gd name="connsiteY7" fmla="*/ 145040 h 495206"/>
                <a:gd name="connsiteX8" fmla="*/ 370066 w 545369"/>
                <a:gd name="connsiteY8" fmla="*/ 195196 h 495206"/>
                <a:gd name="connsiteX9" fmla="*/ 302316 w 545369"/>
                <a:gd name="connsiteY9" fmla="*/ 151881 h 495206"/>
                <a:gd name="connsiteX10" fmla="*/ 264258 w 545369"/>
                <a:gd name="connsiteY10" fmla="*/ 144741 h 495206"/>
                <a:gd name="connsiteX11" fmla="*/ 237104 w 545369"/>
                <a:gd name="connsiteY11" fmla="*/ 177900 h 495206"/>
                <a:gd name="connsiteX12" fmla="*/ 239285 w 545369"/>
                <a:gd name="connsiteY12" fmla="*/ 183247 h 495206"/>
                <a:gd name="connsiteX13" fmla="*/ 254161 w 545369"/>
                <a:gd name="connsiteY13" fmla="*/ 199736 h 495206"/>
                <a:gd name="connsiteX14" fmla="*/ 260435 w 545369"/>
                <a:gd name="connsiteY14" fmla="*/ 203978 h 495206"/>
                <a:gd name="connsiteX15" fmla="*/ 280121 w 545369"/>
                <a:gd name="connsiteY15" fmla="*/ 205472 h 495206"/>
                <a:gd name="connsiteX16" fmla="*/ 285557 w 545369"/>
                <a:gd name="connsiteY16" fmla="*/ 201111 h 495206"/>
                <a:gd name="connsiteX17" fmla="*/ 303511 w 545369"/>
                <a:gd name="connsiteY17" fmla="*/ 183277 h 495206"/>
                <a:gd name="connsiteX18" fmla="*/ 326721 w 545369"/>
                <a:gd name="connsiteY18" fmla="*/ 195704 h 495206"/>
                <a:gd name="connsiteX19" fmla="*/ 335892 w 545369"/>
                <a:gd name="connsiteY19" fmla="*/ 199079 h 495206"/>
                <a:gd name="connsiteX20" fmla="*/ 387302 w 545369"/>
                <a:gd name="connsiteY20" fmla="*/ 220587 h 495206"/>
                <a:gd name="connsiteX21" fmla="*/ 402985 w 545369"/>
                <a:gd name="connsiteY21" fmla="*/ 263484 h 495206"/>
                <a:gd name="connsiteX22" fmla="*/ 430946 w 545369"/>
                <a:gd name="connsiteY22" fmla="*/ 400538 h 495206"/>
                <a:gd name="connsiteX23" fmla="*/ 412156 w 545369"/>
                <a:gd name="connsiteY23" fmla="*/ 470917 h 495206"/>
                <a:gd name="connsiteX24" fmla="*/ 362658 w 545369"/>
                <a:gd name="connsiteY24" fmla="*/ 493710 h 495206"/>
                <a:gd name="connsiteX25" fmla="*/ 297805 w 545369"/>
                <a:gd name="connsiteY25" fmla="*/ 439253 h 495206"/>
                <a:gd name="connsiteX26" fmla="*/ 265005 w 545369"/>
                <a:gd name="connsiteY26" fmla="*/ 400927 h 495206"/>
                <a:gd name="connsiteX27" fmla="*/ 228202 w 545369"/>
                <a:gd name="connsiteY27" fmla="*/ 397939 h 495206"/>
                <a:gd name="connsiteX28" fmla="*/ 205529 w 545369"/>
                <a:gd name="connsiteY28" fmla="*/ 397282 h 495206"/>
                <a:gd name="connsiteX29" fmla="*/ 142200 w 545369"/>
                <a:gd name="connsiteY29" fmla="*/ 422614 h 495206"/>
                <a:gd name="connsiteX30" fmla="*/ 137181 w 545369"/>
                <a:gd name="connsiteY30" fmla="*/ 440866 h 495206"/>
                <a:gd name="connsiteX31" fmla="*/ 59065 w 545369"/>
                <a:gd name="connsiteY31" fmla="*/ 493829 h 495206"/>
                <a:gd name="connsiteX32" fmla="*/ 247 w 545369"/>
                <a:gd name="connsiteY32" fmla="*/ 418312 h 495206"/>
                <a:gd name="connsiteX33" fmla="*/ 6490 w 545369"/>
                <a:gd name="connsiteY33" fmla="*/ 393458 h 495206"/>
                <a:gd name="connsiteX34" fmla="*/ 28267 w 545369"/>
                <a:gd name="connsiteY34" fmla="*/ 271848 h 495206"/>
                <a:gd name="connsiteX35" fmla="*/ 39140 w 545369"/>
                <a:gd name="connsiteY35" fmla="*/ 228414 h 495206"/>
                <a:gd name="connsiteX36" fmla="*/ 96645 w 545369"/>
                <a:gd name="connsiteY36" fmla="*/ 200394 h 495206"/>
                <a:gd name="connsiteX37" fmla="*/ 109908 w 545369"/>
                <a:gd name="connsiteY37" fmla="*/ 193732 h 495206"/>
                <a:gd name="connsiteX38" fmla="*/ 131506 w 545369"/>
                <a:gd name="connsiteY38" fmla="*/ 184531 h 495206"/>
                <a:gd name="connsiteX39" fmla="*/ 148145 w 545369"/>
                <a:gd name="connsiteY39" fmla="*/ 199527 h 495206"/>
                <a:gd name="connsiteX40" fmla="*/ 156539 w 545369"/>
                <a:gd name="connsiteY40" fmla="*/ 205412 h 495206"/>
                <a:gd name="connsiteX41" fmla="*/ 167651 w 545369"/>
                <a:gd name="connsiteY41" fmla="*/ 204217 h 495206"/>
                <a:gd name="connsiteX42" fmla="*/ 180526 w 545369"/>
                <a:gd name="connsiteY42" fmla="*/ 195853 h 495206"/>
                <a:gd name="connsiteX43" fmla="*/ 196299 w 545369"/>
                <a:gd name="connsiteY43" fmla="*/ 181305 h 495206"/>
                <a:gd name="connsiteX44" fmla="*/ 200720 w 545369"/>
                <a:gd name="connsiteY44" fmla="*/ 176137 h 495206"/>
                <a:gd name="connsiteX45" fmla="*/ 223214 w 545369"/>
                <a:gd name="connsiteY45" fmla="*/ 138379 h 495206"/>
                <a:gd name="connsiteX46" fmla="*/ 270352 w 545369"/>
                <a:gd name="connsiteY46" fmla="*/ 113644 h 495206"/>
                <a:gd name="connsiteX47" fmla="*/ 316923 w 545369"/>
                <a:gd name="connsiteY47" fmla="*/ 128252 h 495206"/>
                <a:gd name="connsiteX48" fmla="*/ 357550 w 545369"/>
                <a:gd name="connsiteY48" fmla="*/ 158513 h 495206"/>
                <a:gd name="connsiteX49" fmla="*/ 420013 w 545369"/>
                <a:gd name="connsiteY49" fmla="*/ 157318 h 495206"/>
                <a:gd name="connsiteX50" fmla="*/ 448481 w 545369"/>
                <a:gd name="connsiteY50" fmla="*/ 118782 h 495206"/>
                <a:gd name="connsiteX51" fmla="*/ 450184 w 545369"/>
                <a:gd name="connsiteY51" fmla="*/ 83951 h 495206"/>
                <a:gd name="connsiteX52" fmla="*/ 444269 w 545369"/>
                <a:gd name="connsiteY52" fmla="*/ 78186 h 495206"/>
                <a:gd name="connsiteX53" fmla="*/ 405345 w 545369"/>
                <a:gd name="connsiteY53" fmla="*/ 78186 h 495206"/>
                <a:gd name="connsiteX54" fmla="*/ 386556 w 545369"/>
                <a:gd name="connsiteY54" fmla="*/ 59426 h 495206"/>
                <a:gd name="connsiteX55" fmla="*/ 386556 w 545369"/>
                <a:gd name="connsiteY55" fmla="*/ 19188 h 495206"/>
                <a:gd name="connsiteX56" fmla="*/ 405614 w 545369"/>
                <a:gd name="connsiteY56" fmla="*/ 40 h 495206"/>
                <a:gd name="connsiteX57" fmla="*/ 466285 w 545369"/>
                <a:gd name="connsiteY57" fmla="*/ 40 h 495206"/>
                <a:gd name="connsiteX58" fmla="*/ 81051 w 545369"/>
                <a:gd name="connsiteY58" fmla="*/ 307635 h 495206"/>
                <a:gd name="connsiteX59" fmla="*/ 127921 w 545369"/>
                <a:gd name="connsiteY59" fmla="*/ 354624 h 495206"/>
                <a:gd name="connsiteX60" fmla="*/ 174671 w 545369"/>
                <a:gd name="connsiteY60" fmla="*/ 307576 h 495206"/>
                <a:gd name="connsiteX61" fmla="*/ 127533 w 545369"/>
                <a:gd name="connsiteY61" fmla="*/ 260377 h 495206"/>
                <a:gd name="connsiteX62" fmla="*/ 81051 w 545369"/>
                <a:gd name="connsiteY62" fmla="*/ 307665 h 495206"/>
                <a:gd name="connsiteX63" fmla="*/ 305393 w 545369"/>
                <a:gd name="connsiteY63" fmla="*/ 353340 h 495206"/>
                <a:gd name="connsiteX64" fmla="*/ 352441 w 545369"/>
                <a:gd name="connsiteY64" fmla="*/ 305783 h 495206"/>
                <a:gd name="connsiteX65" fmla="*/ 305602 w 545369"/>
                <a:gd name="connsiteY65" fmla="*/ 259063 h 495206"/>
                <a:gd name="connsiteX66" fmla="*/ 258164 w 545369"/>
                <a:gd name="connsiteY66" fmla="*/ 307247 h 495206"/>
                <a:gd name="connsiteX67" fmla="*/ 305363 w 545369"/>
                <a:gd name="connsiteY67" fmla="*/ 353340 h 495206"/>
                <a:gd name="connsiteX68" fmla="*/ 216522 w 545369"/>
                <a:gd name="connsiteY68" fmla="*/ 370606 h 495206"/>
                <a:gd name="connsiteX69" fmla="*/ 241735 w 545369"/>
                <a:gd name="connsiteY69" fmla="*/ 345812 h 495206"/>
                <a:gd name="connsiteX70" fmla="*/ 217239 w 545369"/>
                <a:gd name="connsiteY70" fmla="*/ 320899 h 495206"/>
                <a:gd name="connsiteX71" fmla="*/ 191937 w 545369"/>
                <a:gd name="connsiteY71" fmla="*/ 345394 h 495206"/>
                <a:gd name="connsiteX72" fmla="*/ 216522 w 545369"/>
                <a:gd name="connsiteY72" fmla="*/ 370576 h 495206"/>
                <a:gd name="connsiteX73" fmla="*/ 215716 w 545369"/>
                <a:gd name="connsiteY73" fmla="*/ 249324 h 495206"/>
                <a:gd name="connsiteX74" fmla="*/ 215716 w 545369"/>
                <a:gd name="connsiteY74" fmla="*/ 249145 h 495206"/>
                <a:gd name="connsiteX75" fmla="*/ 259807 w 545369"/>
                <a:gd name="connsiteY75" fmla="*/ 249145 h 495206"/>
                <a:gd name="connsiteX76" fmla="*/ 269605 w 545369"/>
                <a:gd name="connsiteY76" fmla="*/ 240034 h 495206"/>
                <a:gd name="connsiteX77" fmla="*/ 260285 w 545369"/>
                <a:gd name="connsiteY77" fmla="*/ 231252 h 495206"/>
                <a:gd name="connsiteX78" fmla="*/ 172102 w 545369"/>
                <a:gd name="connsiteY78" fmla="*/ 231461 h 495206"/>
                <a:gd name="connsiteX79" fmla="*/ 162872 w 545369"/>
                <a:gd name="connsiteY79" fmla="*/ 240602 h 495206"/>
                <a:gd name="connsiteX80" fmla="*/ 172311 w 545369"/>
                <a:gd name="connsiteY80" fmla="*/ 249354 h 495206"/>
                <a:gd name="connsiteX81" fmla="*/ 215746 w 545369"/>
                <a:gd name="connsiteY81" fmla="*/ 249354 h 495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45369" h="495206">
                  <a:moveTo>
                    <a:pt x="466404" y="40"/>
                  </a:moveTo>
                  <a:cubicBezTo>
                    <a:pt x="486180" y="40"/>
                    <a:pt x="505985" y="10"/>
                    <a:pt x="525761" y="40"/>
                  </a:cubicBezTo>
                  <a:cubicBezTo>
                    <a:pt x="538038" y="70"/>
                    <a:pt x="544610" y="5596"/>
                    <a:pt x="544998" y="17665"/>
                  </a:cubicBezTo>
                  <a:cubicBezTo>
                    <a:pt x="545506" y="33228"/>
                    <a:pt x="545656" y="48851"/>
                    <a:pt x="544371" y="64385"/>
                  </a:cubicBezTo>
                  <a:cubicBezTo>
                    <a:pt x="543714" y="72540"/>
                    <a:pt x="536993" y="78036"/>
                    <a:pt x="527852" y="78156"/>
                  </a:cubicBezTo>
                  <a:cubicBezTo>
                    <a:pt x="516202" y="78305"/>
                    <a:pt x="504521" y="78664"/>
                    <a:pt x="492901" y="78066"/>
                  </a:cubicBezTo>
                  <a:cubicBezTo>
                    <a:pt x="485851" y="77678"/>
                    <a:pt x="482894" y="80217"/>
                    <a:pt x="480892" y="86849"/>
                  </a:cubicBezTo>
                  <a:cubicBezTo>
                    <a:pt x="474948" y="106385"/>
                    <a:pt x="468764" y="125862"/>
                    <a:pt x="461774" y="145040"/>
                  </a:cubicBezTo>
                  <a:cubicBezTo>
                    <a:pt x="446360" y="187399"/>
                    <a:pt x="408900" y="202634"/>
                    <a:pt x="370066" y="195196"/>
                  </a:cubicBezTo>
                  <a:cubicBezTo>
                    <a:pt x="341956" y="189819"/>
                    <a:pt x="319283" y="175271"/>
                    <a:pt x="302316" y="151881"/>
                  </a:cubicBezTo>
                  <a:cubicBezTo>
                    <a:pt x="291263" y="136616"/>
                    <a:pt x="280598" y="134973"/>
                    <a:pt x="264258" y="144741"/>
                  </a:cubicBezTo>
                  <a:cubicBezTo>
                    <a:pt x="251174" y="152568"/>
                    <a:pt x="243646" y="164816"/>
                    <a:pt x="237104" y="177900"/>
                  </a:cubicBezTo>
                  <a:cubicBezTo>
                    <a:pt x="235760" y="180588"/>
                    <a:pt x="237373" y="181873"/>
                    <a:pt x="239285" y="183247"/>
                  </a:cubicBezTo>
                  <a:cubicBezTo>
                    <a:pt x="245469" y="187638"/>
                    <a:pt x="250607" y="192985"/>
                    <a:pt x="254161" y="199736"/>
                  </a:cubicBezTo>
                  <a:cubicBezTo>
                    <a:pt x="255506" y="202335"/>
                    <a:pt x="257686" y="203620"/>
                    <a:pt x="260435" y="203978"/>
                  </a:cubicBezTo>
                  <a:cubicBezTo>
                    <a:pt x="266977" y="204845"/>
                    <a:pt x="273489" y="205741"/>
                    <a:pt x="280121" y="205472"/>
                  </a:cubicBezTo>
                  <a:cubicBezTo>
                    <a:pt x="283227" y="205352"/>
                    <a:pt x="284840" y="204307"/>
                    <a:pt x="285557" y="201111"/>
                  </a:cubicBezTo>
                  <a:cubicBezTo>
                    <a:pt x="287678" y="191372"/>
                    <a:pt x="293563" y="184830"/>
                    <a:pt x="303511" y="183277"/>
                  </a:cubicBezTo>
                  <a:cubicBezTo>
                    <a:pt x="314026" y="181634"/>
                    <a:pt x="321942" y="186234"/>
                    <a:pt x="326721" y="195704"/>
                  </a:cubicBezTo>
                  <a:cubicBezTo>
                    <a:pt x="328842" y="199886"/>
                    <a:pt x="332487" y="199049"/>
                    <a:pt x="335892" y="199079"/>
                  </a:cubicBezTo>
                  <a:cubicBezTo>
                    <a:pt x="355936" y="199348"/>
                    <a:pt x="373113" y="206039"/>
                    <a:pt x="387302" y="220587"/>
                  </a:cubicBezTo>
                  <a:cubicBezTo>
                    <a:pt x="399102" y="232686"/>
                    <a:pt x="401850" y="247681"/>
                    <a:pt x="402985" y="263484"/>
                  </a:cubicBezTo>
                  <a:cubicBezTo>
                    <a:pt x="406331" y="310384"/>
                    <a:pt x="415382" y="356088"/>
                    <a:pt x="430946" y="400538"/>
                  </a:cubicBezTo>
                  <a:cubicBezTo>
                    <a:pt x="440565" y="428021"/>
                    <a:pt x="431424" y="451082"/>
                    <a:pt x="412156" y="470917"/>
                  </a:cubicBezTo>
                  <a:cubicBezTo>
                    <a:pt x="398714" y="484748"/>
                    <a:pt x="382672" y="493740"/>
                    <a:pt x="362658" y="493710"/>
                  </a:cubicBezTo>
                  <a:cubicBezTo>
                    <a:pt x="332278" y="493680"/>
                    <a:pt x="302256" y="469304"/>
                    <a:pt x="297805" y="439253"/>
                  </a:cubicBezTo>
                  <a:cubicBezTo>
                    <a:pt x="294788" y="418880"/>
                    <a:pt x="282451" y="408006"/>
                    <a:pt x="265005" y="400927"/>
                  </a:cubicBezTo>
                  <a:cubicBezTo>
                    <a:pt x="253146" y="396117"/>
                    <a:pt x="240868" y="394683"/>
                    <a:pt x="228202" y="397939"/>
                  </a:cubicBezTo>
                  <a:cubicBezTo>
                    <a:pt x="220645" y="399881"/>
                    <a:pt x="213236" y="399612"/>
                    <a:pt x="205529" y="397282"/>
                  </a:cubicBezTo>
                  <a:cubicBezTo>
                    <a:pt x="184410" y="390919"/>
                    <a:pt x="153432" y="403764"/>
                    <a:pt x="142200" y="422614"/>
                  </a:cubicBezTo>
                  <a:cubicBezTo>
                    <a:pt x="138795" y="428349"/>
                    <a:pt x="138227" y="434652"/>
                    <a:pt x="137181" y="440866"/>
                  </a:cubicBezTo>
                  <a:cubicBezTo>
                    <a:pt x="131207" y="475936"/>
                    <a:pt x="93807" y="501537"/>
                    <a:pt x="59065" y="493829"/>
                  </a:cubicBezTo>
                  <a:cubicBezTo>
                    <a:pt x="28745" y="487108"/>
                    <a:pt x="-3129" y="453801"/>
                    <a:pt x="247" y="418312"/>
                  </a:cubicBezTo>
                  <a:cubicBezTo>
                    <a:pt x="1083" y="409649"/>
                    <a:pt x="4040" y="401614"/>
                    <a:pt x="6490" y="393458"/>
                  </a:cubicBezTo>
                  <a:cubicBezTo>
                    <a:pt x="18439" y="353758"/>
                    <a:pt x="26325" y="313371"/>
                    <a:pt x="28267" y="271848"/>
                  </a:cubicBezTo>
                  <a:cubicBezTo>
                    <a:pt x="28984" y="256763"/>
                    <a:pt x="29492" y="241319"/>
                    <a:pt x="39140" y="228414"/>
                  </a:cubicBezTo>
                  <a:cubicBezTo>
                    <a:pt x="53479" y="209236"/>
                    <a:pt x="72986" y="200304"/>
                    <a:pt x="96645" y="200394"/>
                  </a:cubicBezTo>
                  <a:cubicBezTo>
                    <a:pt x="102530" y="200394"/>
                    <a:pt x="106682" y="199826"/>
                    <a:pt x="109908" y="193732"/>
                  </a:cubicBezTo>
                  <a:cubicBezTo>
                    <a:pt x="114299" y="185517"/>
                    <a:pt x="122544" y="183097"/>
                    <a:pt x="131506" y="184531"/>
                  </a:cubicBezTo>
                  <a:cubicBezTo>
                    <a:pt x="140109" y="185905"/>
                    <a:pt x="145994" y="191223"/>
                    <a:pt x="148145" y="199527"/>
                  </a:cubicBezTo>
                  <a:cubicBezTo>
                    <a:pt x="149429" y="204606"/>
                    <a:pt x="152028" y="205890"/>
                    <a:pt x="156539" y="205412"/>
                  </a:cubicBezTo>
                  <a:cubicBezTo>
                    <a:pt x="160243" y="204994"/>
                    <a:pt x="163947" y="204546"/>
                    <a:pt x="167651" y="204217"/>
                  </a:cubicBezTo>
                  <a:cubicBezTo>
                    <a:pt x="173446" y="203709"/>
                    <a:pt x="177688" y="201678"/>
                    <a:pt x="180526" y="195853"/>
                  </a:cubicBezTo>
                  <a:cubicBezTo>
                    <a:pt x="183782" y="189251"/>
                    <a:pt x="189846" y="184860"/>
                    <a:pt x="196299" y="181305"/>
                  </a:cubicBezTo>
                  <a:cubicBezTo>
                    <a:pt x="198479" y="180110"/>
                    <a:pt x="200302" y="179035"/>
                    <a:pt x="200720" y="176137"/>
                  </a:cubicBezTo>
                  <a:cubicBezTo>
                    <a:pt x="203020" y="160484"/>
                    <a:pt x="212340" y="148864"/>
                    <a:pt x="223214" y="138379"/>
                  </a:cubicBezTo>
                  <a:cubicBezTo>
                    <a:pt x="236477" y="125563"/>
                    <a:pt x="252100" y="116870"/>
                    <a:pt x="270352" y="113644"/>
                  </a:cubicBezTo>
                  <a:cubicBezTo>
                    <a:pt x="288246" y="110478"/>
                    <a:pt x="304526" y="113853"/>
                    <a:pt x="316923" y="128252"/>
                  </a:cubicBezTo>
                  <a:cubicBezTo>
                    <a:pt x="328245" y="141426"/>
                    <a:pt x="340373" y="153255"/>
                    <a:pt x="357550" y="158513"/>
                  </a:cubicBezTo>
                  <a:cubicBezTo>
                    <a:pt x="378520" y="164935"/>
                    <a:pt x="399341" y="166250"/>
                    <a:pt x="420013" y="157318"/>
                  </a:cubicBezTo>
                  <a:cubicBezTo>
                    <a:pt x="437010" y="149969"/>
                    <a:pt x="445105" y="136108"/>
                    <a:pt x="448481" y="118782"/>
                  </a:cubicBezTo>
                  <a:cubicBezTo>
                    <a:pt x="450721" y="107252"/>
                    <a:pt x="449915" y="95572"/>
                    <a:pt x="450184" y="83951"/>
                  </a:cubicBezTo>
                  <a:cubicBezTo>
                    <a:pt x="450273" y="79650"/>
                    <a:pt x="448451" y="78126"/>
                    <a:pt x="444269" y="78186"/>
                  </a:cubicBezTo>
                  <a:cubicBezTo>
                    <a:pt x="431304" y="78305"/>
                    <a:pt x="418340" y="78275"/>
                    <a:pt x="405345" y="78186"/>
                  </a:cubicBezTo>
                  <a:cubicBezTo>
                    <a:pt x="393068" y="78096"/>
                    <a:pt x="386675" y="71733"/>
                    <a:pt x="386556" y="59426"/>
                  </a:cubicBezTo>
                  <a:cubicBezTo>
                    <a:pt x="386436" y="46013"/>
                    <a:pt x="386436" y="32601"/>
                    <a:pt x="386556" y="19188"/>
                  </a:cubicBezTo>
                  <a:cubicBezTo>
                    <a:pt x="386645" y="6433"/>
                    <a:pt x="392948" y="70"/>
                    <a:pt x="405614" y="40"/>
                  </a:cubicBezTo>
                  <a:cubicBezTo>
                    <a:pt x="425838" y="-50"/>
                    <a:pt x="446061" y="40"/>
                    <a:pt x="466285" y="40"/>
                  </a:cubicBezTo>
                  <a:close/>
                  <a:moveTo>
                    <a:pt x="81051" y="307635"/>
                  </a:moveTo>
                  <a:cubicBezTo>
                    <a:pt x="81111" y="333624"/>
                    <a:pt x="102022" y="354565"/>
                    <a:pt x="127921" y="354624"/>
                  </a:cubicBezTo>
                  <a:cubicBezTo>
                    <a:pt x="153671" y="354654"/>
                    <a:pt x="174731" y="333475"/>
                    <a:pt x="174671" y="307576"/>
                  </a:cubicBezTo>
                  <a:cubicBezTo>
                    <a:pt x="174611" y="280899"/>
                    <a:pt x="153880" y="260138"/>
                    <a:pt x="127533" y="260377"/>
                  </a:cubicBezTo>
                  <a:cubicBezTo>
                    <a:pt x="101514" y="260616"/>
                    <a:pt x="80992" y="281467"/>
                    <a:pt x="81051" y="307665"/>
                  </a:cubicBezTo>
                  <a:close/>
                  <a:moveTo>
                    <a:pt x="305393" y="353340"/>
                  </a:moveTo>
                  <a:cubicBezTo>
                    <a:pt x="331471" y="353400"/>
                    <a:pt x="352322" y="332310"/>
                    <a:pt x="352441" y="305783"/>
                  </a:cubicBezTo>
                  <a:cubicBezTo>
                    <a:pt x="352561" y="280870"/>
                    <a:pt x="330784" y="259152"/>
                    <a:pt x="305602" y="259063"/>
                  </a:cubicBezTo>
                  <a:cubicBezTo>
                    <a:pt x="279463" y="259003"/>
                    <a:pt x="258105" y="280690"/>
                    <a:pt x="258164" y="307247"/>
                  </a:cubicBezTo>
                  <a:cubicBezTo>
                    <a:pt x="258224" y="332399"/>
                    <a:pt x="279613" y="353310"/>
                    <a:pt x="305363" y="353340"/>
                  </a:cubicBezTo>
                  <a:close/>
                  <a:moveTo>
                    <a:pt x="216522" y="370606"/>
                  </a:moveTo>
                  <a:cubicBezTo>
                    <a:pt x="230532" y="370696"/>
                    <a:pt x="241585" y="359822"/>
                    <a:pt x="241735" y="345812"/>
                  </a:cubicBezTo>
                  <a:cubicBezTo>
                    <a:pt x="241884" y="332399"/>
                    <a:pt x="230712" y="321048"/>
                    <a:pt x="217239" y="320899"/>
                  </a:cubicBezTo>
                  <a:cubicBezTo>
                    <a:pt x="202691" y="320749"/>
                    <a:pt x="192087" y="331025"/>
                    <a:pt x="191937" y="345394"/>
                  </a:cubicBezTo>
                  <a:cubicBezTo>
                    <a:pt x="191788" y="359792"/>
                    <a:pt x="202243" y="370487"/>
                    <a:pt x="216522" y="370576"/>
                  </a:cubicBezTo>
                  <a:close/>
                  <a:moveTo>
                    <a:pt x="215716" y="249324"/>
                  </a:moveTo>
                  <a:cubicBezTo>
                    <a:pt x="215716" y="249324"/>
                    <a:pt x="215716" y="249205"/>
                    <a:pt x="215716" y="249145"/>
                  </a:cubicBezTo>
                  <a:cubicBezTo>
                    <a:pt x="230413" y="249145"/>
                    <a:pt x="245110" y="249205"/>
                    <a:pt x="259807" y="249145"/>
                  </a:cubicBezTo>
                  <a:cubicBezTo>
                    <a:pt x="267335" y="249115"/>
                    <a:pt x="269546" y="246935"/>
                    <a:pt x="269605" y="240034"/>
                  </a:cubicBezTo>
                  <a:cubicBezTo>
                    <a:pt x="269635" y="233402"/>
                    <a:pt x="267574" y="231252"/>
                    <a:pt x="260285" y="231252"/>
                  </a:cubicBezTo>
                  <a:cubicBezTo>
                    <a:pt x="230891" y="231252"/>
                    <a:pt x="201497" y="231311"/>
                    <a:pt x="172102" y="231461"/>
                  </a:cubicBezTo>
                  <a:cubicBezTo>
                    <a:pt x="165351" y="231491"/>
                    <a:pt x="162812" y="234209"/>
                    <a:pt x="162872" y="240602"/>
                  </a:cubicBezTo>
                  <a:cubicBezTo>
                    <a:pt x="162931" y="247054"/>
                    <a:pt x="165232" y="249295"/>
                    <a:pt x="172311" y="249354"/>
                  </a:cubicBezTo>
                  <a:cubicBezTo>
                    <a:pt x="186799" y="249444"/>
                    <a:pt x="201258" y="249354"/>
                    <a:pt x="215746" y="249354"/>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1" name="Forma libre: forma 68">
              <a:extLst>
                <a:ext uri="{FF2B5EF4-FFF2-40B4-BE49-F238E27FC236}">
                  <a16:creationId xmlns:a16="http://schemas.microsoft.com/office/drawing/2014/main" id="{04030EA2-AD9B-7AC5-C3F2-61A07439FDB3}"/>
                </a:ext>
              </a:extLst>
            </p:cNvPr>
            <p:cNvSpPr/>
            <p:nvPr/>
          </p:nvSpPr>
          <p:spPr>
            <a:xfrm>
              <a:off x="242264" y="737784"/>
              <a:ext cx="10675" cy="29696"/>
            </a:xfrm>
            <a:custGeom>
              <a:avLst/>
              <a:gdLst>
                <a:gd name="connsiteX0" fmla="*/ 10598 w 10675"/>
                <a:gd name="connsiteY0" fmla="*/ 14760 h 29696"/>
                <a:gd name="connsiteX1" fmla="*/ 10538 w 10675"/>
                <a:gd name="connsiteY1" fmla="*/ 24617 h 29696"/>
                <a:gd name="connsiteX2" fmla="*/ 5520 w 10675"/>
                <a:gd name="connsiteY2" fmla="*/ 29696 h 29696"/>
                <a:gd name="connsiteX3" fmla="*/ 232 w 10675"/>
                <a:gd name="connsiteY3" fmla="*/ 24797 h 29696"/>
                <a:gd name="connsiteX4" fmla="*/ 172 w 10675"/>
                <a:gd name="connsiteY4" fmla="*/ 5111 h 29696"/>
                <a:gd name="connsiteX5" fmla="*/ 5221 w 10675"/>
                <a:gd name="connsiteY5" fmla="*/ 3 h 29696"/>
                <a:gd name="connsiteX6" fmla="*/ 10419 w 10675"/>
                <a:gd name="connsiteY6" fmla="*/ 4902 h 29696"/>
                <a:gd name="connsiteX7" fmla="*/ 10508 w 10675"/>
                <a:gd name="connsiteY7" fmla="*/ 14730 h 29696"/>
                <a:gd name="connsiteX8" fmla="*/ 10628 w 10675"/>
                <a:gd name="connsiteY8" fmla="*/ 14730 h 29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75" h="29696">
                  <a:moveTo>
                    <a:pt x="10598" y="14760"/>
                  </a:moveTo>
                  <a:cubicBezTo>
                    <a:pt x="10598" y="18046"/>
                    <a:pt x="10807" y="21332"/>
                    <a:pt x="10538" y="24617"/>
                  </a:cubicBezTo>
                  <a:cubicBezTo>
                    <a:pt x="10299" y="27515"/>
                    <a:pt x="8626" y="29726"/>
                    <a:pt x="5520" y="29696"/>
                  </a:cubicBezTo>
                  <a:cubicBezTo>
                    <a:pt x="2562" y="29696"/>
                    <a:pt x="352" y="27724"/>
                    <a:pt x="232" y="24797"/>
                  </a:cubicBezTo>
                  <a:cubicBezTo>
                    <a:pt x="-67" y="18255"/>
                    <a:pt x="-67" y="11653"/>
                    <a:pt x="172" y="5111"/>
                  </a:cubicBezTo>
                  <a:cubicBezTo>
                    <a:pt x="262" y="2213"/>
                    <a:pt x="2174" y="92"/>
                    <a:pt x="5221" y="3"/>
                  </a:cubicBezTo>
                  <a:cubicBezTo>
                    <a:pt x="8328" y="-87"/>
                    <a:pt x="10120" y="2064"/>
                    <a:pt x="10419" y="4902"/>
                  </a:cubicBezTo>
                  <a:cubicBezTo>
                    <a:pt x="10747" y="8158"/>
                    <a:pt x="10508" y="11474"/>
                    <a:pt x="10508" y="14730"/>
                  </a:cubicBezTo>
                  <a:cubicBezTo>
                    <a:pt x="10538" y="14730"/>
                    <a:pt x="10598" y="14730"/>
                    <a:pt x="10628" y="14730"/>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2" name="Forma libre: forma 69">
              <a:extLst>
                <a:ext uri="{FF2B5EF4-FFF2-40B4-BE49-F238E27FC236}">
                  <a16:creationId xmlns:a16="http://schemas.microsoft.com/office/drawing/2014/main" id="{DE8B9273-83DE-1757-4189-0D9F647A689B}"/>
                </a:ext>
              </a:extLst>
            </p:cNvPr>
            <p:cNvSpPr/>
            <p:nvPr/>
          </p:nvSpPr>
          <p:spPr>
            <a:xfrm>
              <a:off x="212677" y="727990"/>
              <a:ext cx="29376" cy="10578"/>
            </a:xfrm>
            <a:custGeom>
              <a:avLst/>
              <a:gdLst>
                <a:gd name="connsiteX0" fmla="*/ 14943 w 29376"/>
                <a:gd name="connsiteY0" fmla="*/ 58 h 10578"/>
                <a:gd name="connsiteX1" fmla="*/ 24174 w 29376"/>
                <a:gd name="connsiteY1" fmla="*/ 88 h 10578"/>
                <a:gd name="connsiteX2" fmla="*/ 29371 w 29376"/>
                <a:gd name="connsiteY2" fmla="*/ 4987 h 10578"/>
                <a:gd name="connsiteX3" fmla="*/ 24652 w 29376"/>
                <a:gd name="connsiteY3" fmla="*/ 10334 h 10578"/>
                <a:gd name="connsiteX4" fmla="*/ 4936 w 29376"/>
                <a:gd name="connsiteY4" fmla="*/ 10394 h 10578"/>
                <a:gd name="connsiteX5" fmla="*/ 7 w 29376"/>
                <a:gd name="connsiteY5" fmla="*/ 5226 h 10578"/>
                <a:gd name="connsiteX6" fmla="*/ 5742 w 29376"/>
                <a:gd name="connsiteY6" fmla="*/ 88 h 10578"/>
                <a:gd name="connsiteX7" fmla="*/ 14973 w 29376"/>
                <a:gd name="connsiteY7" fmla="*/ 58 h 10578"/>
                <a:gd name="connsiteX8" fmla="*/ 14973 w 29376"/>
                <a:gd name="connsiteY8" fmla="*/ 58 h 10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376" h="10578">
                  <a:moveTo>
                    <a:pt x="14943" y="58"/>
                  </a:moveTo>
                  <a:cubicBezTo>
                    <a:pt x="18020" y="58"/>
                    <a:pt x="21097" y="-61"/>
                    <a:pt x="24174" y="88"/>
                  </a:cubicBezTo>
                  <a:cubicBezTo>
                    <a:pt x="27191" y="238"/>
                    <a:pt x="29252" y="1970"/>
                    <a:pt x="29371" y="4987"/>
                  </a:cubicBezTo>
                  <a:cubicBezTo>
                    <a:pt x="29491" y="8004"/>
                    <a:pt x="27609" y="10185"/>
                    <a:pt x="24652" y="10334"/>
                  </a:cubicBezTo>
                  <a:cubicBezTo>
                    <a:pt x="18080" y="10633"/>
                    <a:pt x="11508" y="10663"/>
                    <a:pt x="4936" y="10394"/>
                  </a:cubicBezTo>
                  <a:cubicBezTo>
                    <a:pt x="2128" y="10275"/>
                    <a:pt x="-142" y="8363"/>
                    <a:pt x="7" y="5226"/>
                  </a:cubicBezTo>
                  <a:cubicBezTo>
                    <a:pt x="126" y="1791"/>
                    <a:pt x="2576" y="267"/>
                    <a:pt x="5742" y="88"/>
                  </a:cubicBezTo>
                  <a:cubicBezTo>
                    <a:pt x="8819" y="-91"/>
                    <a:pt x="11896" y="58"/>
                    <a:pt x="14973" y="58"/>
                  </a:cubicBezTo>
                  <a:cubicBezTo>
                    <a:pt x="14973" y="58"/>
                    <a:pt x="14973" y="58"/>
                    <a:pt x="14973" y="58"/>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3" name="Forma libre: forma 70">
              <a:extLst>
                <a:ext uri="{FF2B5EF4-FFF2-40B4-BE49-F238E27FC236}">
                  <a16:creationId xmlns:a16="http://schemas.microsoft.com/office/drawing/2014/main" id="{D5408139-DD69-7142-3570-5AA0305AEC7F}"/>
                </a:ext>
              </a:extLst>
            </p:cNvPr>
            <p:cNvSpPr/>
            <p:nvPr/>
          </p:nvSpPr>
          <p:spPr>
            <a:xfrm>
              <a:off x="242122" y="697964"/>
              <a:ext cx="10949" cy="29204"/>
            </a:xfrm>
            <a:custGeom>
              <a:avLst/>
              <a:gdLst>
                <a:gd name="connsiteX0" fmla="*/ 135 w 10949"/>
                <a:gd name="connsiteY0" fmla="*/ 14730 h 29204"/>
                <a:gd name="connsiteX1" fmla="*/ 195 w 10949"/>
                <a:gd name="connsiteY1" fmla="*/ 4902 h 29204"/>
                <a:gd name="connsiteX2" fmla="*/ 5363 w 10949"/>
                <a:gd name="connsiteY2" fmla="*/ 3 h 29204"/>
                <a:gd name="connsiteX3" fmla="*/ 10172 w 10949"/>
                <a:gd name="connsiteY3" fmla="*/ 4484 h 29204"/>
                <a:gd name="connsiteX4" fmla="*/ 10381 w 10949"/>
                <a:gd name="connsiteY4" fmla="*/ 24707 h 29204"/>
                <a:gd name="connsiteX5" fmla="*/ 4825 w 10949"/>
                <a:gd name="connsiteY5" fmla="*/ 29188 h 29204"/>
                <a:gd name="connsiteX6" fmla="*/ 75 w 10949"/>
                <a:gd name="connsiteY6" fmla="*/ 23901 h 29204"/>
                <a:gd name="connsiteX7" fmla="*/ 45 w 10949"/>
                <a:gd name="connsiteY7" fmla="*/ 14730 h 29204"/>
                <a:gd name="connsiteX8" fmla="*/ 135 w 10949"/>
                <a:gd name="connsiteY8" fmla="*/ 14730 h 29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49" h="29204">
                  <a:moveTo>
                    <a:pt x="135" y="14730"/>
                  </a:moveTo>
                  <a:cubicBezTo>
                    <a:pt x="135" y="11444"/>
                    <a:pt x="-74" y="8158"/>
                    <a:pt x="195" y="4902"/>
                  </a:cubicBezTo>
                  <a:cubicBezTo>
                    <a:pt x="434" y="1915"/>
                    <a:pt x="2316" y="92"/>
                    <a:pt x="5363" y="3"/>
                  </a:cubicBezTo>
                  <a:cubicBezTo>
                    <a:pt x="8260" y="-87"/>
                    <a:pt x="9784" y="1945"/>
                    <a:pt x="10172" y="4484"/>
                  </a:cubicBezTo>
                  <a:cubicBezTo>
                    <a:pt x="11217" y="11205"/>
                    <a:pt x="11128" y="17986"/>
                    <a:pt x="10381" y="24707"/>
                  </a:cubicBezTo>
                  <a:cubicBezTo>
                    <a:pt x="10052" y="27575"/>
                    <a:pt x="7902" y="29397"/>
                    <a:pt x="4825" y="29188"/>
                  </a:cubicBezTo>
                  <a:cubicBezTo>
                    <a:pt x="1718" y="28979"/>
                    <a:pt x="224" y="26858"/>
                    <a:pt x="75" y="23901"/>
                  </a:cubicBezTo>
                  <a:cubicBezTo>
                    <a:pt x="-74" y="20854"/>
                    <a:pt x="45" y="17777"/>
                    <a:pt x="45" y="14730"/>
                  </a:cubicBezTo>
                  <a:cubicBezTo>
                    <a:pt x="45" y="14730"/>
                    <a:pt x="105" y="14730"/>
                    <a:pt x="135" y="14730"/>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4" name="Forma libre: forma 71">
              <a:extLst>
                <a:ext uri="{FF2B5EF4-FFF2-40B4-BE49-F238E27FC236}">
                  <a16:creationId xmlns:a16="http://schemas.microsoft.com/office/drawing/2014/main" id="{B85C73AF-B1B9-02F3-5FBD-C3093801B9BE}"/>
                </a:ext>
              </a:extLst>
            </p:cNvPr>
            <p:cNvSpPr/>
            <p:nvPr/>
          </p:nvSpPr>
          <p:spPr>
            <a:xfrm>
              <a:off x="252791" y="727693"/>
              <a:ext cx="29167" cy="10114"/>
            </a:xfrm>
            <a:custGeom>
              <a:avLst/>
              <a:gdLst>
                <a:gd name="connsiteX0" fmla="*/ 14947 w 29167"/>
                <a:gd name="connsiteY0" fmla="*/ 10063 h 10114"/>
                <a:gd name="connsiteX1" fmla="*/ 4462 w 29167"/>
                <a:gd name="connsiteY1" fmla="*/ 10004 h 10114"/>
                <a:gd name="connsiteX2" fmla="*/ 41 w 29167"/>
                <a:gd name="connsiteY2" fmla="*/ 5941 h 10114"/>
                <a:gd name="connsiteX3" fmla="*/ 3895 w 29167"/>
                <a:gd name="connsiteY3" fmla="*/ 683 h 10114"/>
                <a:gd name="connsiteX4" fmla="*/ 25433 w 29167"/>
                <a:gd name="connsiteY4" fmla="*/ 594 h 10114"/>
                <a:gd name="connsiteX5" fmla="*/ 29167 w 29167"/>
                <a:gd name="connsiteY5" fmla="*/ 5254 h 10114"/>
                <a:gd name="connsiteX6" fmla="*/ 24746 w 29167"/>
                <a:gd name="connsiteY6" fmla="*/ 10004 h 10114"/>
                <a:gd name="connsiteX7" fmla="*/ 14918 w 29167"/>
                <a:gd name="connsiteY7" fmla="*/ 10063 h 1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167" h="10114">
                  <a:moveTo>
                    <a:pt x="14947" y="10063"/>
                  </a:moveTo>
                  <a:cubicBezTo>
                    <a:pt x="11452" y="10063"/>
                    <a:pt x="7957" y="10213"/>
                    <a:pt x="4462" y="10004"/>
                  </a:cubicBezTo>
                  <a:cubicBezTo>
                    <a:pt x="2043" y="9884"/>
                    <a:pt x="340" y="8450"/>
                    <a:pt x="41" y="5941"/>
                  </a:cubicBezTo>
                  <a:cubicBezTo>
                    <a:pt x="-287" y="3133"/>
                    <a:pt x="1385" y="1012"/>
                    <a:pt x="3895" y="683"/>
                  </a:cubicBezTo>
                  <a:cubicBezTo>
                    <a:pt x="11034" y="-273"/>
                    <a:pt x="18263" y="-153"/>
                    <a:pt x="25433" y="594"/>
                  </a:cubicBezTo>
                  <a:cubicBezTo>
                    <a:pt x="27852" y="863"/>
                    <a:pt x="29197" y="2745"/>
                    <a:pt x="29167" y="5254"/>
                  </a:cubicBezTo>
                  <a:cubicBezTo>
                    <a:pt x="29107" y="8092"/>
                    <a:pt x="27494" y="9794"/>
                    <a:pt x="24746" y="10004"/>
                  </a:cubicBezTo>
                  <a:cubicBezTo>
                    <a:pt x="21489" y="10213"/>
                    <a:pt x="18204" y="10063"/>
                    <a:pt x="14918" y="10063"/>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5" name="Forma libre: forma 72">
              <a:extLst>
                <a:ext uri="{FF2B5EF4-FFF2-40B4-BE49-F238E27FC236}">
                  <a16:creationId xmlns:a16="http://schemas.microsoft.com/office/drawing/2014/main" id="{5B595DD9-AEAA-03F3-065B-F9180CD8D834}"/>
                </a:ext>
              </a:extLst>
            </p:cNvPr>
            <p:cNvSpPr/>
            <p:nvPr/>
          </p:nvSpPr>
          <p:spPr>
            <a:xfrm>
              <a:off x="411540" y="700296"/>
              <a:ext cx="24829" cy="25077"/>
            </a:xfrm>
            <a:custGeom>
              <a:avLst/>
              <a:gdLst>
                <a:gd name="connsiteX0" fmla="*/ 12521 w 24829"/>
                <a:gd name="connsiteY0" fmla="*/ 1 h 25077"/>
                <a:gd name="connsiteX1" fmla="*/ 24828 w 24829"/>
                <a:gd name="connsiteY1" fmla="*/ 12667 h 25077"/>
                <a:gd name="connsiteX2" fmla="*/ 12162 w 24829"/>
                <a:gd name="connsiteY2" fmla="*/ 25064 h 25077"/>
                <a:gd name="connsiteX3" fmla="*/ 4 w 24829"/>
                <a:gd name="connsiteY3" fmla="*/ 11920 h 25077"/>
                <a:gd name="connsiteX4" fmla="*/ 12521 w 24829"/>
                <a:gd name="connsiteY4" fmla="*/ 1 h 25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29" h="25077">
                  <a:moveTo>
                    <a:pt x="12521" y="1"/>
                  </a:moveTo>
                  <a:cubicBezTo>
                    <a:pt x="19570" y="91"/>
                    <a:pt x="24918" y="5587"/>
                    <a:pt x="24828" y="12667"/>
                  </a:cubicBezTo>
                  <a:cubicBezTo>
                    <a:pt x="24738" y="19627"/>
                    <a:pt x="18883" y="25393"/>
                    <a:pt x="12162" y="25064"/>
                  </a:cubicBezTo>
                  <a:cubicBezTo>
                    <a:pt x="5560" y="24765"/>
                    <a:pt x="-175" y="18552"/>
                    <a:pt x="4" y="11920"/>
                  </a:cubicBezTo>
                  <a:cubicBezTo>
                    <a:pt x="183" y="5557"/>
                    <a:pt x="6098" y="-89"/>
                    <a:pt x="12521" y="1"/>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6" name="Forma libre: forma 73">
              <a:extLst>
                <a:ext uri="{FF2B5EF4-FFF2-40B4-BE49-F238E27FC236}">
                  <a16:creationId xmlns:a16="http://schemas.microsoft.com/office/drawing/2014/main" id="{6C729E5C-7079-37A6-0D9D-2469C087D7BC}"/>
                </a:ext>
              </a:extLst>
            </p:cNvPr>
            <p:cNvSpPr/>
            <p:nvPr/>
          </p:nvSpPr>
          <p:spPr>
            <a:xfrm>
              <a:off x="412111" y="739489"/>
              <a:ext cx="24408" cy="24555"/>
            </a:xfrm>
            <a:custGeom>
              <a:avLst/>
              <a:gdLst>
                <a:gd name="connsiteX0" fmla="*/ 1 w 24408"/>
                <a:gd name="connsiteY0" fmla="*/ 11889 h 24555"/>
                <a:gd name="connsiteX1" fmla="*/ 12099 w 24408"/>
                <a:gd name="connsiteY1" fmla="*/ 0 h 24555"/>
                <a:gd name="connsiteX2" fmla="*/ 24406 w 24408"/>
                <a:gd name="connsiteY2" fmla="*/ 12517 h 24555"/>
                <a:gd name="connsiteX3" fmla="*/ 12218 w 24408"/>
                <a:gd name="connsiteY3" fmla="*/ 24555 h 24555"/>
                <a:gd name="connsiteX4" fmla="*/ 1 w 24408"/>
                <a:gd name="connsiteY4" fmla="*/ 11859 h 24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08" h="24555">
                  <a:moveTo>
                    <a:pt x="1" y="11889"/>
                  </a:moveTo>
                  <a:cubicBezTo>
                    <a:pt x="60" y="4869"/>
                    <a:pt x="5019" y="0"/>
                    <a:pt x="12099" y="0"/>
                  </a:cubicBezTo>
                  <a:cubicBezTo>
                    <a:pt x="19388" y="0"/>
                    <a:pt x="24526" y="5228"/>
                    <a:pt x="24406" y="12517"/>
                  </a:cubicBezTo>
                  <a:cubicBezTo>
                    <a:pt x="24287" y="19327"/>
                    <a:pt x="18969" y="24555"/>
                    <a:pt x="12218" y="24555"/>
                  </a:cubicBezTo>
                  <a:cubicBezTo>
                    <a:pt x="5198" y="24555"/>
                    <a:pt x="-59" y="19118"/>
                    <a:pt x="1" y="11859"/>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7" name="Forma libre: forma 74">
              <a:extLst>
                <a:ext uri="{FF2B5EF4-FFF2-40B4-BE49-F238E27FC236}">
                  <a16:creationId xmlns:a16="http://schemas.microsoft.com/office/drawing/2014/main" id="{DEA96C47-B1F9-B199-210D-4F0FDDC199CC}"/>
                </a:ext>
              </a:extLst>
            </p:cNvPr>
            <p:cNvSpPr/>
            <p:nvPr/>
          </p:nvSpPr>
          <p:spPr>
            <a:xfrm>
              <a:off x="392419" y="720030"/>
              <a:ext cx="24833" cy="24746"/>
            </a:xfrm>
            <a:custGeom>
              <a:avLst/>
              <a:gdLst>
                <a:gd name="connsiteX0" fmla="*/ 11985 w 24833"/>
                <a:gd name="connsiteY0" fmla="*/ 24746 h 24746"/>
                <a:gd name="connsiteX1" fmla="*/ 6 w 24833"/>
                <a:gd name="connsiteY1" fmla="*/ 11662 h 24746"/>
                <a:gd name="connsiteX2" fmla="*/ 12642 w 24833"/>
                <a:gd name="connsiteY2" fmla="*/ 12 h 24746"/>
                <a:gd name="connsiteX3" fmla="*/ 24830 w 24833"/>
                <a:gd name="connsiteY3" fmla="*/ 12319 h 24746"/>
                <a:gd name="connsiteX4" fmla="*/ 11985 w 24833"/>
                <a:gd name="connsiteY4" fmla="*/ 24716 h 247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33" h="24746">
                  <a:moveTo>
                    <a:pt x="11985" y="24746"/>
                  </a:moveTo>
                  <a:cubicBezTo>
                    <a:pt x="5144" y="24597"/>
                    <a:pt x="-203" y="18742"/>
                    <a:pt x="6" y="11662"/>
                  </a:cubicBezTo>
                  <a:cubicBezTo>
                    <a:pt x="185" y="5060"/>
                    <a:pt x="5980" y="-287"/>
                    <a:pt x="12642" y="12"/>
                  </a:cubicBezTo>
                  <a:cubicBezTo>
                    <a:pt x="19274" y="311"/>
                    <a:pt x="25009" y="6136"/>
                    <a:pt x="24830" y="12319"/>
                  </a:cubicBezTo>
                  <a:cubicBezTo>
                    <a:pt x="24621" y="19250"/>
                    <a:pt x="18796" y="24866"/>
                    <a:pt x="11985" y="24716"/>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8" name="Forma libre: forma 75">
              <a:extLst>
                <a:ext uri="{FF2B5EF4-FFF2-40B4-BE49-F238E27FC236}">
                  <a16:creationId xmlns:a16="http://schemas.microsoft.com/office/drawing/2014/main" id="{8B51DA0D-7EE9-E9C8-E541-1E73EC6E6E5F}"/>
                </a:ext>
              </a:extLst>
            </p:cNvPr>
            <p:cNvSpPr/>
            <p:nvPr/>
          </p:nvSpPr>
          <p:spPr>
            <a:xfrm>
              <a:off x="431226" y="719982"/>
              <a:ext cx="24859" cy="24465"/>
            </a:xfrm>
            <a:custGeom>
              <a:avLst/>
              <a:gdLst>
                <a:gd name="connsiteX0" fmla="*/ 12430 w 24859"/>
                <a:gd name="connsiteY0" fmla="*/ 0 h 24465"/>
                <a:gd name="connsiteX1" fmla="*/ 24857 w 24859"/>
                <a:gd name="connsiteY1" fmla="*/ 11859 h 24465"/>
                <a:gd name="connsiteX2" fmla="*/ 12340 w 24859"/>
                <a:gd name="connsiteY2" fmla="*/ 24465 h 24465"/>
                <a:gd name="connsiteX3" fmla="*/ 3 w 24859"/>
                <a:gd name="connsiteY3" fmla="*/ 12457 h 24465"/>
                <a:gd name="connsiteX4" fmla="*/ 12460 w 24859"/>
                <a:gd name="connsiteY4" fmla="*/ 30 h 24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59" h="24465">
                  <a:moveTo>
                    <a:pt x="12430" y="0"/>
                  </a:moveTo>
                  <a:cubicBezTo>
                    <a:pt x="19241" y="30"/>
                    <a:pt x="24707" y="5258"/>
                    <a:pt x="24857" y="11859"/>
                  </a:cubicBezTo>
                  <a:cubicBezTo>
                    <a:pt x="25006" y="18670"/>
                    <a:pt x="19241" y="24465"/>
                    <a:pt x="12340" y="24465"/>
                  </a:cubicBezTo>
                  <a:cubicBezTo>
                    <a:pt x="5559" y="24465"/>
                    <a:pt x="122" y="19148"/>
                    <a:pt x="3" y="12457"/>
                  </a:cubicBezTo>
                  <a:cubicBezTo>
                    <a:pt x="-146" y="5407"/>
                    <a:pt x="5290" y="-30"/>
                    <a:pt x="12460" y="30"/>
                  </a:cubicBezTo>
                  <a:close/>
                </a:path>
              </a:pathLst>
            </a:custGeom>
            <a:solidFill>
              <a:schemeClr val="bg1">
                <a:lumMod val="50000"/>
              </a:schemeClr>
            </a:solidFill>
            <a:ln w="2970" cap="flat">
              <a:noFill/>
              <a:prstDash val="solid"/>
              <a:miter/>
            </a:ln>
          </p:spPr>
          <p:txBody>
            <a:bodyPr rtlCol="0" anchor="ctr"/>
            <a:lstStyle/>
            <a:p>
              <a:endParaRPr lang="LID4096"/>
            </a:p>
          </p:txBody>
        </p:sp>
      </p:grpSp>
      <p:cxnSp>
        <p:nvCxnSpPr>
          <p:cNvPr id="19" name="Conector recto de flecha 76">
            <a:extLst>
              <a:ext uri="{FF2B5EF4-FFF2-40B4-BE49-F238E27FC236}">
                <a16:creationId xmlns:a16="http://schemas.microsoft.com/office/drawing/2014/main" id="{8406F236-38C1-45C7-66AA-5E8288D0F32C}"/>
              </a:ext>
            </a:extLst>
          </p:cNvPr>
          <p:cNvCxnSpPr>
            <a:cxnSpLocks/>
          </p:cNvCxnSpPr>
          <p:nvPr/>
        </p:nvCxnSpPr>
        <p:spPr>
          <a:xfrm flipV="1">
            <a:off x="786432" y="832500"/>
            <a:ext cx="7471595" cy="3149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72084E81-972E-F5A9-C592-6DCCD5F85C23}"/>
              </a:ext>
            </a:extLst>
          </p:cNvPr>
          <p:cNvGrpSpPr/>
          <p:nvPr/>
        </p:nvGrpSpPr>
        <p:grpSpPr>
          <a:xfrm>
            <a:off x="10655300" y="-131233"/>
            <a:ext cx="1656567" cy="1612901"/>
            <a:chOff x="1540617" y="851075"/>
            <a:chExt cx="3268467" cy="3268467"/>
          </a:xfrm>
        </p:grpSpPr>
        <p:grpSp>
          <p:nvGrpSpPr>
            <p:cNvPr id="24" name="Google Shape;11;p2">
              <a:extLst>
                <a:ext uri="{FF2B5EF4-FFF2-40B4-BE49-F238E27FC236}">
                  <a16:creationId xmlns:a16="http://schemas.microsoft.com/office/drawing/2014/main" id="{9CAA5DB0-EAB6-C7D2-96DB-70DCA124F0B8}"/>
                </a:ext>
              </a:extLst>
            </p:cNvPr>
            <p:cNvGrpSpPr/>
            <p:nvPr/>
          </p:nvGrpSpPr>
          <p:grpSpPr>
            <a:xfrm>
              <a:off x="1540617" y="851075"/>
              <a:ext cx="3268467" cy="3268467"/>
              <a:chOff x="1155463" y="638306"/>
              <a:chExt cx="2451350" cy="2451350"/>
            </a:xfrm>
          </p:grpSpPr>
          <p:sp>
            <p:nvSpPr>
              <p:cNvPr id="28" name="Google Shape;12;p2">
                <a:extLst>
                  <a:ext uri="{FF2B5EF4-FFF2-40B4-BE49-F238E27FC236}">
                    <a16:creationId xmlns:a16="http://schemas.microsoft.com/office/drawing/2014/main" id="{85315845-EBFC-A869-E93C-5381361F4516}"/>
                  </a:ext>
                </a:extLst>
              </p:cNvPr>
              <p:cNvSpPr/>
              <p:nvPr/>
            </p:nvSpPr>
            <p:spPr>
              <a:xfrm>
                <a:off x="1386084" y="868926"/>
                <a:ext cx="1989935" cy="1989935"/>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0000">
                  <a:alpha val="18820"/>
                </a:srgb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sp>
            <p:nvSpPr>
              <p:cNvPr id="29" name="Google Shape;13;p2">
                <a:extLst>
                  <a:ext uri="{FF2B5EF4-FFF2-40B4-BE49-F238E27FC236}">
                    <a16:creationId xmlns:a16="http://schemas.microsoft.com/office/drawing/2014/main" id="{717F699E-418E-B53F-11A3-4EABC95C4C53}"/>
                  </a:ext>
                </a:extLst>
              </p:cNvPr>
              <p:cNvSpPr/>
              <p:nvPr/>
            </p:nvSpPr>
            <p:spPr>
              <a:xfrm>
                <a:off x="1496232" y="979075"/>
                <a:ext cx="1769254" cy="1769254"/>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chemeClr val="tx1">
                  <a:lumMod val="85000"/>
                  <a:lumOff val="15000"/>
                </a:scheme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sp>
            <p:nvSpPr>
              <p:cNvPr id="30" name="Google Shape;14;p2">
                <a:extLst>
                  <a:ext uri="{FF2B5EF4-FFF2-40B4-BE49-F238E27FC236}">
                    <a16:creationId xmlns:a16="http://schemas.microsoft.com/office/drawing/2014/main" id="{23990714-A71D-1268-4F8F-181AAE7E4715}"/>
                  </a:ext>
                </a:extLst>
              </p:cNvPr>
              <p:cNvSpPr/>
              <p:nvPr/>
            </p:nvSpPr>
            <p:spPr>
              <a:xfrm>
                <a:off x="1155463" y="638306"/>
                <a:ext cx="2451350" cy="2451350"/>
              </a:xfrm>
              <a:custGeom>
                <a:avLst>
                  <a:gd name="f11" fmla="val 495"/>
                </a:avLst>
                <a:gdLst>
                  <a:gd name="f1" fmla="val 21600000"/>
                  <a:gd name="f2" fmla="val 10800000"/>
                  <a:gd name="f3" fmla="val 5400000"/>
                  <a:gd name="f4" fmla="val 180"/>
                  <a:gd name="f5" fmla="val w"/>
                  <a:gd name="f6" fmla="val h"/>
                  <a:gd name="f7" fmla="val ss"/>
                  <a:gd name="f8" fmla="val 0"/>
                  <a:gd name="f9" fmla="*/ 5419351 1 1725033"/>
                  <a:gd name="f10" fmla="+- 0 0 21600000"/>
                  <a:gd name="f11" fmla="val 495"/>
                  <a:gd name="f12" fmla="+- 0 0 -360"/>
                  <a:gd name="f13" fmla="+- 0 0 -180"/>
                  <a:gd name="f14" fmla="abs f5"/>
                  <a:gd name="f15" fmla="abs f6"/>
                  <a:gd name="f16" fmla="abs f7"/>
                  <a:gd name="f17" fmla="val f8"/>
                  <a:gd name="f18" fmla="val f11"/>
                  <a:gd name="f19" fmla="+- 2700000 f3 0"/>
                  <a:gd name="f20" fmla="*/ f12 f2 1"/>
                  <a:gd name="f21" fmla="*/ f13 f2 1"/>
                  <a:gd name="f22" fmla="?: f14 f5 1"/>
                  <a:gd name="f23" fmla="?: f15 f6 1"/>
                  <a:gd name="f24" fmla="?: f16 f7 1"/>
                  <a:gd name="f25" fmla="*/ f19 f9 1"/>
                  <a:gd name="f26" fmla="*/ f20 1 f4"/>
                  <a:gd name="f27" fmla="*/ f21 1 f4"/>
                  <a:gd name="f28" fmla="*/ f22 1 21600"/>
                  <a:gd name="f29" fmla="*/ f23 1 21600"/>
                  <a:gd name="f30" fmla="*/ 21600 f22 1"/>
                  <a:gd name="f31" fmla="*/ 21600 f23 1"/>
                  <a:gd name="f32" fmla="*/ f25 1 f2"/>
                  <a:gd name="f33" fmla="+- f26 0 f3"/>
                  <a:gd name="f34" fmla="+- f27 0 f3"/>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2 1"/>
                  <a:gd name="f46" fmla="*/ f43 1 2"/>
                  <a:gd name="f47" fmla="*/ f44 1 2"/>
                  <a:gd name="f48" fmla="min f44 f43"/>
                  <a:gd name="f49" fmla="*/ f45 1 f9"/>
                  <a:gd name="f50" fmla="+- f17 f46 0"/>
                  <a:gd name="f51" fmla="+- f17 f47 0"/>
                  <a:gd name="f52" fmla="*/ f48 f18 1"/>
                  <a:gd name="f53" fmla="+- f49 0 f3"/>
                  <a:gd name="f54" fmla="*/ f47 f35 1"/>
                  <a:gd name="f55" fmla="*/ f46 f35 1"/>
                  <a:gd name="f56" fmla="*/ f52 1 100000"/>
                  <a:gd name="f57" fmla="cos 1 f53"/>
                  <a:gd name="f58" fmla="sin 1 f53"/>
                  <a:gd name="f59" fmla="*/ f50 f35 1"/>
                  <a:gd name="f60" fmla="+- f47 0 f56"/>
                  <a:gd name="f61" fmla="+- f46 0 f56"/>
                  <a:gd name="f62" fmla="+- 0 0 f57"/>
                  <a:gd name="f63" fmla="+- 0 0 f58"/>
                  <a:gd name="f64" fmla="*/ f56 f35 1"/>
                  <a:gd name="f65" fmla="+- 0 0 f62"/>
                  <a:gd name="f66" fmla="+- 0 0 f63"/>
                  <a:gd name="f67" fmla="*/ f60 f35 1"/>
                  <a:gd name="f68" fmla="*/ f61 f35 1"/>
                  <a:gd name="f69" fmla="*/ f65 f47 1"/>
                  <a:gd name="f70" fmla="*/ f66 f46 1"/>
                  <a:gd name="f71" fmla="+- f51 0 f69"/>
                  <a:gd name="f72" fmla="+- f51 f69 0"/>
                  <a:gd name="f73" fmla="+- f50 0 f70"/>
                  <a:gd name="f74" fmla="+- f50 f70 0"/>
                  <a:gd name="f75" fmla="*/ f71 f35 1"/>
                  <a:gd name="f76" fmla="*/ f73 f35 1"/>
                  <a:gd name="f77" fmla="*/ f72 f35 1"/>
                  <a:gd name="f78" fmla="*/ f74 f35 1"/>
                </a:gdLst>
                <a:ahLst/>
                <a:cxnLst>
                  <a:cxn ang="3cd4">
                    <a:pos x="hc" y="t"/>
                  </a:cxn>
                  <a:cxn ang="0">
                    <a:pos x="r" y="vc"/>
                  </a:cxn>
                  <a:cxn ang="cd4">
                    <a:pos x="hc" y="b"/>
                  </a:cxn>
                  <a:cxn ang="cd2">
                    <a:pos x="l" y="vc"/>
                  </a:cxn>
                  <a:cxn ang="f33">
                    <a:pos x="f75" y="f76"/>
                  </a:cxn>
                  <a:cxn ang="f34">
                    <a:pos x="f75" y="f78"/>
                  </a:cxn>
                  <a:cxn ang="f34">
                    <a:pos x="f77" y="f78"/>
                  </a:cxn>
                  <a:cxn ang="f33">
                    <a:pos x="f77" y="f76"/>
                  </a:cxn>
                </a:cxnLst>
                <a:rect l="f75" t="f76" r="f77" b="f78"/>
                <a:pathLst>
                  <a:path>
                    <a:moveTo>
                      <a:pt x="f42" y="f59"/>
                    </a:moveTo>
                    <a:arcTo wR="f54" hR="f55" stAng="f2" swAng="f1"/>
                    <a:close/>
                    <a:moveTo>
                      <a:pt x="f64" y="f59"/>
                    </a:moveTo>
                    <a:arcTo wR="f67" hR="f68" stAng="f2" swAng="f10"/>
                    <a:close/>
                  </a:path>
                </a:pathLst>
              </a:custGeom>
              <a:solidFill>
                <a:srgbClr val="000000">
                  <a:alpha val="6539"/>
                </a:srgb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grpSp>
        <p:pic>
          <p:nvPicPr>
            <p:cNvPr id="25" name="Imagen 19">
              <a:extLst>
                <a:ext uri="{FF2B5EF4-FFF2-40B4-BE49-F238E27FC236}">
                  <a16:creationId xmlns:a16="http://schemas.microsoft.com/office/drawing/2014/main" id="{B1327EF7-BFB4-54DC-4D72-8AB8292379B6}"/>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2696695" y="1430822"/>
              <a:ext cx="955567" cy="955567"/>
            </a:xfrm>
            <a:prstGeom prst="rect">
              <a:avLst/>
            </a:prstGeom>
          </p:spPr>
        </p:pic>
        <p:pic>
          <p:nvPicPr>
            <p:cNvPr id="26" name="Picture 25">
              <a:extLst>
                <a:ext uri="{FF2B5EF4-FFF2-40B4-BE49-F238E27FC236}">
                  <a16:creationId xmlns:a16="http://schemas.microsoft.com/office/drawing/2014/main" id="{C7E1FE12-0745-7F52-D9AA-6B508586A7E6}"/>
                </a:ext>
              </a:extLst>
            </p:cNvPr>
            <p:cNvPicPr>
              <a:picLocks noChangeAspect="1"/>
            </p:cNvPicPr>
            <p:nvPr/>
          </p:nvPicPr>
          <p:blipFill>
            <a:blip r:embed="rId8"/>
            <a:stretch>
              <a:fillRect/>
            </a:stretch>
          </p:blipFill>
          <p:spPr>
            <a:xfrm>
              <a:off x="2169306" y="2325658"/>
              <a:ext cx="1054778" cy="1053899"/>
            </a:xfrm>
            <a:prstGeom prst="rect">
              <a:avLst/>
            </a:prstGeom>
          </p:spPr>
        </p:pic>
        <p:pic>
          <p:nvPicPr>
            <p:cNvPr id="27" name="Picture 4" descr="Xbox Logo png transparent">
              <a:extLst>
                <a:ext uri="{FF2B5EF4-FFF2-40B4-BE49-F238E27FC236}">
                  <a16:creationId xmlns:a16="http://schemas.microsoft.com/office/drawing/2014/main" id="{92AA0FAC-B64F-E5C7-FF50-43267593475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78181" y="2386389"/>
              <a:ext cx="886721" cy="876776"/>
            </a:xfrm>
            <a:prstGeom prst="rect">
              <a:avLst/>
            </a:prstGeom>
            <a:noFill/>
            <a:extLst>
              <a:ext uri="{909E8E84-426E-40DD-AFC4-6F175D3DCCD1}">
                <a14:hiddenFill xmlns:a14="http://schemas.microsoft.com/office/drawing/2010/main">
                  <a:solidFill>
                    <a:srgbClr val="FFFFFF"/>
                  </a:solidFill>
                </a14:hiddenFill>
              </a:ext>
            </a:extLst>
          </p:spPr>
        </p:pic>
      </p:grpSp>
      <p:pic>
        <p:nvPicPr>
          <p:cNvPr id="34" name="Graphic 33">
            <a:extLst>
              <a:ext uri="{FF2B5EF4-FFF2-40B4-BE49-F238E27FC236}">
                <a16:creationId xmlns:a16="http://schemas.microsoft.com/office/drawing/2014/main" id="{E1A2CFF8-7C1C-CF69-A9C1-81C0BA265228}"/>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10"/>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6711926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Content Placeholder 2">
            <a:extLst>
              <a:ext uri="{FF2B5EF4-FFF2-40B4-BE49-F238E27FC236}">
                <a16:creationId xmlns:a16="http://schemas.microsoft.com/office/drawing/2014/main" id="{55FF325D-45B4-5FD0-9D01-2E1BC11A1AE7}"/>
              </a:ext>
            </a:extLst>
          </p:cNvPr>
          <p:cNvGraphicFramePr>
            <a:graphicFrameLocks noGrp="1"/>
          </p:cNvGraphicFramePr>
          <p:nvPr>
            <p:ph idx="1"/>
            <p:extLst>
              <p:ext uri="{D42A27DB-BD31-4B8C-83A1-F6EECF244321}">
                <p14:modId xmlns:p14="http://schemas.microsoft.com/office/powerpoint/2010/main" val="413202974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7">
            <a:extLst>
              <a:ext uri="{FF2B5EF4-FFF2-40B4-BE49-F238E27FC236}">
                <a16:creationId xmlns:a16="http://schemas.microsoft.com/office/drawing/2014/main" id="{5DD711A9-97C5-5880-7CE7-9BF624D8EC73}"/>
              </a:ext>
            </a:extLst>
          </p:cNvPr>
          <p:cNvSpPr txBox="1"/>
          <p:nvPr/>
        </p:nvSpPr>
        <p:spPr>
          <a:xfrm>
            <a:off x="1087909" y="211728"/>
            <a:ext cx="7012073" cy="630942"/>
          </a:xfrm>
          <a:prstGeom prst="rect">
            <a:avLst/>
          </a:prstGeom>
          <a:noFill/>
        </p:spPr>
        <p:txBody>
          <a:bodyPr wrap="square" rtlCol="0" anchor="ctr">
            <a:spAutoFit/>
          </a:bodyPr>
          <a:lstStyle/>
          <a:p>
            <a:r>
              <a:rPr lang="en-US" sz="3500" dirty="0">
                <a:solidFill>
                  <a:srgbClr val="272936"/>
                </a:solidFill>
                <a:latin typeface="Century Gothic" panose="020B0502020202020204" pitchFamily="34" charset="0"/>
              </a:rPr>
              <a:t>Database schema evolution</a:t>
            </a:r>
          </a:p>
        </p:txBody>
      </p:sp>
      <p:sp>
        <p:nvSpPr>
          <p:cNvPr id="5" name="TextBox 10">
            <a:extLst>
              <a:ext uri="{FF2B5EF4-FFF2-40B4-BE49-F238E27FC236}">
                <a16:creationId xmlns:a16="http://schemas.microsoft.com/office/drawing/2014/main" id="{42E75224-55A5-C944-736C-79AC36C66900}"/>
              </a:ext>
            </a:extLst>
          </p:cNvPr>
          <p:cNvSpPr txBox="1"/>
          <p:nvPr/>
        </p:nvSpPr>
        <p:spPr>
          <a:xfrm>
            <a:off x="1324801" y="855684"/>
            <a:ext cx="3214033" cy="307777"/>
          </a:xfrm>
          <a:prstGeom prst="rect">
            <a:avLst/>
          </a:prstGeom>
          <a:noFill/>
        </p:spPr>
        <p:txBody>
          <a:bodyPr wrap="square" lIns="108000" rIns="108000" rtlCol="0">
            <a:spAutoFit/>
          </a:bodyPr>
          <a:lstStyle/>
          <a:p>
            <a:r>
              <a:rPr lang="en-US" altLang="ko-KR" sz="1400" spc="600" dirty="0">
                <a:solidFill>
                  <a:srgbClr val="9E9CB4"/>
                </a:solidFill>
                <a:latin typeface="Century Gothic" panose="020B0502020202020204" pitchFamily="34" charset="0"/>
                <a:cs typeface="Arial" panose="020B0604020202020204" pitchFamily="34" charset="0"/>
              </a:rPr>
              <a:t>Logical View</a:t>
            </a:r>
            <a:endParaRPr lang="ko-KR" altLang="en-US" sz="1400" spc="600" dirty="0">
              <a:solidFill>
                <a:srgbClr val="9E9CB4"/>
              </a:solidFill>
              <a:latin typeface="Century Gothic" panose="020B0502020202020204" pitchFamily="34" charset="0"/>
              <a:cs typeface="Arial" panose="020B0604020202020204" pitchFamily="34" charset="0"/>
            </a:endParaRPr>
          </a:p>
        </p:txBody>
      </p:sp>
      <p:sp>
        <p:nvSpPr>
          <p:cNvPr id="6" name="Forma libre: forma 65">
            <a:extLst>
              <a:ext uri="{FF2B5EF4-FFF2-40B4-BE49-F238E27FC236}">
                <a16:creationId xmlns:a16="http://schemas.microsoft.com/office/drawing/2014/main" id="{4514C377-44D0-D330-5BDD-7C9359BC5097}"/>
              </a:ext>
            </a:extLst>
          </p:cNvPr>
          <p:cNvSpPr/>
          <p:nvPr/>
        </p:nvSpPr>
        <p:spPr>
          <a:xfrm>
            <a:off x="506706" y="286751"/>
            <a:ext cx="567229" cy="319634"/>
          </a:xfrm>
          <a:custGeom>
            <a:avLst/>
            <a:gdLst>
              <a:gd name="connsiteX0" fmla="*/ 283657 w 567229"/>
              <a:gd name="connsiteY0" fmla="*/ 258695 h 319634"/>
              <a:gd name="connsiteX1" fmla="*/ 40974 w 567229"/>
              <a:gd name="connsiteY1" fmla="*/ 258695 h 319634"/>
              <a:gd name="connsiteX2" fmla="*/ 30668 w 567229"/>
              <a:gd name="connsiteY2" fmla="*/ 268702 h 319634"/>
              <a:gd name="connsiteX3" fmla="*/ 30609 w 567229"/>
              <a:gd name="connsiteY3" fmla="*/ 281876 h 319634"/>
              <a:gd name="connsiteX4" fmla="*/ 37898 w 567229"/>
              <a:gd name="connsiteY4" fmla="*/ 289135 h 319634"/>
              <a:gd name="connsiteX5" fmla="*/ 92624 w 567229"/>
              <a:gd name="connsiteY5" fmla="*/ 289075 h 319634"/>
              <a:gd name="connsiteX6" fmla="*/ 97881 w 567229"/>
              <a:gd name="connsiteY6" fmla="*/ 297081 h 319634"/>
              <a:gd name="connsiteX7" fmla="*/ 94058 w 567229"/>
              <a:gd name="connsiteY7" fmla="*/ 313660 h 319634"/>
              <a:gd name="connsiteX8" fmla="*/ 88113 w 567229"/>
              <a:gd name="connsiteY8" fmla="*/ 319575 h 319634"/>
              <a:gd name="connsiteX9" fmla="*/ 17555 w 567229"/>
              <a:gd name="connsiteY9" fmla="*/ 319425 h 319634"/>
              <a:gd name="connsiteX10" fmla="*/ 348 w 567229"/>
              <a:gd name="connsiteY10" fmla="*/ 302189 h 319634"/>
              <a:gd name="connsiteX11" fmla="*/ 348 w 567229"/>
              <a:gd name="connsiteY11" fmla="*/ 244834 h 319634"/>
              <a:gd name="connsiteX12" fmla="*/ 14956 w 567229"/>
              <a:gd name="connsiteY12" fmla="*/ 228643 h 319634"/>
              <a:gd name="connsiteX13" fmla="*/ 22334 w 567229"/>
              <a:gd name="connsiteY13" fmla="*/ 221175 h 319634"/>
              <a:gd name="connsiteX14" fmla="*/ 57643 w 567229"/>
              <a:gd name="connsiteY14" fmla="*/ 64316 h 319634"/>
              <a:gd name="connsiteX15" fmla="*/ 139254 w 567229"/>
              <a:gd name="connsiteY15" fmla="*/ 120 h 319634"/>
              <a:gd name="connsiteX16" fmla="*/ 423490 w 567229"/>
              <a:gd name="connsiteY16" fmla="*/ 0 h 319634"/>
              <a:gd name="connsiteX17" fmla="*/ 516004 w 567229"/>
              <a:gd name="connsiteY17" fmla="*/ 74860 h 319634"/>
              <a:gd name="connsiteX18" fmla="*/ 537393 w 567229"/>
              <a:gd name="connsiteY18" fmla="*/ 172692 h 319634"/>
              <a:gd name="connsiteX19" fmla="*/ 547938 w 567229"/>
              <a:gd name="connsiteY19" fmla="*/ 221623 h 319634"/>
              <a:gd name="connsiteX20" fmla="*/ 554808 w 567229"/>
              <a:gd name="connsiteY20" fmla="*/ 229181 h 319634"/>
              <a:gd name="connsiteX21" fmla="*/ 566907 w 567229"/>
              <a:gd name="connsiteY21" fmla="*/ 244565 h 319634"/>
              <a:gd name="connsiteX22" fmla="*/ 566787 w 567229"/>
              <a:gd name="connsiteY22" fmla="*/ 303234 h 319634"/>
              <a:gd name="connsiteX23" fmla="*/ 548326 w 567229"/>
              <a:gd name="connsiteY23" fmla="*/ 319485 h 319634"/>
              <a:gd name="connsiteX24" fmla="*/ 314874 w 567229"/>
              <a:gd name="connsiteY24" fmla="*/ 319634 h 319634"/>
              <a:gd name="connsiteX25" fmla="*/ 305852 w 567229"/>
              <a:gd name="connsiteY25" fmla="*/ 311031 h 319634"/>
              <a:gd name="connsiteX26" fmla="*/ 301043 w 567229"/>
              <a:gd name="connsiteY26" fmla="*/ 294064 h 319634"/>
              <a:gd name="connsiteX27" fmla="*/ 304090 w 567229"/>
              <a:gd name="connsiteY27" fmla="*/ 289075 h 319634"/>
              <a:gd name="connsiteX28" fmla="*/ 309377 w 567229"/>
              <a:gd name="connsiteY28" fmla="*/ 289015 h 319634"/>
              <a:gd name="connsiteX29" fmla="*/ 526340 w 567229"/>
              <a:gd name="connsiteY29" fmla="*/ 289045 h 319634"/>
              <a:gd name="connsiteX30" fmla="*/ 536795 w 567229"/>
              <a:gd name="connsiteY30" fmla="*/ 278440 h 319634"/>
              <a:gd name="connsiteX31" fmla="*/ 517080 w 567229"/>
              <a:gd name="connsiteY31" fmla="*/ 258665 h 319634"/>
              <a:gd name="connsiteX32" fmla="*/ 283627 w 567229"/>
              <a:gd name="connsiteY32" fmla="*/ 258665 h 319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67229" h="319634">
                <a:moveTo>
                  <a:pt x="283657" y="258695"/>
                </a:moveTo>
                <a:cubicBezTo>
                  <a:pt x="202763" y="258695"/>
                  <a:pt x="121869" y="258695"/>
                  <a:pt x="40974" y="258695"/>
                </a:cubicBezTo>
                <a:cubicBezTo>
                  <a:pt x="34104" y="258695"/>
                  <a:pt x="30668" y="262031"/>
                  <a:pt x="30668" y="268702"/>
                </a:cubicBezTo>
                <a:cubicBezTo>
                  <a:pt x="30668" y="273093"/>
                  <a:pt x="30937" y="277514"/>
                  <a:pt x="30609" y="281876"/>
                </a:cubicBezTo>
                <a:cubicBezTo>
                  <a:pt x="30220" y="287372"/>
                  <a:pt x="32521" y="289194"/>
                  <a:pt x="37898" y="289135"/>
                </a:cubicBezTo>
                <a:cubicBezTo>
                  <a:pt x="56150" y="288926"/>
                  <a:pt x="74402" y="289045"/>
                  <a:pt x="92624" y="289075"/>
                </a:cubicBezTo>
                <a:cubicBezTo>
                  <a:pt x="101436" y="289075"/>
                  <a:pt x="101436" y="289135"/>
                  <a:pt x="97881" y="297081"/>
                </a:cubicBezTo>
                <a:cubicBezTo>
                  <a:pt x="95521" y="302338"/>
                  <a:pt x="94028" y="307865"/>
                  <a:pt x="94058" y="313660"/>
                </a:cubicBezTo>
                <a:cubicBezTo>
                  <a:pt x="94058" y="317812"/>
                  <a:pt x="92295" y="319604"/>
                  <a:pt x="88113" y="319575"/>
                </a:cubicBezTo>
                <a:cubicBezTo>
                  <a:pt x="64603" y="319485"/>
                  <a:pt x="41064" y="319694"/>
                  <a:pt x="17555" y="319425"/>
                </a:cubicBezTo>
                <a:cubicBezTo>
                  <a:pt x="7547" y="319306"/>
                  <a:pt x="617" y="312674"/>
                  <a:pt x="348" y="302189"/>
                </a:cubicBezTo>
                <a:cubicBezTo>
                  <a:pt x="-160" y="283071"/>
                  <a:pt x="-70" y="263952"/>
                  <a:pt x="348" y="244834"/>
                </a:cubicBezTo>
                <a:cubicBezTo>
                  <a:pt x="557" y="235992"/>
                  <a:pt x="6173" y="230017"/>
                  <a:pt x="14956" y="228643"/>
                </a:cubicBezTo>
                <a:cubicBezTo>
                  <a:pt x="19825" y="227896"/>
                  <a:pt x="21348" y="225656"/>
                  <a:pt x="22334" y="221175"/>
                </a:cubicBezTo>
                <a:cubicBezTo>
                  <a:pt x="33925" y="168869"/>
                  <a:pt x="45396" y="116503"/>
                  <a:pt x="57643" y="64316"/>
                </a:cubicBezTo>
                <a:cubicBezTo>
                  <a:pt x="66605" y="26109"/>
                  <a:pt x="100032" y="180"/>
                  <a:pt x="139254" y="120"/>
                </a:cubicBezTo>
                <a:cubicBezTo>
                  <a:pt x="234009" y="0"/>
                  <a:pt x="328735" y="210"/>
                  <a:pt x="423490" y="0"/>
                </a:cubicBezTo>
                <a:cubicBezTo>
                  <a:pt x="474034" y="-119"/>
                  <a:pt x="505728" y="25452"/>
                  <a:pt x="516004" y="74860"/>
                </a:cubicBezTo>
                <a:cubicBezTo>
                  <a:pt x="522785" y="107541"/>
                  <a:pt x="530253" y="140072"/>
                  <a:pt x="537393" y="172692"/>
                </a:cubicBezTo>
                <a:cubicBezTo>
                  <a:pt x="540948" y="189003"/>
                  <a:pt x="544562" y="205283"/>
                  <a:pt x="547938" y="221623"/>
                </a:cubicBezTo>
                <a:cubicBezTo>
                  <a:pt x="548774" y="225716"/>
                  <a:pt x="550507" y="228106"/>
                  <a:pt x="554808" y="229181"/>
                </a:cubicBezTo>
                <a:cubicBezTo>
                  <a:pt x="562575" y="231153"/>
                  <a:pt x="566787" y="236828"/>
                  <a:pt x="566907" y="244565"/>
                </a:cubicBezTo>
                <a:cubicBezTo>
                  <a:pt x="567235" y="264102"/>
                  <a:pt x="567474" y="283698"/>
                  <a:pt x="566787" y="303234"/>
                </a:cubicBezTo>
                <a:cubicBezTo>
                  <a:pt x="566399" y="314108"/>
                  <a:pt x="559498" y="319485"/>
                  <a:pt x="548326" y="319485"/>
                </a:cubicBezTo>
                <a:cubicBezTo>
                  <a:pt x="470509" y="319515"/>
                  <a:pt x="392691" y="319455"/>
                  <a:pt x="314874" y="319634"/>
                </a:cubicBezTo>
                <a:cubicBezTo>
                  <a:pt x="308392" y="319634"/>
                  <a:pt x="305703" y="317693"/>
                  <a:pt x="305852" y="311031"/>
                </a:cubicBezTo>
                <a:cubicBezTo>
                  <a:pt x="306002" y="305027"/>
                  <a:pt x="303821" y="299381"/>
                  <a:pt x="301043" y="294064"/>
                </a:cubicBezTo>
                <a:cubicBezTo>
                  <a:pt x="299221" y="290569"/>
                  <a:pt x="300565" y="289194"/>
                  <a:pt x="304090" y="289075"/>
                </a:cubicBezTo>
                <a:cubicBezTo>
                  <a:pt x="305852" y="289015"/>
                  <a:pt x="307615" y="289015"/>
                  <a:pt x="309377" y="289015"/>
                </a:cubicBezTo>
                <a:cubicBezTo>
                  <a:pt x="381698" y="289015"/>
                  <a:pt x="454019" y="289015"/>
                  <a:pt x="526340" y="289045"/>
                </a:cubicBezTo>
                <a:cubicBezTo>
                  <a:pt x="533309" y="289045"/>
                  <a:pt x="536795" y="285510"/>
                  <a:pt x="536795" y="278440"/>
                </a:cubicBezTo>
                <a:cubicBezTo>
                  <a:pt x="536816" y="265257"/>
                  <a:pt x="530244" y="258665"/>
                  <a:pt x="517080" y="258665"/>
                </a:cubicBezTo>
                <a:cubicBezTo>
                  <a:pt x="439262" y="258665"/>
                  <a:pt x="361445" y="258665"/>
                  <a:pt x="283627" y="258665"/>
                </a:cubicBezTo>
                <a:close/>
              </a:path>
            </a:pathLst>
          </a:custGeom>
          <a:solidFill>
            <a:srgbClr val="000000"/>
          </a:solidFill>
          <a:ln w="2970" cap="flat">
            <a:noFill/>
            <a:prstDash val="solid"/>
            <a:miter/>
          </a:ln>
        </p:spPr>
        <p:txBody>
          <a:bodyPr rtlCol="0" anchor="ctr"/>
          <a:lstStyle/>
          <a:p>
            <a:endParaRPr lang="LID4096"/>
          </a:p>
        </p:txBody>
      </p:sp>
      <p:grpSp>
        <p:nvGrpSpPr>
          <p:cNvPr id="7" name="Grupo 66">
            <a:extLst>
              <a:ext uri="{FF2B5EF4-FFF2-40B4-BE49-F238E27FC236}">
                <a16:creationId xmlns:a16="http://schemas.microsoft.com/office/drawing/2014/main" id="{983105CD-E7BB-4CB7-5A86-26AC38C2C20A}"/>
              </a:ext>
            </a:extLst>
          </p:cNvPr>
          <p:cNvGrpSpPr/>
          <p:nvPr/>
        </p:nvGrpSpPr>
        <p:grpSpPr>
          <a:xfrm>
            <a:off x="241063" y="584897"/>
            <a:ext cx="545369" cy="495206"/>
            <a:chOff x="119056" y="424744"/>
            <a:chExt cx="545369" cy="495206"/>
          </a:xfrm>
        </p:grpSpPr>
        <p:sp>
          <p:nvSpPr>
            <p:cNvPr id="8" name="Forma libre: forma 67">
              <a:extLst>
                <a:ext uri="{FF2B5EF4-FFF2-40B4-BE49-F238E27FC236}">
                  <a16:creationId xmlns:a16="http://schemas.microsoft.com/office/drawing/2014/main" id="{E16742A9-7E5F-00DD-DFDB-26F7C3C027A5}"/>
                </a:ext>
              </a:extLst>
            </p:cNvPr>
            <p:cNvSpPr/>
            <p:nvPr/>
          </p:nvSpPr>
          <p:spPr>
            <a:xfrm>
              <a:off x="119056" y="424744"/>
              <a:ext cx="545369" cy="495206"/>
            </a:xfrm>
            <a:custGeom>
              <a:avLst/>
              <a:gdLst>
                <a:gd name="connsiteX0" fmla="*/ 466404 w 545369"/>
                <a:gd name="connsiteY0" fmla="*/ 40 h 495206"/>
                <a:gd name="connsiteX1" fmla="*/ 525761 w 545369"/>
                <a:gd name="connsiteY1" fmla="*/ 40 h 495206"/>
                <a:gd name="connsiteX2" fmla="*/ 544998 w 545369"/>
                <a:gd name="connsiteY2" fmla="*/ 17665 h 495206"/>
                <a:gd name="connsiteX3" fmla="*/ 544371 w 545369"/>
                <a:gd name="connsiteY3" fmla="*/ 64385 h 495206"/>
                <a:gd name="connsiteX4" fmla="*/ 527852 w 545369"/>
                <a:gd name="connsiteY4" fmla="*/ 78156 h 495206"/>
                <a:gd name="connsiteX5" fmla="*/ 492901 w 545369"/>
                <a:gd name="connsiteY5" fmla="*/ 78066 h 495206"/>
                <a:gd name="connsiteX6" fmla="*/ 480892 w 545369"/>
                <a:gd name="connsiteY6" fmla="*/ 86849 h 495206"/>
                <a:gd name="connsiteX7" fmla="*/ 461774 w 545369"/>
                <a:gd name="connsiteY7" fmla="*/ 145040 h 495206"/>
                <a:gd name="connsiteX8" fmla="*/ 370066 w 545369"/>
                <a:gd name="connsiteY8" fmla="*/ 195196 h 495206"/>
                <a:gd name="connsiteX9" fmla="*/ 302316 w 545369"/>
                <a:gd name="connsiteY9" fmla="*/ 151881 h 495206"/>
                <a:gd name="connsiteX10" fmla="*/ 264258 w 545369"/>
                <a:gd name="connsiteY10" fmla="*/ 144741 h 495206"/>
                <a:gd name="connsiteX11" fmla="*/ 237104 w 545369"/>
                <a:gd name="connsiteY11" fmla="*/ 177900 h 495206"/>
                <a:gd name="connsiteX12" fmla="*/ 239285 w 545369"/>
                <a:gd name="connsiteY12" fmla="*/ 183247 h 495206"/>
                <a:gd name="connsiteX13" fmla="*/ 254161 w 545369"/>
                <a:gd name="connsiteY13" fmla="*/ 199736 h 495206"/>
                <a:gd name="connsiteX14" fmla="*/ 260435 w 545369"/>
                <a:gd name="connsiteY14" fmla="*/ 203978 h 495206"/>
                <a:gd name="connsiteX15" fmla="*/ 280121 w 545369"/>
                <a:gd name="connsiteY15" fmla="*/ 205472 h 495206"/>
                <a:gd name="connsiteX16" fmla="*/ 285557 w 545369"/>
                <a:gd name="connsiteY16" fmla="*/ 201111 h 495206"/>
                <a:gd name="connsiteX17" fmla="*/ 303511 w 545369"/>
                <a:gd name="connsiteY17" fmla="*/ 183277 h 495206"/>
                <a:gd name="connsiteX18" fmla="*/ 326721 w 545369"/>
                <a:gd name="connsiteY18" fmla="*/ 195704 h 495206"/>
                <a:gd name="connsiteX19" fmla="*/ 335892 w 545369"/>
                <a:gd name="connsiteY19" fmla="*/ 199079 h 495206"/>
                <a:gd name="connsiteX20" fmla="*/ 387302 w 545369"/>
                <a:gd name="connsiteY20" fmla="*/ 220587 h 495206"/>
                <a:gd name="connsiteX21" fmla="*/ 402985 w 545369"/>
                <a:gd name="connsiteY21" fmla="*/ 263484 h 495206"/>
                <a:gd name="connsiteX22" fmla="*/ 430946 w 545369"/>
                <a:gd name="connsiteY22" fmla="*/ 400538 h 495206"/>
                <a:gd name="connsiteX23" fmla="*/ 412156 w 545369"/>
                <a:gd name="connsiteY23" fmla="*/ 470917 h 495206"/>
                <a:gd name="connsiteX24" fmla="*/ 362658 w 545369"/>
                <a:gd name="connsiteY24" fmla="*/ 493710 h 495206"/>
                <a:gd name="connsiteX25" fmla="*/ 297805 w 545369"/>
                <a:gd name="connsiteY25" fmla="*/ 439253 h 495206"/>
                <a:gd name="connsiteX26" fmla="*/ 265005 w 545369"/>
                <a:gd name="connsiteY26" fmla="*/ 400927 h 495206"/>
                <a:gd name="connsiteX27" fmla="*/ 228202 w 545369"/>
                <a:gd name="connsiteY27" fmla="*/ 397939 h 495206"/>
                <a:gd name="connsiteX28" fmla="*/ 205529 w 545369"/>
                <a:gd name="connsiteY28" fmla="*/ 397282 h 495206"/>
                <a:gd name="connsiteX29" fmla="*/ 142200 w 545369"/>
                <a:gd name="connsiteY29" fmla="*/ 422614 h 495206"/>
                <a:gd name="connsiteX30" fmla="*/ 137181 w 545369"/>
                <a:gd name="connsiteY30" fmla="*/ 440866 h 495206"/>
                <a:gd name="connsiteX31" fmla="*/ 59065 w 545369"/>
                <a:gd name="connsiteY31" fmla="*/ 493829 h 495206"/>
                <a:gd name="connsiteX32" fmla="*/ 247 w 545369"/>
                <a:gd name="connsiteY32" fmla="*/ 418312 h 495206"/>
                <a:gd name="connsiteX33" fmla="*/ 6490 w 545369"/>
                <a:gd name="connsiteY33" fmla="*/ 393458 h 495206"/>
                <a:gd name="connsiteX34" fmla="*/ 28267 w 545369"/>
                <a:gd name="connsiteY34" fmla="*/ 271848 h 495206"/>
                <a:gd name="connsiteX35" fmla="*/ 39140 w 545369"/>
                <a:gd name="connsiteY35" fmla="*/ 228414 h 495206"/>
                <a:gd name="connsiteX36" fmla="*/ 96645 w 545369"/>
                <a:gd name="connsiteY36" fmla="*/ 200394 h 495206"/>
                <a:gd name="connsiteX37" fmla="*/ 109908 w 545369"/>
                <a:gd name="connsiteY37" fmla="*/ 193732 h 495206"/>
                <a:gd name="connsiteX38" fmla="*/ 131506 w 545369"/>
                <a:gd name="connsiteY38" fmla="*/ 184531 h 495206"/>
                <a:gd name="connsiteX39" fmla="*/ 148145 w 545369"/>
                <a:gd name="connsiteY39" fmla="*/ 199527 h 495206"/>
                <a:gd name="connsiteX40" fmla="*/ 156539 w 545369"/>
                <a:gd name="connsiteY40" fmla="*/ 205412 h 495206"/>
                <a:gd name="connsiteX41" fmla="*/ 167651 w 545369"/>
                <a:gd name="connsiteY41" fmla="*/ 204217 h 495206"/>
                <a:gd name="connsiteX42" fmla="*/ 180526 w 545369"/>
                <a:gd name="connsiteY42" fmla="*/ 195853 h 495206"/>
                <a:gd name="connsiteX43" fmla="*/ 196299 w 545369"/>
                <a:gd name="connsiteY43" fmla="*/ 181305 h 495206"/>
                <a:gd name="connsiteX44" fmla="*/ 200720 w 545369"/>
                <a:gd name="connsiteY44" fmla="*/ 176137 h 495206"/>
                <a:gd name="connsiteX45" fmla="*/ 223214 w 545369"/>
                <a:gd name="connsiteY45" fmla="*/ 138379 h 495206"/>
                <a:gd name="connsiteX46" fmla="*/ 270352 w 545369"/>
                <a:gd name="connsiteY46" fmla="*/ 113644 h 495206"/>
                <a:gd name="connsiteX47" fmla="*/ 316923 w 545369"/>
                <a:gd name="connsiteY47" fmla="*/ 128252 h 495206"/>
                <a:gd name="connsiteX48" fmla="*/ 357550 w 545369"/>
                <a:gd name="connsiteY48" fmla="*/ 158513 h 495206"/>
                <a:gd name="connsiteX49" fmla="*/ 420013 w 545369"/>
                <a:gd name="connsiteY49" fmla="*/ 157318 h 495206"/>
                <a:gd name="connsiteX50" fmla="*/ 448481 w 545369"/>
                <a:gd name="connsiteY50" fmla="*/ 118782 h 495206"/>
                <a:gd name="connsiteX51" fmla="*/ 450184 w 545369"/>
                <a:gd name="connsiteY51" fmla="*/ 83951 h 495206"/>
                <a:gd name="connsiteX52" fmla="*/ 444269 w 545369"/>
                <a:gd name="connsiteY52" fmla="*/ 78186 h 495206"/>
                <a:gd name="connsiteX53" fmla="*/ 405345 w 545369"/>
                <a:gd name="connsiteY53" fmla="*/ 78186 h 495206"/>
                <a:gd name="connsiteX54" fmla="*/ 386556 w 545369"/>
                <a:gd name="connsiteY54" fmla="*/ 59426 h 495206"/>
                <a:gd name="connsiteX55" fmla="*/ 386556 w 545369"/>
                <a:gd name="connsiteY55" fmla="*/ 19188 h 495206"/>
                <a:gd name="connsiteX56" fmla="*/ 405614 w 545369"/>
                <a:gd name="connsiteY56" fmla="*/ 40 h 495206"/>
                <a:gd name="connsiteX57" fmla="*/ 466285 w 545369"/>
                <a:gd name="connsiteY57" fmla="*/ 40 h 495206"/>
                <a:gd name="connsiteX58" fmla="*/ 81051 w 545369"/>
                <a:gd name="connsiteY58" fmla="*/ 307635 h 495206"/>
                <a:gd name="connsiteX59" fmla="*/ 127921 w 545369"/>
                <a:gd name="connsiteY59" fmla="*/ 354624 h 495206"/>
                <a:gd name="connsiteX60" fmla="*/ 174671 w 545369"/>
                <a:gd name="connsiteY60" fmla="*/ 307576 h 495206"/>
                <a:gd name="connsiteX61" fmla="*/ 127533 w 545369"/>
                <a:gd name="connsiteY61" fmla="*/ 260377 h 495206"/>
                <a:gd name="connsiteX62" fmla="*/ 81051 w 545369"/>
                <a:gd name="connsiteY62" fmla="*/ 307665 h 495206"/>
                <a:gd name="connsiteX63" fmla="*/ 305393 w 545369"/>
                <a:gd name="connsiteY63" fmla="*/ 353340 h 495206"/>
                <a:gd name="connsiteX64" fmla="*/ 352441 w 545369"/>
                <a:gd name="connsiteY64" fmla="*/ 305783 h 495206"/>
                <a:gd name="connsiteX65" fmla="*/ 305602 w 545369"/>
                <a:gd name="connsiteY65" fmla="*/ 259063 h 495206"/>
                <a:gd name="connsiteX66" fmla="*/ 258164 w 545369"/>
                <a:gd name="connsiteY66" fmla="*/ 307247 h 495206"/>
                <a:gd name="connsiteX67" fmla="*/ 305363 w 545369"/>
                <a:gd name="connsiteY67" fmla="*/ 353340 h 495206"/>
                <a:gd name="connsiteX68" fmla="*/ 216522 w 545369"/>
                <a:gd name="connsiteY68" fmla="*/ 370606 h 495206"/>
                <a:gd name="connsiteX69" fmla="*/ 241735 w 545369"/>
                <a:gd name="connsiteY69" fmla="*/ 345812 h 495206"/>
                <a:gd name="connsiteX70" fmla="*/ 217239 w 545369"/>
                <a:gd name="connsiteY70" fmla="*/ 320899 h 495206"/>
                <a:gd name="connsiteX71" fmla="*/ 191937 w 545369"/>
                <a:gd name="connsiteY71" fmla="*/ 345394 h 495206"/>
                <a:gd name="connsiteX72" fmla="*/ 216522 w 545369"/>
                <a:gd name="connsiteY72" fmla="*/ 370576 h 495206"/>
                <a:gd name="connsiteX73" fmla="*/ 215716 w 545369"/>
                <a:gd name="connsiteY73" fmla="*/ 249324 h 495206"/>
                <a:gd name="connsiteX74" fmla="*/ 215716 w 545369"/>
                <a:gd name="connsiteY74" fmla="*/ 249145 h 495206"/>
                <a:gd name="connsiteX75" fmla="*/ 259807 w 545369"/>
                <a:gd name="connsiteY75" fmla="*/ 249145 h 495206"/>
                <a:gd name="connsiteX76" fmla="*/ 269605 w 545369"/>
                <a:gd name="connsiteY76" fmla="*/ 240034 h 495206"/>
                <a:gd name="connsiteX77" fmla="*/ 260285 w 545369"/>
                <a:gd name="connsiteY77" fmla="*/ 231252 h 495206"/>
                <a:gd name="connsiteX78" fmla="*/ 172102 w 545369"/>
                <a:gd name="connsiteY78" fmla="*/ 231461 h 495206"/>
                <a:gd name="connsiteX79" fmla="*/ 162872 w 545369"/>
                <a:gd name="connsiteY79" fmla="*/ 240602 h 495206"/>
                <a:gd name="connsiteX80" fmla="*/ 172311 w 545369"/>
                <a:gd name="connsiteY80" fmla="*/ 249354 h 495206"/>
                <a:gd name="connsiteX81" fmla="*/ 215746 w 545369"/>
                <a:gd name="connsiteY81" fmla="*/ 249354 h 495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45369" h="495206">
                  <a:moveTo>
                    <a:pt x="466404" y="40"/>
                  </a:moveTo>
                  <a:cubicBezTo>
                    <a:pt x="486180" y="40"/>
                    <a:pt x="505985" y="10"/>
                    <a:pt x="525761" y="40"/>
                  </a:cubicBezTo>
                  <a:cubicBezTo>
                    <a:pt x="538038" y="70"/>
                    <a:pt x="544610" y="5596"/>
                    <a:pt x="544998" y="17665"/>
                  </a:cubicBezTo>
                  <a:cubicBezTo>
                    <a:pt x="545506" y="33228"/>
                    <a:pt x="545656" y="48851"/>
                    <a:pt x="544371" y="64385"/>
                  </a:cubicBezTo>
                  <a:cubicBezTo>
                    <a:pt x="543714" y="72540"/>
                    <a:pt x="536993" y="78036"/>
                    <a:pt x="527852" y="78156"/>
                  </a:cubicBezTo>
                  <a:cubicBezTo>
                    <a:pt x="516202" y="78305"/>
                    <a:pt x="504521" y="78664"/>
                    <a:pt x="492901" y="78066"/>
                  </a:cubicBezTo>
                  <a:cubicBezTo>
                    <a:pt x="485851" y="77678"/>
                    <a:pt x="482894" y="80217"/>
                    <a:pt x="480892" y="86849"/>
                  </a:cubicBezTo>
                  <a:cubicBezTo>
                    <a:pt x="474948" y="106385"/>
                    <a:pt x="468764" y="125862"/>
                    <a:pt x="461774" y="145040"/>
                  </a:cubicBezTo>
                  <a:cubicBezTo>
                    <a:pt x="446360" y="187399"/>
                    <a:pt x="408900" y="202634"/>
                    <a:pt x="370066" y="195196"/>
                  </a:cubicBezTo>
                  <a:cubicBezTo>
                    <a:pt x="341956" y="189819"/>
                    <a:pt x="319283" y="175271"/>
                    <a:pt x="302316" y="151881"/>
                  </a:cubicBezTo>
                  <a:cubicBezTo>
                    <a:pt x="291263" y="136616"/>
                    <a:pt x="280598" y="134973"/>
                    <a:pt x="264258" y="144741"/>
                  </a:cubicBezTo>
                  <a:cubicBezTo>
                    <a:pt x="251174" y="152568"/>
                    <a:pt x="243646" y="164816"/>
                    <a:pt x="237104" y="177900"/>
                  </a:cubicBezTo>
                  <a:cubicBezTo>
                    <a:pt x="235760" y="180588"/>
                    <a:pt x="237373" y="181873"/>
                    <a:pt x="239285" y="183247"/>
                  </a:cubicBezTo>
                  <a:cubicBezTo>
                    <a:pt x="245469" y="187638"/>
                    <a:pt x="250607" y="192985"/>
                    <a:pt x="254161" y="199736"/>
                  </a:cubicBezTo>
                  <a:cubicBezTo>
                    <a:pt x="255506" y="202335"/>
                    <a:pt x="257686" y="203620"/>
                    <a:pt x="260435" y="203978"/>
                  </a:cubicBezTo>
                  <a:cubicBezTo>
                    <a:pt x="266977" y="204845"/>
                    <a:pt x="273489" y="205741"/>
                    <a:pt x="280121" y="205472"/>
                  </a:cubicBezTo>
                  <a:cubicBezTo>
                    <a:pt x="283227" y="205352"/>
                    <a:pt x="284840" y="204307"/>
                    <a:pt x="285557" y="201111"/>
                  </a:cubicBezTo>
                  <a:cubicBezTo>
                    <a:pt x="287678" y="191372"/>
                    <a:pt x="293563" y="184830"/>
                    <a:pt x="303511" y="183277"/>
                  </a:cubicBezTo>
                  <a:cubicBezTo>
                    <a:pt x="314026" y="181634"/>
                    <a:pt x="321942" y="186234"/>
                    <a:pt x="326721" y="195704"/>
                  </a:cubicBezTo>
                  <a:cubicBezTo>
                    <a:pt x="328842" y="199886"/>
                    <a:pt x="332487" y="199049"/>
                    <a:pt x="335892" y="199079"/>
                  </a:cubicBezTo>
                  <a:cubicBezTo>
                    <a:pt x="355936" y="199348"/>
                    <a:pt x="373113" y="206039"/>
                    <a:pt x="387302" y="220587"/>
                  </a:cubicBezTo>
                  <a:cubicBezTo>
                    <a:pt x="399102" y="232686"/>
                    <a:pt x="401850" y="247681"/>
                    <a:pt x="402985" y="263484"/>
                  </a:cubicBezTo>
                  <a:cubicBezTo>
                    <a:pt x="406331" y="310384"/>
                    <a:pt x="415382" y="356088"/>
                    <a:pt x="430946" y="400538"/>
                  </a:cubicBezTo>
                  <a:cubicBezTo>
                    <a:pt x="440565" y="428021"/>
                    <a:pt x="431424" y="451082"/>
                    <a:pt x="412156" y="470917"/>
                  </a:cubicBezTo>
                  <a:cubicBezTo>
                    <a:pt x="398714" y="484748"/>
                    <a:pt x="382672" y="493740"/>
                    <a:pt x="362658" y="493710"/>
                  </a:cubicBezTo>
                  <a:cubicBezTo>
                    <a:pt x="332278" y="493680"/>
                    <a:pt x="302256" y="469304"/>
                    <a:pt x="297805" y="439253"/>
                  </a:cubicBezTo>
                  <a:cubicBezTo>
                    <a:pt x="294788" y="418880"/>
                    <a:pt x="282451" y="408006"/>
                    <a:pt x="265005" y="400927"/>
                  </a:cubicBezTo>
                  <a:cubicBezTo>
                    <a:pt x="253146" y="396117"/>
                    <a:pt x="240868" y="394683"/>
                    <a:pt x="228202" y="397939"/>
                  </a:cubicBezTo>
                  <a:cubicBezTo>
                    <a:pt x="220645" y="399881"/>
                    <a:pt x="213236" y="399612"/>
                    <a:pt x="205529" y="397282"/>
                  </a:cubicBezTo>
                  <a:cubicBezTo>
                    <a:pt x="184410" y="390919"/>
                    <a:pt x="153432" y="403764"/>
                    <a:pt x="142200" y="422614"/>
                  </a:cubicBezTo>
                  <a:cubicBezTo>
                    <a:pt x="138795" y="428349"/>
                    <a:pt x="138227" y="434652"/>
                    <a:pt x="137181" y="440866"/>
                  </a:cubicBezTo>
                  <a:cubicBezTo>
                    <a:pt x="131207" y="475936"/>
                    <a:pt x="93807" y="501537"/>
                    <a:pt x="59065" y="493829"/>
                  </a:cubicBezTo>
                  <a:cubicBezTo>
                    <a:pt x="28745" y="487108"/>
                    <a:pt x="-3129" y="453801"/>
                    <a:pt x="247" y="418312"/>
                  </a:cubicBezTo>
                  <a:cubicBezTo>
                    <a:pt x="1083" y="409649"/>
                    <a:pt x="4040" y="401614"/>
                    <a:pt x="6490" y="393458"/>
                  </a:cubicBezTo>
                  <a:cubicBezTo>
                    <a:pt x="18439" y="353758"/>
                    <a:pt x="26325" y="313371"/>
                    <a:pt x="28267" y="271848"/>
                  </a:cubicBezTo>
                  <a:cubicBezTo>
                    <a:pt x="28984" y="256763"/>
                    <a:pt x="29492" y="241319"/>
                    <a:pt x="39140" y="228414"/>
                  </a:cubicBezTo>
                  <a:cubicBezTo>
                    <a:pt x="53479" y="209236"/>
                    <a:pt x="72986" y="200304"/>
                    <a:pt x="96645" y="200394"/>
                  </a:cubicBezTo>
                  <a:cubicBezTo>
                    <a:pt x="102530" y="200394"/>
                    <a:pt x="106682" y="199826"/>
                    <a:pt x="109908" y="193732"/>
                  </a:cubicBezTo>
                  <a:cubicBezTo>
                    <a:pt x="114299" y="185517"/>
                    <a:pt x="122544" y="183097"/>
                    <a:pt x="131506" y="184531"/>
                  </a:cubicBezTo>
                  <a:cubicBezTo>
                    <a:pt x="140109" y="185905"/>
                    <a:pt x="145994" y="191223"/>
                    <a:pt x="148145" y="199527"/>
                  </a:cubicBezTo>
                  <a:cubicBezTo>
                    <a:pt x="149429" y="204606"/>
                    <a:pt x="152028" y="205890"/>
                    <a:pt x="156539" y="205412"/>
                  </a:cubicBezTo>
                  <a:cubicBezTo>
                    <a:pt x="160243" y="204994"/>
                    <a:pt x="163947" y="204546"/>
                    <a:pt x="167651" y="204217"/>
                  </a:cubicBezTo>
                  <a:cubicBezTo>
                    <a:pt x="173446" y="203709"/>
                    <a:pt x="177688" y="201678"/>
                    <a:pt x="180526" y="195853"/>
                  </a:cubicBezTo>
                  <a:cubicBezTo>
                    <a:pt x="183782" y="189251"/>
                    <a:pt x="189846" y="184860"/>
                    <a:pt x="196299" y="181305"/>
                  </a:cubicBezTo>
                  <a:cubicBezTo>
                    <a:pt x="198479" y="180110"/>
                    <a:pt x="200302" y="179035"/>
                    <a:pt x="200720" y="176137"/>
                  </a:cubicBezTo>
                  <a:cubicBezTo>
                    <a:pt x="203020" y="160484"/>
                    <a:pt x="212340" y="148864"/>
                    <a:pt x="223214" y="138379"/>
                  </a:cubicBezTo>
                  <a:cubicBezTo>
                    <a:pt x="236477" y="125563"/>
                    <a:pt x="252100" y="116870"/>
                    <a:pt x="270352" y="113644"/>
                  </a:cubicBezTo>
                  <a:cubicBezTo>
                    <a:pt x="288246" y="110478"/>
                    <a:pt x="304526" y="113853"/>
                    <a:pt x="316923" y="128252"/>
                  </a:cubicBezTo>
                  <a:cubicBezTo>
                    <a:pt x="328245" y="141426"/>
                    <a:pt x="340373" y="153255"/>
                    <a:pt x="357550" y="158513"/>
                  </a:cubicBezTo>
                  <a:cubicBezTo>
                    <a:pt x="378520" y="164935"/>
                    <a:pt x="399341" y="166250"/>
                    <a:pt x="420013" y="157318"/>
                  </a:cubicBezTo>
                  <a:cubicBezTo>
                    <a:pt x="437010" y="149969"/>
                    <a:pt x="445105" y="136108"/>
                    <a:pt x="448481" y="118782"/>
                  </a:cubicBezTo>
                  <a:cubicBezTo>
                    <a:pt x="450721" y="107252"/>
                    <a:pt x="449915" y="95572"/>
                    <a:pt x="450184" y="83951"/>
                  </a:cubicBezTo>
                  <a:cubicBezTo>
                    <a:pt x="450273" y="79650"/>
                    <a:pt x="448451" y="78126"/>
                    <a:pt x="444269" y="78186"/>
                  </a:cubicBezTo>
                  <a:cubicBezTo>
                    <a:pt x="431304" y="78305"/>
                    <a:pt x="418340" y="78275"/>
                    <a:pt x="405345" y="78186"/>
                  </a:cubicBezTo>
                  <a:cubicBezTo>
                    <a:pt x="393068" y="78096"/>
                    <a:pt x="386675" y="71733"/>
                    <a:pt x="386556" y="59426"/>
                  </a:cubicBezTo>
                  <a:cubicBezTo>
                    <a:pt x="386436" y="46013"/>
                    <a:pt x="386436" y="32601"/>
                    <a:pt x="386556" y="19188"/>
                  </a:cubicBezTo>
                  <a:cubicBezTo>
                    <a:pt x="386645" y="6433"/>
                    <a:pt x="392948" y="70"/>
                    <a:pt x="405614" y="40"/>
                  </a:cubicBezTo>
                  <a:cubicBezTo>
                    <a:pt x="425838" y="-50"/>
                    <a:pt x="446061" y="40"/>
                    <a:pt x="466285" y="40"/>
                  </a:cubicBezTo>
                  <a:close/>
                  <a:moveTo>
                    <a:pt x="81051" y="307635"/>
                  </a:moveTo>
                  <a:cubicBezTo>
                    <a:pt x="81111" y="333624"/>
                    <a:pt x="102022" y="354565"/>
                    <a:pt x="127921" y="354624"/>
                  </a:cubicBezTo>
                  <a:cubicBezTo>
                    <a:pt x="153671" y="354654"/>
                    <a:pt x="174731" y="333475"/>
                    <a:pt x="174671" y="307576"/>
                  </a:cubicBezTo>
                  <a:cubicBezTo>
                    <a:pt x="174611" y="280899"/>
                    <a:pt x="153880" y="260138"/>
                    <a:pt x="127533" y="260377"/>
                  </a:cubicBezTo>
                  <a:cubicBezTo>
                    <a:pt x="101514" y="260616"/>
                    <a:pt x="80992" y="281467"/>
                    <a:pt x="81051" y="307665"/>
                  </a:cubicBezTo>
                  <a:close/>
                  <a:moveTo>
                    <a:pt x="305393" y="353340"/>
                  </a:moveTo>
                  <a:cubicBezTo>
                    <a:pt x="331471" y="353400"/>
                    <a:pt x="352322" y="332310"/>
                    <a:pt x="352441" y="305783"/>
                  </a:cubicBezTo>
                  <a:cubicBezTo>
                    <a:pt x="352561" y="280870"/>
                    <a:pt x="330784" y="259152"/>
                    <a:pt x="305602" y="259063"/>
                  </a:cubicBezTo>
                  <a:cubicBezTo>
                    <a:pt x="279463" y="259003"/>
                    <a:pt x="258105" y="280690"/>
                    <a:pt x="258164" y="307247"/>
                  </a:cubicBezTo>
                  <a:cubicBezTo>
                    <a:pt x="258224" y="332399"/>
                    <a:pt x="279613" y="353310"/>
                    <a:pt x="305363" y="353340"/>
                  </a:cubicBezTo>
                  <a:close/>
                  <a:moveTo>
                    <a:pt x="216522" y="370606"/>
                  </a:moveTo>
                  <a:cubicBezTo>
                    <a:pt x="230532" y="370696"/>
                    <a:pt x="241585" y="359822"/>
                    <a:pt x="241735" y="345812"/>
                  </a:cubicBezTo>
                  <a:cubicBezTo>
                    <a:pt x="241884" y="332399"/>
                    <a:pt x="230712" y="321048"/>
                    <a:pt x="217239" y="320899"/>
                  </a:cubicBezTo>
                  <a:cubicBezTo>
                    <a:pt x="202691" y="320749"/>
                    <a:pt x="192087" y="331025"/>
                    <a:pt x="191937" y="345394"/>
                  </a:cubicBezTo>
                  <a:cubicBezTo>
                    <a:pt x="191788" y="359792"/>
                    <a:pt x="202243" y="370487"/>
                    <a:pt x="216522" y="370576"/>
                  </a:cubicBezTo>
                  <a:close/>
                  <a:moveTo>
                    <a:pt x="215716" y="249324"/>
                  </a:moveTo>
                  <a:cubicBezTo>
                    <a:pt x="215716" y="249324"/>
                    <a:pt x="215716" y="249205"/>
                    <a:pt x="215716" y="249145"/>
                  </a:cubicBezTo>
                  <a:cubicBezTo>
                    <a:pt x="230413" y="249145"/>
                    <a:pt x="245110" y="249205"/>
                    <a:pt x="259807" y="249145"/>
                  </a:cubicBezTo>
                  <a:cubicBezTo>
                    <a:pt x="267335" y="249115"/>
                    <a:pt x="269546" y="246935"/>
                    <a:pt x="269605" y="240034"/>
                  </a:cubicBezTo>
                  <a:cubicBezTo>
                    <a:pt x="269635" y="233402"/>
                    <a:pt x="267574" y="231252"/>
                    <a:pt x="260285" y="231252"/>
                  </a:cubicBezTo>
                  <a:cubicBezTo>
                    <a:pt x="230891" y="231252"/>
                    <a:pt x="201497" y="231311"/>
                    <a:pt x="172102" y="231461"/>
                  </a:cubicBezTo>
                  <a:cubicBezTo>
                    <a:pt x="165351" y="231491"/>
                    <a:pt x="162812" y="234209"/>
                    <a:pt x="162872" y="240602"/>
                  </a:cubicBezTo>
                  <a:cubicBezTo>
                    <a:pt x="162931" y="247054"/>
                    <a:pt x="165232" y="249295"/>
                    <a:pt x="172311" y="249354"/>
                  </a:cubicBezTo>
                  <a:cubicBezTo>
                    <a:pt x="186799" y="249444"/>
                    <a:pt x="201258" y="249354"/>
                    <a:pt x="215746" y="249354"/>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9" name="Forma libre: forma 68">
              <a:extLst>
                <a:ext uri="{FF2B5EF4-FFF2-40B4-BE49-F238E27FC236}">
                  <a16:creationId xmlns:a16="http://schemas.microsoft.com/office/drawing/2014/main" id="{ECD1AC24-B09D-8260-36D5-D3E7154923F8}"/>
                </a:ext>
              </a:extLst>
            </p:cNvPr>
            <p:cNvSpPr/>
            <p:nvPr/>
          </p:nvSpPr>
          <p:spPr>
            <a:xfrm>
              <a:off x="242264" y="737784"/>
              <a:ext cx="10675" cy="29696"/>
            </a:xfrm>
            <a:custGeom>
              <a:avLst/>
              <a:gdLst>
                <a:gd name="connsiteX0" fmla="*/ 10598 w 10675"/>
                <a:gd name="connsiteY0" fmla="*/ 14760 h 29696"/>
                <a:gd name="connsiteX1" fmla="*/ 10538 w 10675"/>
                <a:gd name="connsiteY1" fmla="*/ 24617 h 29696"/>
                <a:gd name="connsiteX2" fmla="*/ 5520 w 10675"/>
                <a:gd name="connsiteY2" fmla="*/ 29696 h 29696"/>
                <a:gd name="connsiteX3" fmla="*/ 232 w 10675"/>
                <a:gd name="connsiteY3" fmla="*/ 24797 h 29696"/>
                <a:gd name="connsiteX4" fmla="*/ 172 w 10675"/>
                <a:gd name="connsiteY4" fmla="*/ 5111 h 29696"/>
                <a:gd name="connsiteX5" fmla="*/ 5221 w 10675"/>
                <a:gd name="connsiteY5" fmla="*/ 3 h 29696"/>
                <a:gd name="connsiteX6" fmla="*/ 10419 w 10675"/>
                <a:gd name="connsiteY6" fmla="*/ 4902 h 29696"/>
                <a:gd name="connsiteX7" fmla="*/ 10508 w 10675"/>
                <a:gd name="connsiteY7" fmla="*/ 14730 h 29696"/>
                <a:gd name="connsiteX8" fmla="*/ 10628 w 10675"/>
                <a:gd name="connsiteY8" fmla="*/ 14730 h 29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75" h="29696">
                  <a:moveTo>
                    <a:pt x="10598" y="14760"/>
                  </a:moveTo>
                  <a:cubicBezTo>
                    <a:pt x="10598" y="18046"/>
                    <a:pt x="10807" y="21332"/>
                    <a:pt x="10538" y="24617"/>
                  </a:cubicBezTo>
                  <a:cubicBezTo>
                    <a:pt x="10299" y="27515"/>
                    <a:pt x="8626" y="29726"/>
                    <a:pt x="5520" y="29696"/>
                  </a:cubicBezTo>
                  <a:cubicBezTo>
                    <a:pt x="2562" y="29696"/>
                    <a:pt x="352" y="27724"/>
                    <a:pt x="232" y="24797"/>
                  </a:cubicBezTo>
                  <a:cubicBezTo>
                    <a:pt x="-67" y="18255"/>
                    <a:pt x="-67" y="11653"/>
                    <a:pt x="172" y="5111"/>
                  </a:cubicBezTo>
                  <a:cubicBezTo>
                    <a:pt x="262" y="2213"/>
                    <a:pt x="2174" y="92"/>
                    <a:pt x="5221" y="3"/>
                  </a:cubicBezTo>
                  <a:cubicBezTo>
                    <a:pt x="8328" y="-87"/>
                    <a:pt x="10120" y="2064"/>
                    <a:pt x="10419" y="4902"/>
                  </a:cubicBezTo>
                  <a:cubicBezTo>
                    <a:pt x="10747" y="8158"/>
                    <a:pt x="10508" y="11474"/>
                    <a:pt x="10508" y="14730"/>
                  </a:cubicBezTo>
                  <a:cubicBezTo>
                    <a:pt x="10538" y="14730"/>
                    <a:pt x="10598" y="14730"/>
                    <a:pt x="10628" y="14730"/>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0" name="Forma libre: forma 69">
              <a:extLst>
                <a:ext uri="{FF2B5EF4-FFF2-40B4-BE49-F238E27FC236}">
                  <a16:creationId xmlns:a16="http://schemas.microsoft.com/office/drawing/2014/main" id="{AE4C35F2-5209-FA97-CEF6-F6F4E2B9D54E}"/>
                </a:ext>
              </a:extLst>
            </p:cNvPr>
            <p:cNvSpPr/>
            <p:nvPr/>
          </p:nvSpPr>
          <p:spPr>
            <a:xfrm>
              <a:off x="212677" y="727990"/>
              <a:ext cx="29376" cy="10578"/>
            </a:xfrm>
            <a:custGeom>
              <a:avLst/>
              <a:gdLst>
                <a:gd name="connsiteX0" fmla="*/ 14943 w 29376"/>
                <a:gd name="connsiteY0" fmla="*/ 58 h 10578"/>
                <a:gd name="connsiteX1" fmla="*/ 24174 w 29376"/>
                <a:gd name="connsiteY1" fmla="*/ 88 h 10578"/>
                <a:gd name="connsiteX2" fmla="*/ 29371 w 29376"/>
                <a:gd name="connsiteY2" fmla="*/ 4987 h 10578"/>
                <a:gd name="connsiteX3" fmla="*/ 24652 w 29376"/>
                <a:gd name="connsiteY3" fmla="*/ 10334 h 10578"/>
                <a:gd name="connsiteX4" fmla="*/ 4936 w 29376"/>
                <a:gd name="connsiteY4" fmla="*/ 10394 h 10578"/>
                <a:gd name="connsiteX5" fmla="*/ 7 w 29376"/>
                <a:gd name="connsiteY5" fmla="*/ 5226 h 10578"/>
                <a:gd name="connsiteX6" fmla="*/ 5742 w 29376"/>
                <a:gd name="connsiteY6" fmla="*/ 88 h 10578"/>
                <a:gd name="connsiteX7" fmla="*/ 14973 w 29376"/>
                <a:gd name="connsiteY7" fmla="*/ 58 h 10578"/>
                <a:gd name="connsiteX8" fmla="*/ 14973 w 29376"/>
                <a:gd name="connsiteY8" fmla="*/ 58 h 10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376" h="10578">
                  <a:moveTo>
                    <a:pt x="14943" y="58"/>
                  </a:moveTo>
                  <a:cubicBezTo>
                    <a:pt x="18020" y="58"/>
                    <a:pt x="21097" y="-61"/>
                    <a:pt x="24174" y="88"/>
                  </a:cubicBezTo>
                  <a:cubicBezTo>
                    <a:pt x="27191" y="238"/>
                    <a:pt x="29252" y="1970"/>
                    <a:pt x="29371" y="4987"/>
                  </a:cubicBezTo>
                  <a:cubicBezTo>
                    <a:pt x="29491" y="8004"/>
                    <a:pt x="27609" y="10185"/>
                    <a:pt x="24652" y="10334"/>
                  </a:cubicBezTo>
                  <a:cubicBezTo>
                    <a:pt x="18080" y="10633"/>
                    <a:pt x="11508" y="10663"/>
                    <a:pt x="4936" y="10394"/>
                  </a:cubicBezTo>
                  <a:cubicBezTo>
                    <a:pt x="2128" y="10275"/>
                    <a:pt x="-142" y="8363"/>
                    <a:pt x="7" y="5226"/>
                  </a:cubicBezTo>
                  <a:cubicBezTo>
                    <a:pt x="126" y="1791"/>
                    <a:pt x="2576" y="267"/>
                    <a:pt x="5742" y="88"/>
                  </a:cubicBezTo>
                  <a:cubicBezTo>
                    <a:pt x="8819" y="-91"/>
                    <a:pt x="11896" y="58"/>
                    <a:pt x="14973" y="58"/>
                  </a:cubicBezTo>
                  <a:cubicBezTo>
                    <a:pt x="14973" y="58"/>
                    <a:pt x="14973" y="58"/>
                    <a:pt x="14973" y="58"/>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1" name="Forma libre: forma 70">
              <a:extLst>
                <a:ext uri="{FF2B5EF4-FFF2-40B4-BE49-F238E27FC236}">
                  <a16:creationId xmlns:a16="http://schemas.microsoft.com/office/drawing/2014/main" id="{DF7473E6-D040-2981-C742-49ABF342C16E}"/>
                </a:ext>
              </a:extLst>
            </p:cNvPr>
            <p:cNvSpPr/>
            <p:nvPr/>
          </p:nvSpPr>
          <p:spPr>
            <a:xfrm>
              <a:off x="242122" y="697964"/>
              <a:ext cx="10949" cy="29204"/>
            </a:xfrm>
            <a:custGeom>
              <a:avLst/>
              <a:gdLst>
                <a:gd name="connsiteX0" fmla="*/ 135 w 10949"/>
                <a:gd name="connsiteY0" fmla="*/ 14730 h 29204"/>
                <a:gd name="connsiteX1" fmla="*/ 195 w 10949"/>
                <a:gd name="connsiteY1" fmla="*/ 4902 h 29204"/>
                <a:gd name="connsiteX2" fmla="*/ 5363 w 10949"/>
                <a:gd name="connsiteY2" fmla="*/ 3 h 29204"/>
                <a:gd name="connsiteX3" fmla="*/ 10172 w 10949"/>
                <a:gd name="connsiteY3" fmla="*/ 4484 h 29204"/>
                <a:gd name="connsiteX4" fmla="*/ 10381 w 10949"/>
                <a:gd name="connsiteY4" fmla="*/ 24707 h 29204"/>
                <a:gd name="connsiteX5" fmla="*/ 4825 w 10949"/>
                <a:gd name="connsiteY5" fmla="*/ 29188 h 29204"/>
                <a:gd name="connsiteX6" fmla="*/ 75 w 10949"/>
                <a:gd name="connsiteY6" fmla="*/ 23901 h 29204"/>
                <a:gd name="connsiteX7" fmla="*/ 45 w 10949"/>
                <a:gd name="connsiteY7" fmla="*/ 14730 h 29204"/>
                <a:gd name="connsiteX8" fmla="*/ 135 w 10949"/>
                <a:gd name="connsiteY8" fmla="*/ 14730 h 29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49" h="29204">
                  <a:moveTo>
                    <a:pt x="135" y="14730"/>
                  </a:moveTo>
                  <a:cubicBezTo>
                    <a:pt x="135" y="11444"/>
                    <a:pt x="-74" y="8158"/>
                    <a:pt x="195" y="4902"/>
                  </a:cubicBezTo>
                  <a:cubicBezTo>
                    <a:pt x="434" y="1915"/>
                    <a:pt x="2316" y="92"/>
                    <a:pt x="5363" y="3"/>
                  </a:cubicBezTo>
                  <a:cubicBezTo>
                    <a:pt x="8260" y="-87"/>
                    <a:pt x="9784" y="1945"/>
                    <a:pt x="10172" y="4484"/>
                  </a:cubicBezTo>
                  <a:cubicBezTo>
                    <a:pt x="11217" y="11205"/>
                    <a:pt x="11128" y="17986"/>
                    <a:pt x="10381" y="24707"/>
                  </a:cubicBezTo>
                  <a:cubicBezTo>
                    <a:pt x="10052" y="27575"/>
                    <a:pt x="7902" y="29397"/>
                    <a:pt x="4825" y="29188"/>
                  </a:cubicBezTo>
                  <a:cubicBezTo>
                    <a:pt x="1718" y="28979"/>
                    <a:pt x="224" y="26858"/>
                    <a:pt x="75" y="23901"/>
                  </a:cubicBezTo>
                  <a:cubicBezTo>
                    <a:pt x="-74" y="20854"/>
                    <a:pt x="45" y="17777"/>
                    <a:pt x="45" y="14730"/>
                  </a:cubicBezTo>
                  <a:cubicBezTo>
                    <a:pt x="45" y="14730"/>
                    <a:pt x="105" y="14730"/>
                    <a:pt x="135" y="14730"/>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2" name="Forma libre: forma 71">
              <a:extLst>
                <a:ext uri="{FF2B5EF4-FFF2-40B4-BE49-F238E27FC236}">
                  <a16:creationId xmlns:a16="http://schemas.microsoft.com/office/drawing/2014/main" id="{1C818B11-3BFB-DFFA-829C-1D4AE9664639}"/>
                </a:ext>
              </a:extLst>
            </p:cNvPr>
            <p:cNvSpPr/>
            <p:nvPr/>
          </p:nvSpPr>
          <p:spPr>
            <a:xfrm>
              <a:off x="252791" y="727693"/>
              <a:ext cx="29167" cy="10114"/>
            </a:xfrm>
            <a:custGeom>
              <a:avLst/>
              <a:gdLst>
                <a:gd name="connsiteX0" fmla="*/ 14947 w 29167"/>
                <a:gd name="connsiteY0" fmla="*/ 10063 h 10114"/>
                <a:gd name="connsiteX1" fmla="*/ 4462 w 29167"/>
                <a:gd name="connsiteY1" fmla="*/ 10004 h 10114"/>
                <a:gd name="connsiteX2" fmla="*/ 41 w 29167"/>
                <a:gd name="connsiteY2" fmla="*/ 5941 h 10114"/>
                <a:gd name="connsiteX3" fmla="*/ 3895 w 29167"/>
                <a:gd name="connsiteY3" fmla="*/ 683 h 10114"/>
                <a:gd name="connsiteX4" fmla="*/ 25433 w 29167"/>
                <a:gd name="connsiteY4" fmla="*/ 594 h 10114"/>
                <a:gd name="connsiteX5" fmla="*/ 29167 w 29167"/>
                <a:gd name="connsiteY5" fmla="*/ 5254 h 10114"/>
                <a:gd name="connsiteX6" fmla="*/ 24746 w 29167"/>
                <a:gd name="connsiteY6" fmla="*/ 10004 h 10114"/>
                <a:gd name="connsiteX7" fmla="*/ 14918 w 29167"/>
                <a:gd name="connsiteY7" fmla="*/ 10063 h 1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167" h="10114">
                  <a:moveTo>
                    <a:pt x="14947" y="10063"/>
                  </a:moveTo>
                  <a:cubicBezTo>
                    <a:pt x="11452" y="10063"/>
                    <a:pt x="7957" y="10213"/>
                    <a:pt x="4462" y="10004"/>
                  </a:cubicBezTo>
                  <a:cubicBezTo>
                    <a:pt x="2043" y="9884"/>
                    <a:pt x="340" y="8450"/>
                    <a:pt x="41" y="5941"/>
                  </a:cubicBezTo>
                  <a:cubicBezTo>
                    <a:pt x="-287" y="3133"/>
                    <a:pt x="1385" y="1012"/>
                    <a:pt x="3895" y="683"/>
                  </a:cubicBezTo>
                  <a:cubicBezTo>
                    <a:pt x="11034" y="-273"/>
                    <a:pt x="18263" y="-153"/>
                    <a:pt x="25433" y="594"/>
                  </a:cubicBezTo>
                  <a:cubicBezTo>
                    <a:pt x="27852" y="863"/>
                    <a:pt x="29197" y="2745"/>
                    <a:pt x="29167" y="5254"/>
                  </a:cubicBezTo>
                  <a:cubicBezTo>
                    <a:pt x="29107" y="8092"/>
                    <a:pt x="27494" y="9794"/>
                    <a:pt x="24746" y="10004"/>
                  </a:cubicBezTo>
                  <a:cubicBezTo>
                    <a:pt x="21489" y="10213"/>
                    <a:pt x="18204" y="10063"/>
                    <a:pt x="14918" y="10063"/>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3" name="Forma libre: forma 72">
              <a:extLst>
                <a:ext uri="{FF2B5EF4-FFF2-40B4-BE49-F238E27FC236}">
                  <a16:creationId xmlns:a16="http://schemas.microsoft.com/office/drawing/2014/main" id="{6047B990-9525-259D-4286-AB465B62DD17}"/>
                </a:ext>
              </a:extLst>
            </p:cNvPr>
            <p:cNvSpPr/>
            <p:nvPr/>
          </p:nvSpPr>
          <p:spPr>
            <a:xfrm>
              <a:off x="411540" y="700296"/>
              <a:ext cx="24829" cy="25077"/>
            </a:xfrm>
            <a:custGeom>
              <a:avLst/>
              <a:gdLst>
                <a:gd name="connsiteX0" fmla="*/ 12521 w 24829"/>
                <a:gd name="connsiteY0" fmla="*/ 1 h 25077"/>
                <a:gd name="connsiteX1" fmla="*/ 24828 w 24829"/>
                <a:gd name="connsiteY1" fmla="*/ 12667 h 25077"/>
                <a:gd name="connsiteX2" fmla="*/ 12162 w 24829"/>
                <a:gd name="connsiteY2" fmla="*/ 25064 h 25077"/>
                <a:gd name="connsiteX3" fmla="*/ 4 w 24829"/>
                <a:gd name="connsiteY3" fmla="*/ 11920 h 25077"/>
                <a:gd name="connsiteX4" fmla="*/ 12521 w 24829"/>
                <a:gd name="connsiteY4" fmla="*/ 1 h 25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29" h="25077">
                  <a:moveTo>
                    <a:pt x="12521" y="1"/>
                  </a:moveTo>
                  <a:cubicBezTo>
                    <a:pt x="19570" y="91"/>
                    <a:pt x="24918" y="5587"/>
                    <a:pt x="24828" y="12667"/>
                  </a:cubicBezTo>
                  <a:cubicBezTo>
                    <a:pt x="24738" y="19627"/>
                    <a:pt x="18883" y="25393"/>
                    <a:pt x="12162" y="25064"/>
                  </a:cubicBezTo>
                  <a:cubicBezTo>
                    <a:pt x="5560" y="24765"/>
                    <a:pt x="-175" y="18552"/>
                    <a:pt x="4" y="11920"/>
                  </a:cubicBezTo>
                  <a:cubicBezTo>
                    <a:pt x="183" y="5557"/>
                    <a:pt x="6098" y="-89"/>
                    <a:pt x="12521" y="1"/>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4" name="Forma libre: forma 73">
              <a:extLst>
                <a:ext uri="{FF2B5EF4-FFF2-40B4-BE49-F238E27FC236}">
                  <a16:creationId xmlns:a16="http://schemas.microsoft.com/office/drawing/2014/main" id="{8857DD3C-FCE0-1231-6D69-D045935D69B8}"/>
                </a:ext>
              </a:extLst>
            </p:cNvPr>
            <p:cNvSpPr/>
            <p:nvPr/>
          </p:nvSpPr>
          <p:spPr>
            <a:xfrm>
              <a:off x="412111" y="739489"/>
              <a:ext cx="24408" cy="24555"/>
            </a:xfrm>
            <a:custGeom>
              <a:avLst/>
              <a:gdLst>
                <a:gd name="connsiteX0" fmla="*/ 1 w 24408"/>
                <a:gd name="connsiteY0" fmla="*/ 11889 h 24555"/>
                <a:gd name="connsiteX1" fmla="*/ 12099 w 24408"/>
                <a:gd name="connsiteY1" fmla="*/ 0 h 24555"/>
                <a:gd name="connsiteX2" fmla="*/ 24406 w 24408"/>
                <a:gd name="connsiteY2" fmla="*/ 12517 h 24555"/>
                <a:gd name="connsiteX3" fmla="*/ 12218 w 24408"/>
                <a:gd name="connsiteY3" fmla="*/ 24555 h 24555"/>
                <a:gd name="connsiteX4" fmla="*/ 1 w 24408"/>
                <a:gd name="connsiteY4" fmla="*/ 11859 h 24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08" h="24555">
                  <a:moveTo>
                    <a:pt x="1" y="11889"/>
                  </a:moveTo>
                  <a:cubicBezTo>
                    <a:pt x="60" y="4869"/>
                    <a:pt x="5019" y="0"/>
                    <a:pt x="12099" y="0"/>
                  </a:cubicBezTo>
                  <a:cubicBezTo>
                    <a:pt x="19388" y="0"/>
                    <a:pt x="24526" y="5228"/>
                    <a:pt x="24406" y="12517"/>
                  </a:cubicBezTo>
                  <a:cubicBezTo>
                    <a:pt x="24287" y="19327"/>
                    <a:pt x="18969" y="24555"/>
                    <a:pt x="12218" y="24555"/>
                  </a:cubicBezTo>
                  <a:cubicBezTo>
                    <a:pt x="5198" y="24555"/>
                    <a:pt x="-59" y="19118"/>
                    <a:pt x="1" y="11859"/>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5" name="Forma libre: forma 74">
              <a:extLst>
                <a:ext uri="{FF2B5EF4-FFF2-40B4-BE49-F238E27FC236}">
                  <a16:creationId xmlns:a16="http://schemas.microsoft.com/office/drawing/2014/main" id="{323F0F80-28ED-837D-9639-9DAF685FFAA2}"/>
                </a:ext>
              </a:extLst>
            </p:cNvPr>
            <p:cNvSpPr/>
            <p:nvPr/>
          </p:nvSpPr>
          <p:spPr>
            <a:xfrm>
              <a:off x="392419" y="720030"/>
              <a:ext cx="24833" cy="24746"/>
            </a:xfrm>
            <a:custGeom>
              <a:avLst/>
              <a:gdLst>
                <a:gd name="connsiteX0" fmla="*/ 11985 w 24833"/>
                <a:gd name="connsiteY0" fmla="*/ 24746 h 24746"/>
                <a:gd name="connsiteX1" fmla="*/ 6 w 24833"/>
                <a:gd name="connsiteY1" fmla="*/ 11662 h 24746"/>
                <a:gd name="connsiteX2" fmla="*/ 12642 w 24833"/>
                <a:gd name="connsiteY2" fmla="*/ 12 h 24746"/>
                <a:gd name="connsiteX3" fmla="*/ 24830 w 24833"/>
                <a:gd name="connsiteY3" fmla="*/ 12319 h 24746"/>
                <a:gd name="connsiteX4" fmla="*/ 11985 w 24833"/>
                <a:gd name="connsiteY4" fmla="*/ 24716 h 247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33" h="24746">
                  <a:moveTo>
                    <a:pt x="11985" y="24746"/>
                  </a:moveTo>
                  <a:cubicBezTo>
                    <a:pt x="5144" y="24597"/>
                    <a:pt x="-203" y="18742"/>
                    <a:pt x="6" y="11662"/>
                  </a:cubicBezTo>
                  <a:cubicBezTo>
                    <a:pt x="185" y="5060"/>
                    <a:pt x="5980" y="-287"/>
                    <a:pt x="12642" y="12"/>
                  </a:cubicBezTo>
                  <a:cubicBezTo>
                    <a:pt x="19274" y="311"/>
                    <a:pt x="25009" y="6136"/>
                    <a:pt x="24830" y="12319"/>
                  </a:cubicBezTo>
                  <a:cubicBezTo>
                    <a:pt x="24621" y="19250"/>
                    <a:pt x="18796" y="24866"/>
                    <a:pt x="11985" y="24716"/>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6" name="Forma libre: forma 75">
              <a:extLst>
                <a:ext uri="{FF2B5EF4-FFF2-40B4-BE49-F238E27FC236}">
                  <a16:creationId xmlns:a16="http://schemas.microsoft.com/office/drawing/2014/main" id="{3B4FD7A7-5722-2832-AE52-6133479D5F5D}"/>
                </a:ext>
              </a:extLst>
            </p:cNvPr>
            <p:cNvSpPr/>
            <p:nvPr/>
          </p:nvSpPr>
          <p:spPr>
            <a:xfrm>
              <a:off x="431226" y="719982"/>
              <a:ext cx="24859" cy="24465"/>
            </a:xfrm>
            <a:custGeom>
              <a:avLst/>
              <a:gdLst>
                <a:gd name="connsiteX0" fmla="*/ 12430 w 24859"/>
                <a:gd name="connsiteY0" fmla="*/ 0 h 24465"/>
                <a:gd name="connsiteX1" fmla="*/ 24857 w 24859"/>
                <a:gd name="connsiteY1" fmla="*/ 11859 h 24465"/>
                <a:gd name="connsiteX2" fmla="*/ 12340 w 24859"/>
                <a:gd name="connsiteY2" fmla="*/ 24465 h 24465"/>
                <a:gd name="connsiteX3" fmla="*/ 3 w 24859"/>
                <a:gd name="connsiteY3" fmla="*/ 12457 h 24465"/>
                <a:gd name="connsiteX4" fmla="*/ 12460 w 24859"/>
                <a:gd name="connsiteY4" fmla="*/ 30 h 24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59" h="24465">
                  <a:moveTo>
                    <a:pt x="12430" y="0"/>
                  </a:moveTo>
                  <a:cubicBezTo>
                    <a:pt x="19241" y="30"/>
                    <a:pt x="24707" y="5258"/>
                    <a:pt x="24857" y="11859"/>
                  </a:cubicBezTo>
                  <a:cubicBezTo>
                    <a:pt x="25006" y="18670"/>
                    <a:pt x="19241" y="24465"/>
                    <a:pt x="12340" y="24465"/>
                  </a:cubicBezTo>
                  <a:cubicBezTo>
                    <a:pt x="5559" y="24465"/>
                    <a:pt x="122" y="19148"/>
                    <a:pt x="3" y="12457"/>
                  </a:cubicBezTo>
                  <a:cubicBezTo>
                    <a:pt x="-146" y="5407"/>
                    <a:pt x="5290" y="-30"/>
                    <a:pt x="12460" y="30"/>
                  </a:cubicBezTo>
                  <a:close/>
                </a:path>
              </a:pathLst>
            </a:custGeom>
            <a:solidFill>
              <a:schemeClr val="bg1">
                <a:lumMod val="50000"/>
              </a:schemeClr>
            </a:solidFill>
            <a:ln w="2970" cap="flat">
              <a:noFill/>
              <a:prstDash val="solid"/>
              <a:miter/>
            </a:ln>
          </p:spPr>
          <p:txBody>
            <a:bodyPr rtlCol="0" anchor="ctr"/>
            <a:lstStyle/>
            <a:p>
              <a:endParaRPr lang="LID4096"/>
            </a:p>
          </p:txBody>
        </p:sp>
      </p:grpSp>
      <p:cxnSp>
        <p:nvCxnSpPr>
          <p:cNvPr id="17" name="Conector recto de flecha 76">
            <a:extLst>
              <a:ext uri="{FF2B5EF4-FFF2-40B4-BE49-F238E27FC236}">
                <a16:creationId xmlns:a16="http://schemas.microsoft.com/office/drawing/2014/main" id="{6358F148-D083-816A-63D3-982557074301}"/>
              </a:ext>
            </a:extLst>
          </p:cNvPr>
          <p:cNvCxnSpPr>
            <a:cxnSpLocks/>
          </p:cNvCxnSpPr>
          <p:nvPr/>
        </p:nvCxnSpPr>
        <p:spPr>
          <a:xfrm flipV="1">
            <a:off x="786432" y="832500"/>
            <a:ext cx="7471595" cy="3149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Forma libre: forma 65">
            <a:extLst>
              <a:ext uri="{FF2B5EF4-FFF2-40B4-BE49-F238E27FC236}">
                <a16:creationId xmlns:a16="http://schemas.microsoft.com/office/drawing/2014/main" id="{2CCD89E5-92C6-C7C9-6157-0081AE1B1929}"/>
              </a:ext>
            </a:extLst>
          </p:cNvPr>
          <p:cNvSpPr/>
          <p:nvPr/>
        </p:nvSpPr>
        <p:spPr>
          <a:xfrm>
            <a:off x="502817" y="265263"/>
            <a:ext cx="567229" cy="319634"/>
          </a:xfrm>
          <a:custGeom>
            <a:avLst/>
            <a:gdLst>
              <a:gd name="connsiteX0" fmla="*/ 283657 w 567229"/>
              <a:gd name="connsiteY0" fmla="*/ 258695 h 319634"/>
              <a:gd name="connsiteX1" fmla="*/ 40974 w 567229"/>
              <a:gd name="connsiteY1" fmla="*/ 258695 h 319634"/>
              <a:gd name="connsiteX2" fmla="*/ 30668 w 567229"/>
              <a:gd name="connsiteY2" fmla="*/ 268702 h 319634"/>
              <a:gd name="connsiteX3" fmla="*/ 30609 w 567229"/>
              <a:gd name="connsiteY3" fmla="*/ 281876 h 319634"/>
              <a:gd name="connsiteX4" fmla="*/ 37898 w 567229"/>
              <a:gd name="connsiteY4" fmla="*/ 289135 h 319634"/>
              <a:gd name="connsiteX5" fmla="*/ 92624 w 567229"/>
              <a:gd name="connsiteY5" fmla="*/ 289075 h 319634"/>
              <a:gd name="connsiteX6" fmla="*/ 97881 w 567229"/>
              <a:gd name="connsiteY6" fmla="*/ 297081 h 319634"/>
              <a:gd name="connsiteX7" fmla="*/ 94058 w 567229"/>
              <a:gd name="connsiteY7" fmla="*/ 313660 h 319634"/>
              <a:gd name="connsiteX8" fmla="*/ 88113 w 567229"/>
              <a:gd name="connsiteY8" fmla="*/ 319575 h 319634"/>
              <a:gd name="connsiteX9" fmla="*/ 17555 w 567229"/>
              <a:gd name="connsiteY9" fmla="*/ 319425 h 319634"/>
              <a:gd name="connsiteX10" fmla="*/ 348 w 567229"/>
              <a:gd name="connsiteY10" fmla="*/ 302189 h 319634"/>
              <a:gd name="connsiteX11" fmla="*/ 348 w 567229"/>
              <a:gd name="connsiteY11" fmla="*/ 244834 h 319634"/>
              <a:gd name="connsiteX12" fmla="*/ 14956 w 567229"/>
              <a:gd name="connsiteY12" fmla="*/ 228643 h 319634"/>
              <a:gd name="connsiteX13" fmla="*/ 22334 w 567229"/>
              <a:gd name="connsiteY13" fmla="*/ 221175 h 319634"/>
              <a:gd name="connsiteX14" fmla="*/ 57643 w 567229"/>
              <a:gd name="connsiteY14" fmla="*/ 64316 h 319634"/>
              <a:gd name="connsiteX15" fmla="*/ 139254 w 567229"/>
              <a:gd name="connsiteY15" fmla="*/ 120 h 319634"/>
              <a:gd name="connsiteX16" fmla="*/ 423490 w 567229"/>
              <a:gd name="connsiteY16" fmla="*/ 0 h 319634"/>
              <a:gd name="connsiteX17" fmla="*/ 516004 w 567229"/>
              <a:gd name="connsiteY17" fmla="*/ 74860 h 319634"/>
              <a:gd name="connsiteX18" fmla="*/ 537393 w 567229"/>
              <a:gd name="connsiteY18" fmla="*/ 172692 h 319634"/>
              <a:gd name="connsiteX19" fmla="*/ 547938 w 567229"/>
              <a:gd name="connsiteY19" fmla="*/ 221623 h 319634"/>
              <a:gd name="connsiteX20" fmla="*/ 554808 w 567229"/>
              <a:gd name="connsiteY20" fmla="*/ 229181 h 319634"/>
              <a:gd name="connsiteX21" fmla="*/ 566907 w 567229"/>
              <a:gd name="connsiteY21" fmla="*/ 244565 h 319634"/>
              <a:gd name="connsiteX22" fmla="*/ 566787 w 567229"/>
              <a:gd name="connsiteY22" fmla="*/ 303234 h 319634"/>
              <a:gd name="connsiteX23" fmla="*/ 548326 w 567229"/>
              <a:gd name="connsiteY23" fmla="*/ 319485 h 319634"/>
              <a:gd name="connsiteX24" fmla="*/ 314874 w 567229"/>
              <a:gd name="connsiteY24" fmla="*/ 319634 h 319634"/>
              <a:gd name="connsiteX25" fmla="*/ 305852 w 567229"/>
              <a:gd name="connsiteY25" fmla="*/ 311031 h 319634"/>
              <a:gd name="connsiteX26" fmla="*/ 301043 w 567229"/>
              <a:gd name="connsiteY26" fmla="*/ 294064 h 319634"/>
              <a:gd name="connsiteX27" fmla="*/ 304090 w 567229"/>
              <a:gd name="connsiteY27" fmla="*/ 289075 h 319634"/>
              <a:gd name="connsiteX28" fmla="*/ 309377 w 567229"/>
              <a:gd name="connsiteY28" fmla="*/ 289015 h 319634"/>
              <a:gd name="connsiteX29" fmla="*/ 526340 w 567229"/>
              <a:gd name="connsiteY29" fmla="*/ 289045 h 319634"/>
              <a:gd name="connsiteX30" fmla="*/ 536795 w 567229"/>
              <a:gd name="connsiteY30" fmla="*/ 278440 h 319634"/>
              <a:gd name="connsiteX31" fmla="*/ 517080 w 567229"/>
              <a:gd name="connsiteY31" fmla="*/ 258665 h 319634"/>
              <a:gd name="connsiteX32" fmla="*/ 283627 w 567229"/>
              <a:gd name="connsiteY32" fmla="*/ 258665 h 319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67229" h="319634">
                <a:moveTo>
                  <a:pt x="283657" y="258695"/>
                </a:moveTo>
                <a:cubicBezTo>
                  <a:pt x="202763" y="258695"/>
                  <a:pt x="121869" y="258695"/>
                  <a:pt x="40974" y="258695"/>
                </a:cubicBezTo>
                <a:cubicBezTo>
                  <a:pt x="34104" y="258695"/>
                  <a:pt x="30668" y="262031"/>
                  <a:pt x="30668" y="268702"/>
                </a:cubicBezTo>
                <a:cubicBezTo>
                  <a:pt x="30668" y="273093"/>
                  <a:pt x="30937" y="277514"/>
                  <a:pt x="30609" y="281876"/>
                </a:cubicBezTo>
                <a:cubicBezTo>
                  <a:pt x="30220" y="287372"/>
                  <a:pt x="32521" y="289194"/>
                  <a:pt x="37898" y="289135"/>
                </a:cubicBezTo>
                <a:cubicBezTo>
                  <a:pt x="56150" y="288926"/>
                  <a:pt x="74402" y="289045"/>
                  <a:pt x="92624" y="289075"/>
                </a:cubicBezTo>
                <a:cubicBezTo>
                  <a:pt x="101436" y="289075"/>
                  <a:pt x="101436" y="289135"/>
                  <a:pt x="97881" y="297081"/>
                </a:cubicBezTo>
                <a:cubicBezTo>
                  <a:pt x="95521" y="302338"/>
                  <a:pt x="94028" y="307865"/>
                  <a:pt x="94058" y="313660"/>
                </a:cubicBezTo>
                <a:cubicBezTo>
                  <a:pt x="94058" y="317812"/>
                  <a:pt x="92295" y="319604"/>
                  <a:pt x="88113" y="319575"/>
                </a:cubicBezTo>
                <a:cubicBezTo>
                  <a:pt x="64603" y="319485"/>
                  <a:pt x="41064" y="319694"/>
                  <a:pt x="17555" y="319425"/>
                </a:cubicBezTo>
                <a:cubicBezTo>
                  <a:pt x="7547" y="319306"/>
                  <a:pt x="617" y="312674"/>
                  <a:pt x="348" y="302189"/>
                </a:cubicBezTo>
                <a:cubicBezTo>
                  <a:pt x="-160" y="283071"/>
                  <a:pt x="-70" y="263952"/>
                  <a:pt x="348" y="244834"/>
                </a:cubicBezTo>
                <a:cubicBezTo>
                  <a:pt x="557" y="235992"/>
                  <a:pt x="6173" y="230017"/>
                  <a:pt x="14956" y="228643"/>
                </a:cubicBezTo>
                <a:cubicBezTo>
                  <a:pt x="19825" y="227896"/>
                  <a:pt x="21348" y="225656"/>
                  <a:pt x="22334" y="221175"/>
                </a:cubicBezTo>
                <a:cubicBezTo>
                  <a:pt x="33925" y="168869"/>
                  <a:pt x="45396" y="116503"/>
                  <a:pt x="57643" y="64316"/>
                </a:cubicBezTo>
                <a:cubicBezTo>
                  <a:pt x="66605" y="26109"/>
                  <a:pt x="100032" y="180"/>
                  <a:pt x="139254" y="120"/>
                </a:cubicBezTo>
                <a:cubicBezTo>
                  <a:pt x="234009" y="0"/>
                  <a:pt x="328735" y="210"/>
                  <a:pt x="423490" y="0"/>
                </a:cubicBezTo>
                <a:cubicBezTo>
                  <a:pt x="474034" y="-119"/>
                  <a:pt x="505728" y="25452"/>
                  <a:pt x="516004" y="74860"/>
                </a:cubicBezTo>
                <a:cubicBezTo>
                  <a:pt x="522785" y="107541"/>
                  <a:pt x="530253" y="140072"/>
                  <a:pt x="537393" y="172692"/>
                </a:cubicBezTo>
                <a:cubicBezTo>
                  <a:pt x="540948" y="189003"/>
                  <a:pt x="544562" y="205283"/>
                  <a:pt x="547938" y="221623"/>
                </a:cubicBezTo>
                <a:cubicBezTo>
                  <a:pt x="548774" y="225716"/>
                  <a:pt x="550507" y="228106"/>
                  <a:pt x="554808" y="229181"/>
                </a:cubicBezTo>
                <a:cubicBezTo>
                  <a:pt x="562575" y="231153"/>
                  <a:pt x="566787" y="236828"/>
                  <a:pt x="566907" y="244565"/>
                </a:cubicBezTo>
                <a:cubicBezTo>
                  <a:pt x="567235" y="264102"/>
                  <a:pt x="567474" y="283698"/>
                  <a:pt x="566787" y="303234"/>
                </a:cubicBezTo>
                <a:cubicBezTo>
                  <a:pt x="566399" y="314108"/>
                  <a:pt x="559498" y="319485"/>
                  <a:pt x="548326" y="319485"/>
                </a:cubicBezTo>
                <a:cubicBezTo>
                  <a:pt x="470509" y="319515"/>
                  <a:pt x="392691" y="319455"/>
                  <a:pt x="314874" y="319634"/>
                </a:cubicBezTo>
                <a:cubicBezTo>
                  <a:pt x="308392" y="319634"/>
                  <a:pt x="305703" y="317693"/>
                  <a:pt x="305852" y="311031"/>
                </a:cubicBezTo>
                <a:cubicBezTo>
                  <a:pt x="306002" y="305027"/>
                  <a:pt x="303821" y="299381"/>
                  <a:pt x="301043" y="294064"/>
                </a:cubicBezTo>
                <a:cubicBezTo>
                  <a:pt x="299221" y="290569"/>
                  <a:pt x="300565" y="289194"/>
                  <a:pt x="304090" y="289075"/>
                </a:cubicBezTo>
                <a:cubicBezTo>
                  <a:pt x="305852" y="289015"/>
                  <a:pt x="307615" y="289015"/>
                  <a:pt x="309377" y="289015"/>
                </a:cubicBezTo>
                <a:cubicBezTo>
                  <a:pt x="381698" y="289015"/>
                  <a:pt x="454019" y="289015"/>
                  <a:pt x="526340" y="289045"/>
                </a:cubicBezTo>
                <a:cubicBezTo>
                  <a:pt x="533309" y="289045"/>
                  <a:pt x="536795" y="285510"/>
                  <a:pt x="536795" y="278440"/>
                </a:cubicBezTo>
                <a:cubicBezTo>
                  <a:pt x="536816" y="265257"/>
                  <a:pt x="530244" y="258665"/>
                  <a:pt x="517080" y="258665"/>
                </a:cubicBezTo>
                <a:cubicBezTo>
                  <a:pt x="439262" y="258665"/>
                  <a:pt x="361445" y="258665"/>
                  <a:pt x="283627" y="258665"/>
                </a:cubicBezTo>
                <a:close/>
              </a:path>
            </a:pathLst>
          </a:custGeom>
          <a:solidFill>
            <a:srgbClr val="000000"/>
          </a:solidFill>
          <a:ln w="2970" cap="flat">
            <a:noFill/>
            <a:prstDash val="solid"/>
            <a:miter/>
          </a:ln>
        </p:spPr>
        <p:txBody>
          <a:bodyPr rtlCol="0" anchor="ctr"/>
          <a:lstStyle/>
          <a:p>
            <a:endParaRPr lang="LID4096"/>
          </a:p>
        </p:txBody>
      </p:sp>
      <p:grpSp>
        <p:nvGrpSpPr>
          <p:cNvPr id="23" name="Group 22">
            <a:extLst>
              <a:ext uri="{FF2B5EF4-FFF2-40B4-BE49-F238E27FC236}">
                <a16:creationId xmlns:a16="http://schemas.microsoft.com/office/drawing/2014/main" id="{8D137665-F61B-748B-6F76-AC72C479B2EE}"/>
              </a:ext>
            </a:extLst>
          </p:cNvPr>
          <p:cNvGrpSpPr/>
          <p:nvPr/>
        </p:nvGrpSpPr>
        <p:grpSpPr>
          <a:xfrm>
            <a:off x="10655300" y="-131233"/>
            <a:ext cx="1656567" cy="1612901"/>
            <a:chOff x="1540617" y="851075"/>
            <a:chExt cx="3268467" cy="3268467"/>
          </a:xfrm>
        </p:grpSpPr>
        <p:grpSp>
          <p:nvGrpSpPr>
            <p:cNvPr id="24" name="Google Shape;11;p2">
              <a:extLst>
                <a:ext uri="{FF2B5EF4-FFF2-40B4-BE49-F238E27FC236}">
                  <a16:creationId xmlns:a16="http://schemas.microsoft.com/office/drawing/2014/main" id="{0D3BB14D-0855-FA55-E8DB-B799621063AB}"/>
                </a:ext>
              </a:extLst>
            </p:cNvPr>
            <p:cNvGrpSpPr/>
            <p:nvPr/>
          </p:nvGrpSpPr>
          <p:grpSpPr>
            <a:xfrm>
              <a:off x="1540617" y="851075"/>
              <a:ext cx="3268467" cy="3268467"/>
              <a:chOff x="1155463" y="638306"/>
              <a:chExt cx="2451350" cy="2451350"/>
            </a:xfrm>
          </p:grpSpPr>
          <p:sp>
            <p:nvSpPr>
              <p:cNvPr id="28" name="Google Shape;12;p2">
                <a:extLst>
                  <a:ext uri="{FF2B5EF4-FFF2-40B4-BE49-F238E27FC236}">
                    <a16:creationId xmlns:a16="http://schemas.microsoft.com/office/drawing/2014/main" id="{251AFDE3-FFC2-43CB-0DE0-13908199EB13}"/>
                  </a:ext>
                </a:extLst>
              </p:cNvPr>
              <p:cNvSpPr/>
              <p:nvPr/>
            </p:nvSpPr>
            <p:spPr>
              <a:xfrm>
                <a:off x="1386084" y="868926"/>
                <a:ext cx="1989935" cy="1989935"/>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0000">
                  <a:alpha val="18820"/>
                </a:srgb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sp>
            <p:nvSpPr>
              <p:cNvPr id="29" name="Google Shape;13;p2">
                <a:extLst>
                  <a:ext uri="{FF2B5EF4-FFF2-40B4-BE49-F238E27FC236}">
                    <a16:creationId xmlns:a16="http://schemas.microsoft.com/office/drawing/2014/main" id="{14056079-B1FF-AEF0-A8DF-AC0E52B38A92}"/>
                  </a:ext>
                </a:extLst>
              </p:cNvPr>
              <p:cNvSpPr/>
              <p:nvPr/>
            </p:nvSpPr>
            <p:spPr>
              <a:xfrm>
                <a:off x="1496232" y="979075"/>
                <a:ext cx="1769254" cy="1769254"/>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chemeClr val="tx1">
                  <a:lumMod val="85000"/>
                  <a:lumOff val="15000"/>
                </a:scheme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sp>
            <p:nvSpPr>
              <p:cNvPr id="30" name="Google Shape;14;p2">
                <a:extLst>
                  <a:ext uri="{FF2B5EF4-FFF2-40B4-BE49-F238E27FC236}">
                    <a16:creationId xmlns:a16="http://schemas.microsoft.com/office/drawing/2014/main" id="{BBA3E845-CC7E-82CF-1317-E400978B4440}"/>
                  </a:ext>
                </a:extLst>
              </p:cNvPr>
              <p:cNvSpPr/>
              <p:nvPr/>
            </p:nvSpPr>
            <p:spPr>
              <a:xfrm>
                <a:off x="1155463" y="638306"/>
                <a:ext cx="2451350" cy="2451350"/>
              </a:xfrm>
              <a:custGeom>
                <a:avLst>
                  <a:gd name="f11" fmla="val 495"/>
                </a:avLst>
                <a:gdLst>
                  <a:gd name="f1" fmla="val 21600000"/>
                  <a:gd name="f2" fmla="val 10800000"/>
                  <a:gd name="f3" fmla="val 5400000"/>
                  <a:gd name="f4" fmla="val 180"/>
                  <a:gd name="f5" fmla="val w"/>
                  <a:gd name="f6" fmla="val h"/>
                  <a:gd name="f7" fmla="val ss"/>
                  <a:gd name="f8" fmla="val 0"/>
                  <a:gd name="f9" fmla="*/ 5419351 1 1725033"/>
                  <a:gd name="f10" fmla="+- 0 0 21600000"/>
                  <a:gd name="f11" fmla="val 495"/>
                  <a:gd name="f12" fmla="+- 0 0 -360"/>
                  <a:gd name="f13" fmla="+- 0 0 -180"/>
                  <a:gd name="f14" fmla="abs f5"/>
                  <a:gd name="f15" fmla="abs f6"/>
                  <a:gd name="f16" fmla="abs f7"/>
                  <a:gd name="f17" fmla="val f8"/>
                  <a:gd name="f18" fmla="val f11"/>
                  <a:gd name="f19" fmla="+- 2700000 f3 0"/>
                  <a:gd name="f20" fmla="*/ f12 f2 1"/>
                  <a:gd name="f21" fmla="*/ f13 f2 1"/>
                  <a:gd name="f22" fmla="?: f14 f5 1"/>
                  <a:gd name="f23" fmla="?: f15 f6 1"/>
                  <a:gd name="f24" fmla="?: f16 f7 1"/>
                  <a:gd name="f25" fmla="*/ f19 f9 1"/>
                  <a:gd name="f26" fmla="*/ f20 1 f4"/>
                  <a:gd name="f27" fmla="*/ f21 1 f4"/>
                  <a:gd name="f28" fmla="*/ f22 1 21600"/>
                  <a:gd name="f29" fmla="*/ f23 1 21600"/>
                  <a:gd name="f30" fmla="*/ 21600 f22 1"/>
                  <a:gd name="f31" fmla="*/ 21600 f23 1"/>
                  <a:gd name="f32" fmla="*/ f25 1 f2"/>
                  <a:gd name="f33" fmla="+- f26 0 f3"/>
                  <a:gd name="f34" fmla="+- f27 0 f3"/>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2 1"/>
                  <a:gd name="f46" fmla="*/ f43 1 2"/>
                  <a:gd name="f47" fmla="*/ f44 1 2"/>
                  <a:gd name="f48" fmla="min f44 f43"/>
                  <a:gd name="f49" fmla="*/ f45 1 f9"/>
                  <a:gd name="f50" fmla="+- f17 f46 0"/>
                  <a:gd name="f51" fmla="+- f17 f47 0"/>
                  <a:gd name="f52" fmla="*/ f48 f18 1"/>
                  <a:gd name="f53" fmla="+- f49 0 f3"/>
                  <a:gd name="f54" fmla="*/ f47 f35 1"/>
                  <a:gd name="f55" fmla="*/ f46 f35 1"/>
                  <a:gd name="f56" fmla="*/ f52 1 100000"/>
                  <a:gd name="f57" fmla="cos 1 f53"/>
                  <a:gd name="f58" fmla="sin 1 f53"/>
                  <a:gd name="f59" fmla="*/ f50 f35 1"/>
                  <a:gd name="f60" fmla="+- f47 0 f56"/>
                  <a:gd name="f61" fmla="+- f46 0 f56"/>
                  <a:gd name="f62" fmla="+- 0 0 f57"/>
                  <a:gd name="f63" fmla="+- 0 0 f58"/>
                  <a:gd name="f64" fmla="*/ f56 f35 1"/>
                  <a:gd name="f65" fmla="+- 0 0 f62"/>
                  <a:gd name="f66" fmla="+- 0 0 f63"/>
                  <a:gd name="f67" fmla="*/ f60 f35 1"/>
                  <a:gd name="f68" fmla="*/ f61 f35 1"/>
                  <a:gd name="f69" fmla="*/ f65 f47 1"/>
                  <a:gd name="f70" fmla="*/ f66 f46 1"/>
                  <a:gd name="f71" fmla="+- f51 0 f69"/>
                  <a:gd name="f72" fmla="+- f51 f69 0"/>
                  <a:gd name="f73" fmla="+- f50 0 f70"/>
                  <a:gd name="f74" fmla="+- f50 f70 0"/>
                  <a:gd name="f75" fmla="*/ f71 f35 1"/>
                  <a:gd name="f76" fmla="*/ f73 f35 1"/>
                  <a:gd name="f77" fmla="*/ f72 f35 1"/>
                  <a:gd name="f78" fmla="*/ f74 f35 1"/>
                </a:gdLst>
                <a:ahLst/>
                <a:cxnLst>
                  <a:cxn ang="3cd4">
                    <a:pos x="hc" y="t"/>
                  </a:cxn>
                  <a:cxn ang="0">
                    <a:pos x="r" y="vc"/>
                  </a:cxn>
                  <a:cxn ang="cd4">
                    <a:pos x="hc" y="b"/>
                  </a:cxn>
                  <a:cxn ang="cd2">
                    <a:pos x="l" y="vc"/>
                  </a:cxn>
                  <a:cxn ang="f33">
                    <a:pos x="f75" y="f76"/>
                  </a:cxn>
                  <a:cxn ang="f34">
                    <a:pos x="f75" y="f78"/>
                  </a:cxn>
                  <a:cxn ang="f34">
                    <a:pos x="f77" y="f78"/>
                  </a:cxn>
                  <a:cxn ang="f33">
                    <a:pos x="f77" y="f76"/>
                  </a:cxn>
                </a:cxnLst>
                <a:rect l="f75" t="f76" r="f77" b="f78"/>
                <a:pathLst>
                  <a:path>
                    <a:moveTo>
                      <a:pt x="f42" y="f59"/>
                    </a:moveTo>
                    <a:arcTo wR="f54" hR="f55" stAng="f2" swAng="f1"/>
                    <a:close/>
                    <a:moveTo>
                      <a:pt x="f64" y="f59"/>
                    </a:moveTo>
                    <a:arcTo wR="f67" hR="f68" stAng="f2" swAng="f10"/>
                    <a:close/>
                  </a:path>
                </a:pathLst>
              </a:custGeom>
              <a:solidFill>
                <a:srgbClr val="000000">
                  <a:alpha val="6539"/>
                </a:srgb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grpSp>
        <p:pic>
          <p:nvPicPr>
            <p:cNvPr id="25" name="Imagen 19">
              <a:extLst>
                <a:ext uri="{FF2B5EF4-FFF2-40B4-BE49-F238E27FC236}">
                  <a16:creationId xmlns:a16="http://schemas.microsoft.com/office/drawing/2014/main" id="{A6E43E08-C7A7-C8BA-ADDC-9605F7974232}"/>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2696695" y="1430822"/>
              <a:ext cx="955567" cy="955567"/>
            </a:xfrm>
            <a:prstGeom prst="rect">
              <a:avLst/>
            </a:prstGeom>
          </p:spPr>
        </p:pic>
        <p:pic>
          <p:nvPicPr>
            <p:cNvPr id="26" name="Picture 25">
              <a:extLst>
                <a:ext uri="{FF2B5EF4-FFF2-40B4-BE49-F238E27FC236}">
                  <a16:creationId xmlns:a16="http://schemas.microsoft.com/office/drawing/2014/main" id="{E670F714-8962-8E49-B167-D3F57E82AB98}"/>
                </a:ext>
              </a:extLst>
            </p:cNvPr>
            <p:cNvPicPr>
              <a:picLocks noChangeAspect="1"/>
            </p:cNvPicPr>
            <p:nvPr/>
          </p:nvPicPr>
          <p:blipFill>
            <a:blip r:embed="rId8"/>
            <a:stretch>
              <a:fillRect/>
            </a:stretch>
          </p:blipFill>
          <p:spPr>
            <a:xfrm>
              <a:off x="2169306" y="2325658"/>
              <a:ext cx="1054778" cy="1053899"/>
            </a:xfrm>
            <a:prstGeom prst="rect">
              <a:avLst/>
            </a:prstGeom>
          </p:spPr>
        </p:pic>
        <p:pic>
          <p:nvPicPr>
            <p:cNvPr id="27" name="Picture 4" descr="Xbox Logo png transparent">
              <a:extLst>
                <a:ext uri="{FF2B5EF4-FFF2-40B4-BE49-F238E27FC236}">
                  <a16:creationId xmlns:a16="http://schemas.microsoft.com/office/drawing/2014/main" id="{51FE3F38-BE20-534B-D9B5-8CB3C5FA076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78181" y="2386389"/>
              <a:ext cx="886721" cy="876776"/>
            </a:xfrm>
            <a:prstGeom prst="rect">
              <a:avLst/>
            </a:prstGeom>
            <a:noFill/>
            <a:extLst>
              <a:ext uri="{909E8E84-426E-40DD-AFC4-6F175D3DCCD1}">
                <a14:hiddenFill xmlns:a14="http://schemas.microsoft.com/office/drawing/2010/main">
                  <a:solidFill>
                    <a:srgbClr val="FFFFFF"/>
                  </a:solidFill>
                </a14:hiddenFill>
              </a:ext>
            </a:extLst>
          </p:spPr>
        </p:pic>
      </p:grpSp>
      <p:pic>
        <p:nvPicPr>
          <p:cNvPr id="34" name="Graphic 33">
            <a:extLst>
              <a:ext uri="{FF2B5EF4-FFF2-40B4-BE49-F238E27FC236}">
                <a16:creationId xmlns:a16="http://schemas.microsoft.com/office/drawing/2014/main" id="{9C88ACF5-1548-D974-3A21-D0207EB5A665}"/>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10"/>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5831749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8614FA5-A49B-04AB-872A-D207273BD381}"/>
              </a:ext>
            </a:extLst>
          </p:cNvPr>
          <p:cNvPicPr>
            <a:picLocks noGrp="1" noChangeAspect="1"/>
          </p:cNvPicPr>
          <p:nvPr>
            <p:ph idx="1"/>
          </p:nvPr>
        </p:nvPicPr>
        <p:blipFill>
          <a:blip r:embed="rId2"/>
          <a:srcRect l="5831" t="-2" r="7501"/>
          <a:stretch>
            <a:fillRect/>
          </a:stretch>
        </p:blipFill>
        <p:spPr>
          <a:xfrm>
            <a:off x="20" y="10"/>
            <a:ext cx="12191980" cy="6857990"/>
          </a:xfrm>
          <a:prstGeom prst="rect">
            <a:avLst/>
          </a:prstGeom>
        </p:spPr>
      </p:pic>
      <p:sp>
        <p:nvSpPr>
          <p:cNvPr id="42" name="Rectangle 41">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44B8B4-C758-084D-5089-C902F146FC02}"/>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a:solidFill>
                  <a:schemeClr val="tx1">
                    <a:lumMod val="85000"/>
                    <a:lumOff val="15000"/>
                  </a:schemeClr>
                </a:solidFill>
              </a:rPr>
              <a:t>Home Screen</a:t>
            </a:r>
          </a:p>
        </p:txBody>
      </p:sp>
      <p:cxnSp>
        <p:nvCxnSpPr>
          <p:cNvPr id="44" name="Straight Connector 43">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pic>
        <p:nvPicPr>
          <p:cNvPr id="9" name="Graphic 8">
            <a:extLst>
              <a:ext uri="{FF2B5EF4-FFF2-40B4-BE49-F238E27FC236}">
                <a16:creationId xmlns:a16="http://schemas.microsoft.com/office/drawing/2014/main" id="{7875CA9C-965B-E32D-3C1D-5823D0C5A181}"/>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835773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30ED9D3-4766-B47C-C197-3985B4C29707}"/>
              </a:ext>
            </a:extLst>
          </p:cNvPr>
          <p:cNvPicPr>
            <a:picLocks noGrp="1" noChangeAspect="1"/>
          </p:cNvPicPr>
          <p:nvPr>
            <p:ph idx="1"/>
          </p:nvPr>
        </p:nvPicPr>
        <p:blipFill>
          <a:blip r:embed="rId2"/>
          <a:srcRect t="29584" b="4239"/>
          <a:stretch>
            <a:fillRect/>
          </a:stretch>
        </p:blipFill>
        <p:spPr>
          <a:xfrm>
            <a:off x="20" y="10"/>
            <a:ext cx="12191980" cy="6857990"/>
          </a:xfrm>
          <a:prstGeom prst="rect">
            <a:avLst/>
          </a:prstGeom>
        </p:spPr>
      </p:pic>
      <p:sp>
        <p:nvSpPr>
          <p:cNvPr id="15" name="Rectangle 14">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ACF366-9B15-288F-DCB4-8DB7B04F3342}"/>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a:solidFill>
                  <a:schemeClr val="tx1">
                    <a:lumMod val="85000"/>
                    <a:lumOff val="15000"/>
                  </a:schemeClr>
                </a:solidFill>
              </a:rPr>
              <a:t>Steam View</a:t>
            </a:r>
          </a:p>
        </p:txBody>
      </p:sp>
      <p:cxnSp>
        <p:nvCxnSpPr>
          <p:cNvPr id="17" name="Straight Connector 16">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pic>
        <p:nvPicPr>
          <p:cNvPr id="9" name="Graphic 8">
            <a:extLst>
              <a:ext uri="{FF2B5EF4-FFF2-40B4-BE49-F238E27FC236}">
                <a16:creationId xmlns:a16="http://schemas.microsoft.com/office/drawing/2014/main" id="{8310F8BF-ABF7-41CD-69B1-70CA3760705D}"/>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383506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2CBDC35-4C8B-EFD7-70CE-711A11159F0B}"/>
              </a:ext>
            </a:extLst>
          </p:cNvPr>
          <p:cNvPicPr>
            <a:picLocks noGrp="1" noChangeAspect="1"/>
          </p:cNvPicPr>
          <p:nvPr>
            <p:ph idx="1"/>
          </p:nvPr>
        </p:nvPicPr>
        <p:blipFill>
          <a:blip r:embed="rId2"/>
          <a:srcRect t="4620" b="13562"/>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0D5A52C-3388-B587-EDA6-DD091A2E7CF9}"/>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a:solidFill>
                  <a:schemeClr val="tx1">
                    <a:lumMod val="85000"/>
                    <a:lumOff val="15000"/>
                  </a:schemeClr>
                </a:solidFill>
              </a:rPr>
              <a:t>PlayStation View</a:t>
            </a:r>
          </a:p>
        </p:txBody>
      </p:sp>
      <p:cxnSp>
        <p:nvCxnSpPr>
          <p:cNvPr id="12" name="Straight Connector 11">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pic>
        <p:nvPicPr>
          <p:cNvPr id="9" name="Graphic 8">
            <a:extLst>
              <a:ext uri="{FF2B5EF4-FFF2-40B4-BE49-F238E27FC236}">
                <a16:creationId xmlns:a16="http://schemas.microsoft.com/office/drawing/2014/main" id="{DBD35B80-3609-E25B-2F36-29A92136B747}"/>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70501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8785F6A-536F-553E-4D0C-E2A7CAB55813}"/>
              </a:ext>
            </a:extLst>
          </p:cNvPr>
          <p:cNvPicPr>
            <a:picLocks noGrp="1" noChangeAspect="1"/>
          </p:cNvPicPr>
          <p:nvPr>
            <p:ph idx="1"/>
          </p:nvPr>
        </p:nvPicPr>
        <p:blipFill>
          <a:blip r:embed="rId2"/>
          <a:srcRect t="18763" b="11793"/>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2014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029E61-8857-C347-6B0D-945E1AE01A1A}"/>
              </a:ext>
            </a:extLst>
          </p:cNvPr>
          <p:cNvSpPr>
            <a:spLocks noGrp="1"/>
          </p:cNvSpPr>
          <p:nvPr>
            <p:ph type="title"/>
          </p:nvPr>
        </p:nvSpPr>
        <p:spPr>
          <a:xfrm>
            <a:off x="523875" y="5317240"/>
            <a:ext cx="11210925" cy="744836"/>
          </a:xfrm>
        </p:spPr>
        <p:txBody>
          <a:bodyPr vert="horz" lIns="91440" tIns="45720" rIns="91440" bIns="45720" rtlCol="0" anchor="ctr">
            <a:normAutofit/>
          </a:bodyPr>
          <a:lstStyle/>
          <a:p>
            <a:pPr algn="ctr"/>
            <a:r>
              <a:rPr lang="en-US" sz="3600">
                <a:solidFill>
                  <a:schemeClr val="tx1">
                    <a:lumMod val="85000"/>
                    <a:lumOff val="15000"/>
                  </a:schemeClr>
                </a:solidFill>
              </a:rPr>
              <a:t>Xbox View</a:t>
            </a:r>
          </a:p>
        </p:txBody>
      </p:sp>
      <p:cxnSp>
        <p:nvCxnSpPr>
          <p:cNvPr id="12" name="Straight Connector 11">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524198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485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pic>
        <p:nvPicPr>
          <p:cNvPr id="9" name="Graphic 8">
            <a:extLst>
              <a:ext uri="{FF2B5EF4-FFF2-40B4-BE49-F238E27FC236}">
                <a16:creationId xmlns:a16="http://schemas.microsoft.com/office/drawing/2014/main" id="{41440338-EB30-1CA6-9F12-04B5EAC732D3}"/>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1449191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Content Placeholder 2">
            <a:extLst>
              <a:ext uri="{FF2B5EF4-FFF2-40B4-BE49-F238E27FC236}">
                <a16:creationId xmlns:a16="http://schemas.microsoft.com/office/drawing/2014/main" id="{14B19D9C-D217-5913-F322-B26E8FE28DD6}"/>
              </a:ext>
            </a:extLst>
          </p:cNvPr>
          <p:cNvGraphicFramePr>
            <a:graphicFrameLocks noGrp="1"/>
          </p:cNvGraphicFramePr>
          <p:nvPr>
            <p:ph idx="1"/>
            <p:extLst>
              <p:ext uri="{D42A27DB-BD31-4B8C-83A1-F6EECF244321}">
                <p14:modId xmlns:p14="http://schemas.microsoft.com/office/powerpoint/2010/main" val="420718768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7">
            <a:extLst>
              <a:ext uri="{FF2B5EF4-FFF2-40B4-BE49-F238E27FC236}">
                <a16:creationId xmlns:a16="http://schemas.microsoft.com/office/drawing/2014/main" id="{19DAF172-4013-D831-D17E-BF4B986DE758}"/>
              </a:ext>
            </a:extLst>
          </p:cNvPr>
          <p:cNvSpPr txBox="1"/>
          <p:nvPr/>
        </p:nvSpPr>
        <p:spPr>
          <a:xfrm>
            <a:off x="1087909" y="211728"/>
            <a:ext cx="7012073" cy="630942"/>
          </a:xfrm>
          <a:prstGeom prst="rect">
            <a:avLst/>
          </a:prstGeom>
          <a:noFill/>
        </p:spPr>
        <p:txBody>
          <a:bodyPr wrap="square" rtlCol="0" anchor="ctr">
            <a:spAutoFit/>
          </a:bodyPr>
          <a:lstStyle/>
          <a:p>
            <a:r>
              <a:rPr lang="en-US" sz="3500" dirty="0">
                <a:solidFill>
                  <a:srgbClr val="272936"/>
                </a:solidFill>
                <a:latin typeface="Century Gothic" panose="020B0502020202020204" pitchFamily="34" charset="0"/>
              </a:rPr>
              <a:t>Future </a:t>
            </a:r>
            <a:r>
              <a:rPr lang="en-US" sz="3500" dirty="0" err="1">
                <a:solidFill>
                  <a:srgbClr val="272936"/>
                </a:solidFill>
                <a:latin typeface="Century Gothic" panose="020B0502020202020204" pitchFamily="34" charset="0"/>
              </a:rPr>
              <a:t>Developements</a:t>
            </a:r>
            <a:endParaRPr lang="en-US" sz="3500" dirty="0">
              <a:solidFill>
                <a:srgbClr val="272936"/>
              </a:solidFill>
              <a:latin typeface="Century Gothic" panose="020B0502020202020204" pitchFamily="34" charset="0"/>
            </a:endParaRPr>
          </a:p>
        </p:txBody>
      </p:sp>
      <p:grpSp>
        <p:nvGrpSpPr>
          <p:cNvPr id="6" name="Grupo 66">
            <a:extLst>
              <a:ext uri="{FF2B5EF4-FFF2-40B4-BE49-F238E27FC236}">
                <a16:creationId xmlns:a16="http://schemas.microsoft.com/office/drawing/2014/main" id="{855F0F73-560C-7D24-A03F-4C0BE37EBABB}"/>
              </a:ext>
            </a:extLst>
          </p:cNvPr>
          <p:cNvGrpSpPr/>
          <p:nvPr/>
        </p:nvGrpSpPr>
        <p:grpSpPr>
          <a:xfrm>
            <a:off x="241063" y="584897"/>
            <a:ext cx="545369" cy="495206"/>
            <a:chOff x="119056" y="424744"/>
            <a:chExt cx="545369" cy="495206"/>
          </a:xfrm>
        </p:grpSpPr>
        <p:sp>
          <p:nvSpPr>
            <p:cNvPr id="7" name="Forma libre: forma 67">
              <a:extLst>
                <a:ext uri="{FF2B5EF4-FFF2-40B4-BE49-F238E27FC236}">
                  <a16:creationId xmlns:a16="http://schemas.microsoft.com/office/drawing/2014/main" id="{6D29750D-F67B-5FF7-5A96-558EEA8BC711}"/>
                </a:ext>
              </a:extLst>
            </p:cNvPr>
            <p:cNvSpPr/>
            <p:nvPr/>
          </p:nvSpPr>
          <p:spPr>
            <a:xfrm>
              <a:off x="119056" y="424744"/>
              <a:ext cx="545369" cy="495206"/>
            </a:xfrm>
            <a:custGeom>
              <a:avLst/>
              <a:gdLst>
                <a:gd name="connsiteX0" fmla="*/ 466404 w 545369"/>
                <a:gd name="connsiteY0" fmla="*/ 40 h 495206"/>
                <a:gd name="connsiteX1" fmla="*/ 525761 w 545369"/>
                <a:gd name="connsiteY1" fmla="*/ 40 h 495206"/>
                <a:gd name="connsiteX2" fmla="*/ 544998 w 545369"/>
                <a:gd name="connsiteY2" fmla="*/ 17665 h 495206"/>
                <a:gd name="connsiteX3" fmla="*/ 544371 w 545369"/>
                <a:gd name="connsiteY3" fmla="*/ 64385 h 495206"/>
                <a:gd name="connsiteX4" fmla="*/ 527852 w 545369"/>
                <a:gd name="connsiteY4" fmla="*/ 78156 h 495206"/>
                <a:gd name="connsiteX5" fmla="*/ 492901 w 545369"/>
                <a:gd name="connsiteY5" fmla="*/ 78066 h 495206"/>
                <a:gd name="connsiteX6" fmla="*/ 480892 w 545369"/>
                <a:gd name="connsiteY6" fmla="*/ 86849 h 495206"/>
                <a:gd name="connsiteX7" fmla="*/ 461774 w 545369"/>
                <a:gd name="connsiteY7" fmla="*/ 145040 h 495206"/>
                <a:gd name="connsiteX8" fmla="*/ 370066 w 545369"/>
                <a:gd name="connsiteY8" fmla="*/ 195196 h 495206"/>
                <a:gd name="connsiteX9" fmla="*/ 302316 w 545369"/>
                <a:gd name="connsiteY9" fmla="*/ 151881 h 495206"/>
                <a:gd name="connsiteX10" fmla="*/ 264258 w 545369"/>
                <a:gd name="connsiteY10" fmla="*/ 144741 h 495206"/>
                <a:gd name="connsiteX11" fmla="*/ 237104 w 545369"/>
                <a:gd name="connsiteY11" fmla="*/ 177900 h 495206"/>
                <a:gd name="connsiteX12" fmla="*/ 239285 w 545369"/>
                <a:gd name="connsiteY12" fmla="*/ 183247 h 495206"/>
                <a:gd name="connsiteX13" fmla="*/ 254161 w 545369"/>
                <a:gd name="connsiteY13" fmla="*/ 199736 h 495206"/>
                <a:gd name="connsiteX14" fmla="*/ 260435 w 545369"/>
                <a:gd name="connsiteY14" fmla="*/ 203978 h 495206"/>
                <a:gd name="connsiteX15" fmla="*/ 280121 w 545369"/>
                <a:gd name="connsiteY15" fmla="*/ 205472 h 495206"/>
                <a:gd name="connsiteX16" fmla="*/ 285557 w 545369"/>
                <a:gd name="connsiteY16" fmla="*/ 201111 h 495206"/>
                <a:gd name="connsiteX17" fmla="*/ 303511 w 545369"/>
                <a:gd name="connsiteY17" fmla="*/ 183277 h 495206"/>
                <a:gd name="connsiteX18" fmla="*/ 326721 w 545369"/>
                <a:gd name="connsiteY18" fmla="*/ 195704 h 495206"/>
                <a:gd name="connsiteX19" fmla="*/ 335892 w 545369"/>
                <a:gd name="connsiteY19" fmla="*/ 199079 h 495206"/>
                <a:gd name="connsiteX20" fmla="*/ 387302 w 545369"/>
                <a:gd name="connsiteY20" fmla="*/ 220587 h 495206"/>
                <a:gd name="connsiteX21" fmla="*/ 402985 w 545369"/>
                <a:gd name="connsiteY21" fmla="*/ 263484 h 495206"/>
                <a:gd name="connsiteX22" fmla="*/ 430946 w 545369"/>
                <a:gd name="connsiteY22" fmla="*/ 400538 h 495206"/>
                <a:gd name="connsiteX23" fmla="*/ 412156 w 545369"/>
                <a:gd name="connsiteY23" fmla="*/ 470917 h 495206"/>
                <a:gd name="connsiteX24" fmla="*/ 362658 w 545369"/>
                <a:gd name="connsiteY24" fmla="*/ 493710 h 495206"/>
                <a:gd name="connsiteX25" fmla="*/ 297805 w 545369"/>
                <a:gd name="connsiteY25" fmla="*/ 439253 h 495206"/>
                <a:gd name="connsiteX26" fmla="*/ 265005 w 545369"/>
                <a:gd name="connsiteY26" fmla="*/ 400927 h 495206"/>
                <a:gd name="connsiteX27" fmla="*/ 228202 w 545369"/>
                <a:gd name="connsiteY27" fmla="*/ 397939 h 495206"/>
                <a:gd name="connsiteX28" fmla="*/ 205529 w 545369"/>
                <a:gd name="connsiteY28" fmla="*/ 397282 h 495206"/>
                <a:gd name="connsiteX29" fmla="*/ 142200 w 545369"/>
                <a:gd name="connsiteY29" fmla="*/ 422614 h 495206"/>
                <a:gd name="connsiteX30" fmla="*/ 137181 w 545369"/>
                <a:gd name="connsiteY30" fmla="*/ 440866 h 495206"/>
                <a:gd name="connsiteX31" fmla="*/ 59065 w 545369"/>
                <a:gd name="connsiteY31" fmla="*/ 493829 h 495206"/>
                <a:gd name="connsiteX32" fmla="*/ 247 w 545369"/>
                <a:gd name="connsiteY32" fmla="*/ 418312 h 495206"/>
                <a:gd name="connsiteX33" fmla="*/ 6490 w 545369"/>
                <a:gd name="connsiteY33" fmla="*/ 393458 h 495206"/>
                <a:gd name="connsiteX34" fmla="*/ 28267 w 545369"/>
                <a:gd name="connsiteY34" fmla="*/ 271848 h 495206"/>
                <a:gd name="connsiteX35" fmla="*/ 39140 w 545369"/>
                <a:gd name="connsiteY35" fmla="*/ 228414 h 495206"/>
                <a:gd name="connsiteX36" fmla="*/ 96645 w 545369"/>
                <a:gd name="connsiteY36" fmla="*/ 200394 h 495206"/>
                <a:gd name="connsiteX37" fmla="*/ 109908 w 545369"/>
                <a:gd name="connsiteY37" fmla="*/ 193732 h 495206"/>
                <a:gd name="connsiteX38" fmla="*/ 131506 w 545369"/>
                <a:gd name="connsiteY38" fmla="*/ 184531 h 495206"/>
                <a:gd name="connsiteX39" fmla="*/ 148145 w 545369"/>
                <a:gd name="connsiteY39" fmla="*/ 199527 h 495206"/>
                <a:gd name="connsiteX40" fmla="*/ 156539 w 545369"/>
                <a:gd name="connsiteY40" fmla="*/ 205412 h 495206"/>
                <a:gd name="connsiteX41" fmla="*/ 167651 w 545369"/>
                <a:gd name="connsiteY41" fmla="*/ 204217 h 495206"/>
                <a:gd name="connsiteX42" fmla="*/ 180526 w 545369"/>
                <a:gd name="connsiteY42" fmla="*/ 195853 h 495206"/>
                <a:gd name="connsiteX43" fmla="*/ 196299 w 545369"/>
                <a:gd name="connsiteY43" fmla="*/ 181305 h 495206"/>
                <a:gd name="connsiteX44" fmla="*/ 200720 w 545369"/>
                <a:gd name="connsiteY44" fmla="*/ 176137 h 495206"/>
                <a:gd name="connsiteX45" fmla="*/ 223214 w 545369"/>
                <a:gd name="connsiteY45" fmla="*/ 138379 h 495206"/>
                <a:gd name="connsiteX46" fmla="*/ 270352 w 545369"/>
                <a:gd name="connsiteY46" fmla="*/ 113644 h 495206"/>
                <a:gd name="connsiteX47" fmla="*/ 316923 w 545369"/>
                <a:gd name="connsiteY47" fmla="*/ 128252 h 495206"/>
                <a:gd name="connsiteX48" fmla="*/ 357550 w 545369"/>
                <a:gd name="connsiteY48" fmla="*/ 158513 h 495206"/>
                <a:gd name="connsiteX49" fmla="*/ 420013 w 545369"/>
                <a:gd name="connsiteY49" fmla="*/ 157318 h 495206"/>
                <a:gd name="connsiteX50" fmla="*/ 448481 w 545369"/>
                <a:gd name="connsiteY50" fmla="*/ 118782 h 495206"/>
                <a:gd name="connsiteX51" fmla="*/ 450184 w 545369"/>
                <a:gd name="connsiteY51" fmla="*/ 83951 h 495206"/>
                <a:gd name="connsiteX52" fmla="*/ 444269 w 545369"/>
                <a:gd name="connsiteY52" fmla="*/ 78186 h 495206"/>
                <a:gd name="connsiteX53" fmla="*/ 405345 w 545369"/>
                <a:gd name="connsiteY53" fmla="*/ 78186 h 495206"/>
                <a:gd name="connsiteX54" fmla="*/ 386556 w 545369"/>
                <a:gd name="connsiteY54" fmla="*/ 59426 h 495206"/>
                <a:gd name="connsiteX55" fmla="*/ 386556 w 545369"/>
                <a:gd name="connsiteY55" fmla="*/ 19188 h 495206"/>
                <a:gd name="connsiteX56" fmla="*/ 405614 w 545369"/>
                <a:gd name="connsiteY56" fmla="*/ 40 h 495206"/>
                <a:gd name="connsiteX57" fmla="*/ 466285 w 545369"/>
                <a:gd name="connsiteY57" fmla="*/ 40 h 495206"/>
                <a:gd name="connsiteX58" fmla="*/ 81051 w 545369"/>
                <a:gd name="connsiteY58" fmla="*/ 307635 h 495206"/>
                <a:gd name="connsiteX59" fmla="*/ 127921 w 545369"/>
                <a:gd name="connsiteY59" fmla="*/ 354624 h 495206"/>
                <a:gd name="connsiteX60" fmla="*/ 174671 w 545369"/>
                <a:gd name="connsiteY60" fmla="*/ 307576 h 495206"/>
                <a:gd name="connsiteX61" fmla="*/ 127533 w 545369"/>
                <a:gd name="connsiteY61" fmla="*/ 260377 h 495206"/>
                <a:gd name="connsiteX62" fmla="*/ 81051 w 545369"/>
                <a:gd name="connsiteY62" fmla="*/ 307665 h 495206"/>
                <a:gd name="connsiteX63" fmla="*/ 305393 w 545369"/>
                <a:gd name="connsiteY63" fmla="*/ 353340 h 495206"/>
                <a:gd name="connsiteX64" fmla="*/ 352441 w 545369"/>
                <a:gd name="connsiteY64" fmla="*/ 305783 h 495206"/>
                <a:gd name="connsiteX65" fmla="*/ 305602 w 545369"/>
                <a:gd name="connsiteY65" fmla="*/ 259063 h 495206"/>
                <a:gd name="connsiteX66" fmla="*/ 258164 w 545369"/>
                <a:gd name="connsiteY66" fmla="*/ 307247 h 495206"/>
                <a:gd name="connsiteX67" fmla="*/ 305363 w 545369"/>
                <a:gd name="connsiteY67" fmla="*/ 353340 h 495206"/>
                <a:gd name="connsiteX68" fmla="*/ 216522 w 545369"/>
                <a:gd name="connsiteY68" fmla="*/ 370606 h 495206"/>
                <a:gd name="connsiteX69" fmla="*/ 241735 w 545369"/>
                <a:gd name="connsiteY69" fmla="*/ 345812 h 495206"/>
                <a:gd name="connsiteX70" fmla="*/ 217239 w 545369"/>
                <a:gd name="connsiteY70" fmla="*/ 320899 h 495206"/>
                <a:gd name="connsiteX71" fmla="*/ 191937 w 545369"/>
                <a:gd name="connsiteY71" fmla="*/ 345394 h 495206"/>
                <a:gd name="connsiteX72" fmla="*/ 216522 w 545369"/>
                <a:gd name="connsiteY72" fmla="*/ 370576 h 495206"/>
                <a:gd name="connsiteX73" fmla="*/ 215716 w 545369"/>
                <a:gd name="connsiteY73" fmla="*/ 249324 h 495206"/>
                <a:gd name="connsiteX74" fmla="*/ 215716 w 545369"/>
                <a:gd name="connsiteY74" fmla="*/ 249145 h 495206"/>
                <a:gd name="connsiteX75" fmla="*/ 259807 w 545369"/>
                <a:gd name="connsiteY75" fmla="*/ 249145 h 495206"/>
                <a:gd name="connsiteX76" fmla="*/ 269605 w 545369"/>
                <a:gd name="connsiteY76" fmla="*/ 240034 h 495206"/>
                <a:gd name="connsiteX77" fmla="*/ 260285 w 545369"/>
                <a:gd name="connsiteY77" fmla="*/ 231252 h 495206"/>
                <a:gd name="connsiteX78" fmla="*/ 172102 w 545369"/>
                <a:gd name="connsiteY78" fmla="*/ 231461 h 495206"/>
                <a:gd name="connsiteX79" fmla="*/ 162872 w 545369"/>
                <a:gd name="connsiteY79" fmla="*/ 240602 h 495206"/>
                <a:gd name="connsiteX80" fmla="*/ 172311 w 545369"/>
                <a:gd name="connsiteY80" fmla="*/ 249354 h 495206"/>
                <a:gd name="connsiteX81" fmla="*/ 215746 w 545369"/>
                <a:gd name="connsiteY81" fmla="*/ 249354 h 495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45369" h="495206">
                  <a:moveTo>
                    <a:pt x="466404" y="40"/>
                  </a:moveTo>
                  <a:cubicBezTo>
                    <a:pt x="486180" y="40"/>
                    <a:pt x="505985" y="10"/>
                    <a:pt x="525761" y="40"/>
                  </a:cubicBezTo>
                  <a:cubicBezTo>
                    <a:pt x="538038" y="70"/>
                    <a:pt x="544610" y="5596"/>
                    <a:pt x="544998" y="17665"/>
                  </a:cubicBezTo>
                  <a:cubicBezTo>
                    <a:pt x="545506" y="33228"/>
                    <a:pt x="545656" y="48851"/>
                    <a:pt x="544371" y="64385"/>
                  </a:cubicBezTo>
                  <a:cubicBezTo>
                    <a:pt x="543714" y="72540"/>
                    <a:pt x="536993" y="78036"/>
                    <a:pt x="527852" y="78156"/>
                  </a:cubicBezTo>
                  <a:cubicBezTo>
                    <a:pt x="516202" y="78305"/>
                    <a:pt x="504521" y="78664"/>
                    <a:pt x="492901" y="78066"/>
                  </a:cubicBezTo>
                  <a:cubicBezTo>
                    <a:pt x="485851" y="77678"/>
                    <a:pt x="482894" y="80217"/>
                    <a:pt x="480892" y="86849"/>
                  </a:cubicBezTo>
                  <a:cubicBezTo>
                    <a:pt x="474948" y="106385"/>
                    <a:pt x="468764" y="125862"/>
                    <a:pt x="461774" y="145040"/>
                  </a:cubicBezTo>
                  <a:cubicBezTo>
                    <a:pt x="446360" y="187399"/>
                    <a:pt x="408900" y="202634"/>
                    <a:pt x="370066" y="195196"/>
                  </a:cubicBezTo>
                  <a:cubicBezTo>
                    <a:pt x="341956" y="189819"/>
                    <a:pt x="319283" y="175271"/>
                    <a:pt x="302316" y="151881"/>
                  </a:cubicBezTo>
                  <a:cubicBezTo>
                    <a:pt x="291263" y="136616"/>
                    <a:pt x="280598" y="134973"/>
                    <a:pt x="264258" y="144741"/>
                  </a:cubicBezTo>
                  <a:cubicBezTo>
                    <a:pt x="251174" y="152568"/>
                    <a:pt x="243646" y="164816"/>
                    <a:pt x="237104" y="177900"/>
                  </a:cubicBezTo>
                  <a:cubicBezTo>
                    <a:pt x="235760" y="180588"/>
                    <a:pt x="237373" y="181873"/>
                    <a:pt x="239285" y="183247"/>
                  </a:cubicBezTo>
                  <a:cubicBezTo>
                    <a:pt x="245469" y="187638"/>
                    <a:pt x="250607" y="192985"/>
                    <a:pt x="254161" y="199736"/>
                  </a:cubicBezTo>
                  <a:cubicBezTo>
                    <a:pt x="255506" y="202335"/>
                    <a:pt x="257686" y="203620"/>
                    <a:pt x="260435" y="203978"/>
                  </a:cubicBezTo>
                  <a:cubicBezTo>
                    <a:pt x="266977" y="204845"/>
                    <a:pt x="273489" y="205741"/>
                    <a:pt x="280121" y="205472"/>
                  </a:cubicBezTo>
                  <a:cubicBezTo>
                    <a:pt x="283227" y="205352"/>
                    <a:pt x="284840" y="204307"/>
                    <a:pt x="285557" y="201111"/>
                  </a:cubicBezTo>
                  <a:cubicBezTo>
                    <a:pt x="287678" y="191372"/>
                    <a:pt x="293563" y="184830"/>
                    <a:pt x="303511" y="183277"/>
                  </a:cubicBezTo>
                  <a:cubicBezTo>
                    <a:pt x="314026" y="181634"/>
                    <a:pt x="321942" y="186234"/>
                    <a:pt x="326721" y="195704"/>
                  </a:cubicBezTo>
                  <a:cubicBezTo>
                    <a:pt x="328842" y="199886"/>
                    <a:pt x="332487" y="199049"/>
                    <a:pt x="335892" y="199079"/>
                  </a:cubicBezTo>
                  <a:cubicBezTo>
                    <a:pt x="355936" y="199348"/>
                    <a:pt x="373113" y="206039"/>
                    <a:pt x="387302" y="220587"/>
                  </a:cubicBezTo>
                  <a:cubicBezTo>
                    <a:pt x="399102" y="232686"/>
                    <a:pt x="401850" y="247681"/>
                    <a:pt x="402985" y="263484"/>
                  </a:cubicBezTo>
                  <a:cubicBezTo>
                    <a:pt x="406331" y="310384"/>
                    <a:pt x="415382" y="356088"/>
                    <a:pt x="430946" y="400538"/>
                  </a:cubicBezTo>
                  <a:cubicBezTo>
                    <a:pt x="440565" y="428021"/>
                    <a:pt x="431424" y="451082"/>
                    <a:pt x="412156" y="470917"/>
                  </a:cubicBezTo>
                  <a:cubicBezTo>
                    <a:pt x="398714" y="484748"/>
                    <a:pt x="382672" y="493740"/>
                    <a:pt x="362658" y="493710"/>
                  </a:cubicBezTo>
                  <a:cubicBezTo>
                    <a:pt x="332278" y="493680"/>
                    <a:pt x="302256" y="469304"/>
                    <a:pt x="297805" y="439253"/>
                  </a:cubicBezTo>
                  <a:cubicBezTo>
                    <a:pt x="294788" y="418880"/>
                    <a:pt x="282451" y="408006"/>
                    <a:pt x="265005" y="400927"/>
                  </a:cubicBezTo>
                  <a:cubicBezTo>
                    <a:pt x="253146" y="396117"/>
                    <a:pt x="240868" y="394683"/>
                    <a:pt x="228202" y="397939"/>
                  </a:cubicBezTo>
                  <a:cubicBezTo>
                    <a:pt x="220645" y="399881"/>
                    <a:pt x="213236" y="399612"/>
                    <a:pt x="205529" y="397282"/>
                  </a:cubicBezTo>
                  <a:cubicBezTo>
                    <a:pt x="184410" y="390919"/>
                    <a:pt x="153432" y="403764"/>
                    <a:pt x="142200" y="422614"/>
                  </a:cubicBezTo>
                  <a:cubicBezTo>
                    <a:pt x="138795" y="428349"/>
                    <a:pt x="138227" y="434652"/>
                    <a:pt x="137181" y="440866"/>
                  </a:cubicBezTo>
                  <a:cubicBezTo>
                    <a:pt x="131207" y="475936"/>
                    <a:pt x="93807" y="501537"/>
                    <a:pt x="59065" y="493829"/>
                  </a:cubicBezTo>
                  <a:cubicBezTo>
                    <a:pt x="28745" y="487108"/>
                    <a:pt x="-3129" y="453801"/>
                    <a:pt x="247" y="418312"/>
                  </a:cubicBezTo>
                  <a:cubicBezTo>
                    <a:pt x="1083" y="409649"/>
                    <a:pt x="4040" y="401614"/>
                    <a:pt x="6490" y="393458"/>
                  </a:cubicBezTo>
                  <a:cubicBezTo>
                    <a:pt x="18439" y="353758"/>
                    <a:pt x="26325" y="313371"/>
                    <a:pt x="28267" y="271848"/>
                  </a:cubicBezTo>
                  <a:cubicBezTo>
                    <a:pt x="28984" y="256763"/>
                    <a:pt x="29492" y="241319"/>
                    <a:pt x="39140" y="228414"/>
                  </a:cubicBezTo>
                  <a:cubicBezTo>
                    <a:pt x="53479" y="209236"/>
                    <a:pt x="72986" y="200304"/>
                    <a:pt x="96645" y="200394"/>
                  </a:cubicBezTo>
                  <a:cubicBezTo>
                    <a:pt x="102530" y="200394"/>
                    <a:pt x="106682" y="199826"/>
                    <a:pt x="109908" y="193732"/>
                  </a:cubicBezTo>
                  <a:cubicBezTo>
                    <a:pt x="114299" y="185517"/>
                    <a:pt x="122544" y="183097"/>
                    <a:pt x="131506" y="184531"/>
                  </a:cubicBezTo>
                  <a:cubicBezTo>
                    <a:pt x="140109" y="185905"/>
                    <a:pt x="145994" y="191223"/>
                    <a:pt x="148145" y="199527"/>
                  </a:cubicBezTo>
                  <a:cubicBezTo>
                    <a:pt x="149429" y="204606"/>
                    <a:pt x="152028" y="205890"/>
                    <a:pt x="156539" y="205412"/>
                  </a:cubicBezTo>
                  <a:cubicBezTo>
                    <a:pt x="160243" y="204994"/>
                    <a:pt x="163947" y="204546"/>
                    <a:pt x="167651" y="204217"/>
                  </a:cubicBezTo>
                  <a:cubicBezTo>
                    <a:pt x="173446" y="203709"/>
                    <a:pt x="177688" y="201678"/>
                    <a:pt x="180526" y="195853"/>
                  </a:cubicBezTo>
                  <a:cubicBezTo>
                    <a:pt x="183782" y="189251"/>
                    <a:pt x="189846" y="184860"/>
                    <a:pt x="196299" y="181305"/>
                  </a:cubicBezTo>
                  <a:cubicBezTo>
                    <a:pt x="198479" y="180110"/>
                    <a:pt x="200302" y="179035"/>
                    <a:pt x="200720" y="176137"/>
                  </a:cubicBezTo>
                  <a:cubicBezTo>
                    <a:pt x="203020" y="160484"/>
                    <a:pt x="212340" y="148864"/>
                    <a:pt x="223214" y="138379"/>
                  </a:cubicBezTo>
                  <a:cubicBezTo>
                    <a:pt x="236477" y="125563"/>
                    <a:pt x="252100" y="116870"/>
                    <a:pt x="270352" y="113644"/>
                  </a:cubicBezTo>
                  <a:cubicBezTo>
                    <a:pt x="288246" y="110478"/>
                    <a:pt x="304526" y="113853"/>
                    <a:pt x="316923" y="128252"/>
                  </a:cubicBezTo>
                  <a:cubicBezTo>
                    <a:pt x="328245" y="141426"/>
                    <a:pt x="340373" y="153255"/>
                    <a:pt x="357550" y="158513"/>
                  </a:cubicBezTo>
                  <a:cubicBezTo>
                    <a:pt x="378520" y="164935"/>
                    <a:pt x="399341" y="166250"/>
                    <a:pt x="420013" y="157318"/>
                  </a:cubicBezTo>
                  <a:cubicBezTo>
                    <a:pt x="437010" y="149969"/>
                    <a:pt x="445105" y="136108"/>
                    <a:pt x="448481" y="118782"/>
                  </a:cubicBezTo>
                  <a:cubicBezTo>
                    <a:pt x="450721" y="107252"/>
                    <a:pt x="449915" y="95572"/>
                    <a:pt x="450184" y="83951"/>
                  </a:cubicBezTo>
                  <a:cubicBezTo>
                    <a:pt x="450273" y="79650"/>
                    <a:pt x="448451" y="78126"/>
                    <a:pt x="444269" y="78186"/>
                  </a:cubicBezTo>
                  <a:cubicBezTo>
                    <a:pt x="431304" y="78305"/>
                    <a:pt x="418340" y="78275"/>
                    <a:pt x="405345" y="78186"/>
                  </a:cubicBezTo>
                  <a:cubicBezTo>
                    <a:pt x="393068" y="78096"/>
                    <a:pt x="386675" y="71733"/>
                    <a:pt x="386556" y="59426"/>
                  </a:cubicBezTo>
                  <a:cubicBezTo>
                    <a:pt x="386436" y="46013"/>
                    <a:pt x="386436" y="32601"/>
                    <a:pt x="386556" y="19188"/>
                  </a:cubicBezTo>
                  <a:cubicBezTo>
                    <a:pt x="386645" y="6433"/>
                    <a:pt x="392948" y="70"/>
                    <a:pt x="405614" y="40"/>
                  </a:cubicBezTo>
                  <a:cubicBezTo>
                    <a:pt x="425838" y="-50"/>
                    <a:pt x="446061" y="40"/>
                    <a:pt x="466285" y="40"/>
                  </a:cubicBezTo>
                  <a:close/>
                  <a:moveTo>
                    <a:pt x="81051" y="307635"/>
                  </a:moveTo>
                  <a:cubicBezTo>
                    <a:pt x="81111" y="333624"/>
                    <a:pt x="102022" y="354565"/>
                    <a:pt x="127921" y="354624"/>
                  </a:cubicBezTo>
                  <a:cubicBezTo>
                    <a:pt x="153671" y="354654"/>
                    <a:pt x="174731" y="333475"/>
                    <a:pt x="174671" y="307576"/>
                  </a:cubicBezTo>
                  <a:cubicBezTo>
                    <a:pt x="174611" y="280899"/>
                    <a:pt x="153880" y="260138"/>
                    <a:pt x="127533" y="260377"/>
                  </a:cubicBezTo>
                  <a:cubicBezTo>
                    <a:pt x="101514" y="260616"/>
                    <a:pt x="80992" y="281467"/>
                    <a:pt x="81051" y="307665"/>
                  </a:cubicBezTo>
                  <a:close/>
                  <a:moveTo>
                    <a:pt x="305393" y="353340"/>
                  </a:moveTo>
                  <a:cubicBezTo>
                    <a:pt x="331471" y="353400"/>
                    <a:pt x="352322" y="332310"/>
                    <a:pt x="352441" y="305783"/>
                  </a:cubicBezTo>
                  <a:cubicBezTo>
                    <a:pt x="352561" y="280870"/>
                    <a:pt x="330784" y="259152"/>
                    <a:pt x="305602" y="259063"/>
                  </a:cubicBezTo>
                  <a:cubicBezTo>
                    <a:pt x="279463" y="259003"/>
                    <a:pt x="258105" y="280690"/>
                    <a:pt x="258164" y="307247"/>
                  </a:cubicBezTo>
                  <a:cubicBezTo>
                    <a:pt x="258224" y="332399"/>
                    <a:pt x="279613" y="353310"/>
                    <a:pt x="305363" y="353340"/>
                  </a:cubicBezTo>
                  <a:close/>
                  <a:moveTo>
                    <a:pt x="216522" y="370606"/>
                  </a:moveTo>
                  <a:cubicBezTo>
                    <a:pt x="230532" y="370696"/>
                    <a:pt x="241585" y="359822"/>
                    <a:pt x="241735" y="345812"/>
                  </a:cubicBezTo>
                  <a:cubicBezTo>
                    <a:pt x="241884" y="332399"/>
                    <a:pt x="230712" y="321048"/>
                    <a:pt x="217239" y="320899"/>
                  </a:cubicBezTo>
                  <a:cubicBezTo>
                    <a:pt x="202691" y="320749"/>
                    <a:pt x="192087" y="331025"/>
                    <a:pt x="191937" y="345394"/>
                  </a:cubicBezTo>
                  <a:cubicBezTo>
                    <a:pt x="191788" y="359792"/>
                    <a:pt x="202243" y="370487"/>
                    <a:pt x="216522" y="370576"/>
                  </a:cubicBezTo>
                  <a:close/>
                  <a:moveTo>
                    <a:pt x="215716" y="249324"/>
                  </a:moveTo>
                  <a:cubicBezTo>
                    <a:pt x="215716" y="249324"/>
                    <a:pt x="215716" y="249205"/>
                    <a:pt x="215716" y="249145"/>
                  </a:cubicBezTo>
                  <a:cubicBezTo>
                    <a:pt x="230413" y="249145"/>
                    <a:pt x="245110" y="249205"/>
                    <a:pt x="259807" y="249145"/>
                  </a:cubicBezTo>
                  <a:cubicBezTo>
                    <a:pt x="267335" y="249115"/>
                    <a:pt x="269546" y="246935"/>
                    <a:pt x="269605" y="240034"/>
                  </a:cubicBezTo>
                  <a:cubicBezTo>
                    <a:pt x="269635" y="233402"/>
                    <a:pt x="267574" y="231252"/>
                    <a:pt x="260285" y="231252"/>
                  </a:cubicBezTo>
                  <a:cubicBezTo>
                    <a:pt x="230891" y="231252"/>
                    <a:pt x="201497" y="231311"/>
                    <a:pt x="172102" y="231461"/>
                  </a:cubicBezTo>
                  <a:cubicBezTo>
                    <a:pt x="165351" y="231491"/>
                    <a:pt x="162812" y="234209"/>
                    <a:pt x="162872" y="240602"/>
                  </a:cubicBezTo>
                  <a:cubicBezTo>
                    <a:pt x="162931" y="247054"/>
                    <a:pt x="165232" y="249295"/>
                    <a:pt x="172311" y="249354"/>
                  </a:cubicBezTo>
                  <a:cubicBezTo>
                    <a:pt x="186799" y="249444"/>
                    <a:pt x="201258" y="249354"/>
                    <a:pt x="215746" y="249354"/>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8" name="Forma libre: forma 68">
              <a:extLst>
                <a:ext uri="{FF2B5EF4-FFF2-40B4-BE49-F238E27FC236}">
                  <a16:creationId xmlns:a16="http://schemas.microsoft.com/office/drawing/2014/main" id="{29153B0C-4AF1-CA34-516A-92DC8968E7C9}"/>
                </a:ext>
              </a:extLst>
            </p:cNvPr>
            <p:cNvSpPr/>
            <p:nvPr/>
          </p:nvSpPr>
          <p:spPr>
            <a:xfrm>
              <a:off x="242264" y="737784"/>
              <a:ext cx="10675" cy="29696"/>
            </a:xfrm>
            <a:custGeom>
              <a:avLst/>
              <a:gdLst>
                <a:gd name="connsiteX0" fmla="*/ 10598 w 10675"/>
                <a:gd name="connsiteY0" fmla="*/ 14760 h 29696"/>
                <a:gd name="connsiteX1" fmla="*/ 10538 w 10675"/>
                <a:gd name="connsiteY1" fmla="*/ 24617 h 29696"/>
                <a:gd name="connsiteX2" fmla="*/ 5520 w 10675"/>
                <a:gd name="connsiteY2" fmla="*/ 29696 h 29696"/>
                <a:gd name="connsiteX3" fmla="*/ 232 w 10675"/>
                <a:gd name="connsiteY3" fmla="*/ 24797 h 29696"/>
                <a:gd name="connsiteX4" fmla="*/ 172 w 10675"/>
                <a:gd name="connsiteY4" fmla="*/ 5111 h 29696"/>
                <a:gd name="connsiteX5" fmla="*/ 5221 w 10675"/>
                <a:gd name="connsiteY5" fmla="*/ 3 h 29696"/>
                <a:gd name="connsiteX6" fmla="*/ 10419 w 10675"/>
                <a:gd name="connsiteY6" fmla="*/ 4902 h 29696"/>
                <a:gd name="connsiteX7" fmla="*/ 10508 w 10675"/>
                <a:gd name="connsiteY7" fmla="*/ 14730 h 29696"/>
                <a:gd name="connsiteX8" fmla="*/ 10628 w 10675"/>
                <a:gd name="connsiteY8" fmla="*/ 14730 h 29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75" h="29696">
                  <a:moveTo>
                    <a:pt x="10598" y="14760"/>
                  </a:moveTo>
                  <a:cubicBezTo>
                    <a:pt x="10598" y="18046"/>
                    <a:pt x="10807" y="21332"/>
                    <a:pt x="10538" y="24617"/>
                  </a:cubicBezTo>
                  <a:cubicBezTo>
                    <a:pt x="10299" y="27515"/>
                    <a:pt x="8626" y="29726"/>
                    <a:pt x="5520" y="29696"/>
                  </a:cubicBezTo>
                  <a:cubicBezTo>
                    <a:pt x="2562" y="29696"/>
                    <a:pt x="352" y="27724"/>
                    <a:pt x="232" y="24797"/>
                  </a:cubicBezTo>
                  <a:cubicBezTo>
                    <a:pt x="-67" y="18255"/>
                    <a:pt x="-67" y="11653"/>
                    <a:pt x="172" y="5111"/>
                  </a:cubicBezTo>
                  <a:cubicBezTo>
                    <a:pt x="262" y="2213"/>
                    <a:pt x="2174" y="92"/>
                    <a:pt x="5221" y="3"/>
                  </a:cubicBezTo>
                  <a:cubicBezTo>
                    <a:pt x="8328" y="-87"/>
                    <a:pt x="10120" y="2064"/>
                    <a:pt x="10419" y="4902"/>
                  </a:cubicBezTo>
                  <a:cubicBezTo>
                    <a:pt x="10747" y="8158"/>
                    <a:pt x="10508" y="11474"/>
                    <a:pt x="10508" y="14730"/>
                  </a:cubicBezTo>
                  <a:cubicBezTo>
                    <a:pt x="10538" y="14730"/>
                    <a:pt x="10598" y="14730"/>
                    <a:pt x="10628" y="14730"/>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9" name="Forma libre: forma 69">
              <a:extLst>
                <a:ext uri="{FF2B5EF4-FFF2-40B4-BE49-F238E27FC236}">
                  <a16:creationId xmlns:a16="http://schemas.microsoft.com/office/drawing/2014/main" id="{4F45F9C3-C46A-AEF1-FBEE-A5930C463B1B}"/>
                </a:ext>
              </a:extLst>
            </p:cNvPr>
            <p:cNvSpPr/>
            <p:nvPr/>
          </p:nvSpPr>
          <p:spPr>
            <a:xfrm>
              <a:off x="212677" y="727990"/>
              <a:ext cx="29376" cy="10578"/>
            </a:xfrm>
            <a:custGeom>
              <a:avLst/>
              <a:gdLst>
                <a:gd name="connsiteX0" fmla="*/ 14943 w 29376"/>
                <a:gd name="connsiteY0" fmla="*/ 58 h 10578"/>
                <a:gd name="connsiteX1" fmla="*/ 24174 w 29376"/>
                <a:gd name="connsiteY1" fmla="*/ 88 h 10578"/>
                <a:gd name="connsiteX2" fmla="*/ 29371 w 29376"/>
                <a:gd name="connsiteY2" fmla="*/ 4987 h 10578"/>
                <a:gd name="connsiteX3" fmla="*/ 24652 w 29376"/>
                <a:gd name="connsiteY3" fmla="*/ 10334 h 10578"/>
                <a:gd name="connsiteX4" fmla="*/ 4936 w 29376"/>
                <a:gd name="connsiteY4" fmla="*/ 10394 h 10578"/>
                <a:gd name="connsiteX5" fmla="*/ 7 w 29376"/>
                <a:gd name="connsiteY5" fmla="*/ 5226 h 10578"/>
                <a:gd name="connsiteX6" fmla="*/ 5742 w 29376"/>
                <a:gd name="connsiteY6" fmla="*/ 88 h 10578"/>
                <a:gd name="connsiteX7" fmla="*/ 14973 w 29376"/>
                <a:gd name="connsiteY7" fmla="*/ 58 h 10578"/>
                <a:gd name="connsiteX8" fmla="*/ 14973 w 29376"/>
                <a:gd name="connsiteY8" fmla="*/ 58 h 10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376" h="10578">
                  <a:moveTo>
                    <a:pt x="14943" y="58"/>
                  </a:moveTo>
                  <a:cubicBezTo>
                    <a:pt x="18020" y="58"/>
                    <a:pt x="21097" y="-61"/>
                    <a:pt x="24174" y="88"/>
                  </a:cubicBezTo>
                  <a:cubicBezTo>
                    <a:pt x="27191" y="238"/>
                    <a:pt x="29252" y="1970"/>
                    <a:pt x="29371" y="4987"/>
                  </a:cubicBezTo>
                  <a:cubicBezTo>
                    <a:pt x="29491" y="8004"/>
                    <a:pt x="27609" y="10185"/>
                    <a:pt x="24652" y="10334"/>
                  </a:cubicBezTo>
                  <a:cubicBezTo>
                    <a:pt x="18080" y="10633"/>
                    <a:pt x="11508" y="10663"/>
                    <a:pt x="4936" y="10394"/>
                  </a:cubicBezTo>
                  <a:cubicBezTo>
                    <a:pt x="2128" y="10275"/>
                    <a:pt x="-142" y="8363"/>
                    <a:pt x="7" y="5226"/>
                  </a:cubicBezTo>
                  <a:cubicBezTo>
                    <a:pt x="126" y="1791"/>
                    <a:pt x="2576" y="267"/>
                    <a:pt x="5742" y="88"/>
                  </a:cubicBezTo>
                  <a:cubicBezTo>
                    <a:pt x="8819" y="-91"/>
                    <a:pt x="11896" y="58"/>
                    <a:pt x="14973" y="58"/>
                  </a:cubicBezTo>
                  <a:cubicBezTo>
                    <a:pt x="14973" y="58"/>
                    <a:pt x="14973" y="58"/>
                    <a:pt x="14973" y="58"/>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0" name="Forma libre: forma 70">
              <a:extLst>
                <a:ext uri="{FF2B5EF4-FFF2-40B4-BE49-F238E27FC236}">
                  <a16:creationId xmlns:a16="http://schemas.microsoft.com/office/drawing/2014/main" id="{ACE71305-9983-B01B-5D0D-7ABA1D5D8AA3}"/>
                </a:ext>
              </a:extLst>
            </p:cNvPr>
            <p:cNvSpPr/>
            <p:nvPr/>
          </p:nvSpPr>
          <p:spPr>
            <a:xfrm>
              <a:off x="242122" y="697964"/>
              <a:ext cx="10949" cy="29204"/>
            </a:xfrm>
            <a:custGeom>
              <a:avLst/>
              <a:gdLst>
                <a:gd name="connsiteX0" fmla="*/ 135 w 10949"/>
                <a:gd name="connsiteY0" fmla="*/ 14730 h 29204"/>
                <a:gd name="connsiteX1" fmla="*/ 195 w 10949"/>
                <a:gd name="connsiteY1" fmla="*/ 4902 h 29204"/>
                <a:gd name="connsiteX2" fmla="*/ 5363 w 10949"/>
                <a:gd name="connsiteY2" fmla="*/ 3 h 29204"/>
                <a:gd name="connsiteX3" fmla="*/ 10172 w 10949"/>
                <a:gd name="connsiteY3" fmla="*/ 4484 h 29204"/>
                <a:gd name="connsiteX4" fmla="*/ 10381 w 10949"/>
                <a:gd name="connsiteY4" fmla="*/ 24707 h 29204"/>
                <a:gd name="connsiteX5" fmla="*/ 4825 w 10949"/>
                <a:gd name="connsiteY5" fmla="*/ 29188 h 29204"/>
                <a:gd name="connsiteX6" fmla="*/ 75 w 10949"/>
                <a:gd name="connsiteY6" fmla="*/ 23901 h 29204"/>
                <a:gd name="connsiteX7" fmla="*/ 45 w 10949"/>
                <a:gd name="connsiteY7" fmla="*/ 14730 h 29204"/>
                <a:gd name="connsiteX8" fmla="*/ 135 w 10949"/>
                <a:gd name="connsiteY8" fmla="*/ 14730 h 29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49" h="29204">
                  <a:moveTo>
                    <a:pt x="135" y="14730"/>
                  </a:moveTo>
                  <a:cubicBezTo>
                    <a:pt x="135" y="11444"/>
                    <a:pt x="-74" y="8158"/>
                    <a:pt x="195" y="4902"/>
                  </a:cubicBezTo>
                  <a:cubicBezTo>
                    <a:pt x="434" y="1915"/>
                    <a:pt x="2316" y="92"/>
                    <a:pt x="5363" y="3"/>
                  </a:cubicBezTo>
                  <a:cubicBezTo>
                    <a:pt x="8260" y="-87"/>
                    <a:pt x="9784" y="1945"/>
                    <a:pt x="10172" y="4484"/>
                  </a:cubicBezTo>
                  <a:cubicBezTo>
                    <a:pt x="11217" y="11205"/>
                    <a:pt x="11128" y="17986"/>
                    <a:pt x="10381" y="24707"/>
                  </a:cubicBezTo>
                  <a:cubicBezTo>
                    <a:pt x="10052" y="27575"/>
                    <a:pt x="7902" y="29397"/>
                    <a:pt x="4825" y="29188"/>
                  </a:cubicBezTo>
                  <a:cubicBezTo>
                    <a:pt x="1718" y="28979"/>
                    <a:pt x="224" y="26858"/>
                    <a:pt x="75" y="23901"/>
                  </a:cubicBezTo>
                  <a:cubicBezTo>
                    <a:pt x="-74" y="20854"/>
                    <a:pt x="45" y="17777"/>
                    <a:pt x="45" y="14730"/>
                  </a:cubicBezTo>
                  <a:cubicBezTo>
                    <a:pt x="45" y="14730"/>
                    <a:pt x="105" y="14730"/>
                    <a:pt x="135" y="14730"/>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1" name="Forma libre: forma 71">
              <a:extLst>
                <a:ext uri="{FF2B5EF4-FFF2-40B4-BE49-F238E27FC236}">
                  <a16:creationId xmlns:a16="http://schemas.microsoft.com/office/drawing/2014/main" id="{BA73F65A-C736-F9CF-C709-6730A75D8B84}"/>
                </a:ext>
              </a:extLst>
            </p:cNvPr>
            <p:cNvSpPr/>
            <p:nvPr/>
          </p:nvSpPr>
          <p:spPr>
            <a:xfrm>
              <a:off x="252791" y="727693"/>
              <a:ext cx="29167" cy="10114"/>
            </a:xfrm>
            <a:custGeom>
              <a:avLst/>
              <a:gdLst>
                <a:gd name="connsiteX0" fmla="*/ 14947 w 29167"/>
                <a:gd name="connsiteY0" fmla="*/ 10063 h 10114"/>
                <a:gd name="connsiteX1" fmla="*/ 4462 w 29167"/>
                <a:gd name="connsiteY1" fmla="*/ 10004 h 10114"/>
                <a:gd name="connsiteX2" fmla="*/ 41 w 29167"/>
                <a:gd name="connsiteY2" fmla="*/ 5941 h 10114"/>
                <a:gd name="connsiteX3" fmla="*/ 3895 w 29167"/>
                <a:gd name="connsiteY3" fmla="*/ 683 h 10114"/>
                <a:gd name="connsiteX4" fmla="*/ 25433 w 29167"/>
                <a:gd name="connsiteY4" fmla="*/ 594 h 10114"/>
                <a:gd name="connsiteX5" fmla="*/ 29167 w 29167"/>
                <a:gd name="connsiteY5" fmla="*/ 5254 h 10114"/>
                <a:gd name="connsiteX6" fmla="*/ 24746 w 29167"/>
                <a:gd name="connsiteY6" fmla="*/ 10004 h 10114"/>
                <a:gd name="connsiteX7" fmla="*/ 14918 w 29167"/>
                <a:gd name="connsiteY7" fmla="*/ 10063 h 1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167" h="10114">
                  <a:moveTo>
                    <a:pt x="14947" y="10063"/>
                  </a:moveTo>
                  <a:cubicBezTo>
                    <a:pt x="11452" y="10063"/>
                    <a:pt x="7957" y="10213"/>
                    <a:pt x="4462" y="10004"/>
                  </a:cubicBezTo>
                  <a:cubicBezTo>
                    <a:pt x="2043" y="9884"/>
                    <a:pt x="340" y="8450"/>
                    <a:pt x="41" y="5941"/>
                  </a:cubicBezTo>
                  <a:cubicBezTo>
                    <a:pt x="-287" y="3133"/>
                    <a:pt x="1385" y="1012"/>
                    <a:pt x="3895" y="683"/>
                  </a:cubicBezTo>
                  <a:cubicBezTo>
                    <a:pt x="11034" y="-273"/>
                    <a:pt x="18263" y="-153"/>
                    <a:pt x="25433" y="594"/>
                  </a:cubicBezTo>
                  <a:cubicBezTo>
                    <a:pt x="27852" y="863"/>
                    <a:pt x="29197" y="2745"/>
                    <a:pt x="29167" y="5254"/>
                  </a:cubicBezTo>
                  <a:cubicBezTo>
                    <a:pt x="29107" y="8092"/>
                    <a:pt x="27494" y="9794"/>
                    <a:pt x="24746" y="10004"/>
                  </a:cubicBezTo>
                  <a:cubicBezTo>
                    <a:pt x="21489" y="10213"/>
                    <a:pt x="18204" y="10063"/>
                    <a:pt x="14918" y="10063"/>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2" name="Forma libre: forma 72">
              <a:extLst>
                <a:ext uri="{FF2B5EF4-FFF2-40B4-BE49-F238E27FC236}">
                  <a16:creationId xmlns:a16="http://schemas.microsoft.com/office/drawing/2014/main" id="{F7B0314F-470C-E787-53F0-BE5A7ECB4CD0}"/>
                </a:ext>
              </a:extLst>
            </p:cNvPr>
            <p:cNvSpPr/>
            <p:nvPr/>
          </p:nvSpPr>
          <p:spPr>
            <a:xfrm>
              <a:off x="411540" y="700296"/>
              <a:ext cx="24829" cy="25077"/>
            </a:xfrm>
            <a:custGeom>
              <a:avLst/>
              <a:gdLst>
                <a:gd name="connsiteX0" fmla="*/ 12521 w 24829"/>
                <a:gd name="connsiteY0" fmla="*/ 1 h 25077"/>
                <a:gd name="connsiteX1" fmla="*/ 24828 w 24829"/>
                <a:gd name="connsiteY1" fmla="*/ 12667 h 25077"/>
                <a:gd name="connsiteX2" fmla="*/ 12162 w 24829"/>
                <a:gd name="connsiteY2" fmla="*/ 25064 h 25077"/>
                <a:gd name="connsiteX3" fmla="*/ 4 w 24829"/>
                <a:gd name="connsiteY3" fmla="*/ 11920 h 25077"/>
                <a:gd name="connsiteX4" fmla="*/ 12521 w 24829"/>
                <a:gd name="connsiteY4" fmla="*/ 1 h 25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29" h="25077">
                  <a:moveTo>
                    <a:pt x="12521" y="1"/>
                  </a:moveTo>
                  <a:cubicBezTo>
                    <a:pt x="19570" y="91"/>
                    <a:pt x="24918" y="5587"/>
                    <a:pt x="24828" y="12667"/>
                  </a:cubicBezTo>
                  <a:cubicBezTo>
                    <a:pt x="24738" y="19627"/>
                    <a:pt x="18883" y="25393"/>
                    <a:pt x="12162" y="25064"/>
                  </a:cubicBezTo>
                  <a:cubicBezTo>
                    <a:pt x="5560" y="24765"/>
                    <a:pt x="-175" y="18552"/>
                    <a:pt x="4" y="11920"/>
                  </a:cubicBezTo>
                  <a:cubicBezTo>
                    <a:pt x="183" y="5557"/>
                    <a:pt x="6098" y="-89"/>
                    <a:pt x="12521" y="1"/>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3" name="Forma libre: forma 73">
              <a:extLst>
                <a:ext uri="{FF2B5EF4-FFF2-40B4-BE49-F238E27FC236}">
                  <a16:creationId xmlns:a16="http://schemas.microsoft.com/office/drawing/2014/main" id="{0A9EBB74-797C-B44D-F2FB-C8BC9275825A}"/>
                </a:ext>
              </a:extLst>
            </p:cNvPr>
            <p:cNvSpPr/>
            <p:nvPr/>
          </p:nvSpPr>
          <p:spPr>
            <a:xfrm>
              <a:off x="412111" y="739489"/>
              <a:ext cx="24408" cy="24555"/>
            </a:xfrm>
            <a:custGeom>
              <a:avLst/>
              <a:gdLst>
                <a:gd name="connsiteX0" fmla="*/ 1 w 24408"/>
                <a:gd name="connsiteY0" fmla="*/ 11889 h 24555"/>
                <a:gd name="connsiteX1" fmla="*/ 12099 w 24408"/>
                <a:gd name="connsiteY1" fmla="*/ 0 h 24555"/>
                <a:gd name="connsiteX2" fmla="*/ 24406 w 24408"/>
                <a:gd name="connsiteY2" fmla="*/ 12517 h 24555"/>
                <a:gd name="connsiteX3" fmla="*/ 12218 w 24408"/>
                <a:gd name="connsiteY3" fmla="*/ 24555 h 24555"/>
                <a:gd name="connsiteX4" fmla="*/ 1 w 24408"/>
                <a:gd name="connsiteY4" fmla="*/ 11859 h 245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408" h="24555">
                  <a:moveTo>
                    <a:pt x="1" y="11889"/>
                  </a:moveTo>
                  <a:cubicBezTo>
                    <a:pt x="60" y="4869"/>
                    <a:pt x="5019" y="0"/>
                    <a:pt x="12099" y="0"/>
                  </a:cubicBezTo>
                  <a:cubicBezTo>
                    <a:pt x="19388" y="0"/>
                    <a:pt x="24526" y="5228"/>
                    <a:pt x="24406" y="12517"/>
                  </a:cubicBezTo>
                  <a:cubicBezTo>
                    <a:pt x="24287" y="19327"/>
                    <a:pt x="18969" y="24555"/>
                    <a:pt x="12218" y="24555"/>
                  </a:cubicBezTo>
                  <a:cubicBezTo>
                    <a:pt x="5198" y="24555"/>
                    <a:pt x="-59" y="19118"/>
                    <a:pt x="1" y="11859"/>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4" name="Forma libre: forma 74">
              <a:extLst>
                <a:ext uri="{FF2B5EF4-FFF2-40B4-BE49-F238E27FC236}">
                  <a16:creationId xmlns:a16="http://schemas.microsoft.com/office/drawing/2014/main" id="{FECE5923-279B-CE52-BB21-8BE8288ACFEC}"/>
                </a:ext>
              </a:extLst>
            </p:cNvPr>
            <p:cNvSpPr/>
            <p:nvPr/>
          </p:nvSpPr>
          <p:spPr>
            <a:xfrm>
              <a:off x="392419" y="720030"/>
              <a:ext cx="24833" cy="24746"/>
            </a:xfrm>
            <a:custGeom>
              <a:avLst/>
              <a:gdLst>
                <a:gd name="connsiteX0" fmla="*/ 11985 w 24833"/>
                <a:gd name="connsiteY0" fmla="*/ 24746 h 24746"/>
                <a:gd name="connsiteX1" fmla="*/ 6 w 24833"/>
                <a:gd name="connsiteY1" fmla="*/ 11662 h 24746"/>
                <a:gd name="connsiteX2" fmla="*/ 12642 w 24833"/>
                <a:gd name="connsiteY2" fmla="*/ 12 h 24746"/>
                <a:gd name="connsiteX3" fmla="*/ 24830 w 24833"/>
                <a:gd name="connsiteY3" fmla="*/ 12319 h 24746"/>
                <a:gd name="connsiteX4" fmla="*/ 11985 w 24833"/>
                <a:gd name="connsiteY4" fmla="*/ 24716 h 247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33" h="24746">
                  <a:moveTo>
                    <a:pt x="11985" y="24746"/>
                  </a:moveTo>
                  <a:cubicBezTo>
                    <a:pt x="5144" y="24597"/>
                    <a:pt x="-203" y="18742"/>
                    <a:pt x="6" y="11662"/>
                  </a:cubicBezTo>
                  <a:cubicBezTo>
                    <a:pt x="185" y="5060"/>
                    <a:pt x="5980" y="-287"/>
                    <a:pt x="12642" y="12"/>
                  </a:cubicBezTo>
                  <a:cubicBezTo>
                    <a:pt x="19274" y="311"/>
                    <a:pt x="25009" y="6136"/>
                    <a:pt x="24830" y="12319"/>
                  </a:cubicBezTo>
                  <a:cubicBezTo>
                    <a:pt x="24621" y="19250"/>
                    <a:pt x="18796" y="24866"/>
                    <a:pt x="11985" y="24716"/>
                  </a:cubicBezTo>
                  <a:close/>
                </a:path>
              </a:pathLst>
            </a:custGeom>
            <a:solidFill>
              <a:schemeClr val="bg1">
                <a:lumMod val="50000"/>
              </a:schemeClr>
            </a:solidFill>
            <a:ln w="2970" cap="flat">
              <a:noFill/>
              <a:prstDash val="solid"/>
              <a:miter/>
            </a:ln>
          </p:spPr>
          <p:txBody>
            <a:bodyPr rtlCol="0" anchor="ctr"/>
            <a:lstStyle/>
            <a:p>
              <a:endParaRPr lang="LID4096"/>
            </a:p>
          </p:txBody>
        </p:sp>
        <p:sp>
          <p:nvSpPr>
            <p:cNvPr id="15" name="Forma libre: forma 75">
              <a:extLst>
                <a:ext uri="{FF2B5EF4-FFF2-40B4-BE49-F238E27FC236}">
                  <a16:creationId xmlns:a16="http://schemas.microsoft.com/office/drawing/2014/main" id="{868F9605-FAEB-3A5B-7685-9400B2BB9DFB}"/>
                </a:ext>
              </a:extLst>
            </p:cNvPr>
            <p:cNvSpPr/>
            <p:nvPr/>
          </p:nvSpPr>
          <p:spPr>
            <a:xfrm>
              <a:off x="431226" y="719982"/>
              <a:ext cx="24859" cy="24465"/>
            </a:xfrm>
            <a:custGeom>
              <a:avLst/>
              <a:gdLst>
                <a:gd name="connsiteX0" fmla="*/ 12430 w 24859"/>
                <a:gd name="connsiteY0" fmla="*/ 0 h 24465"/>
                <a:gd name="connsiteX1" fmla="*/ 24857 w 24859"/>
                <a:gd name="connsiteY1" fmla="*/ 11859 h 24465"/>
                <a:gd name="connsiteX2" fmla="*/ 12340 w 24859"/>
                <a:gd name="connsiteY2" fmla="*/ 24465 h 24465"/>
                <a:gd name="connsiteX3" fmla="*/ 3 w 24859"/>
                <a:gd name="connsiteY3" fmla="*/ 12457 h 24465"/>
                <a:gd name="connsiteX4" fmla="*/ 12460 w 24859"/>
                <a:gd name="connsiteY4" fmla="*/ 30 h 244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59" h="24465">
                  <a:moveTo>
                    <a:pt x="12430" y="0"/>
                  </a:moveTo>
                  <a:cubicBezTo>
                    <a:pt x="19241" y="30"/>
                    <a:pt x="24707" y="5258"/>
                    <a:pt x="24857" y="11859"/>
                  </a:cubicBezTo>
                  <a:cubicBezTo>
                    <a:pt x="25006" y="18670"/>
                    <a:pt x="19241" y="24465"/>
                    <a:pt x="12340" y="24465"/>
                  </a:cubicBezTo>
                  <a:cubicBezTo>
                    <a:pt x="5559" y="24465"/>
                    <a:pt x="122" y="19148"/>
                    <a:pt x="3" y="12457"/>
                  </a:cubicBezTo>
                  <a:cubicBezTo>
                    <a:pt x="-146" y="5407"/>
                    <a:pt x="5290" y="-30"/>
                    <a:pt x="12460" y="30"/>
                  </a:cubicBezTo>
                  <a:close/>
                </a:path>
              </a:pathLst>
            </a:custGeom>
            <a:solidFill>
              <a:schemeClr val="bg1">
                <a:lumMod val="50000"/>
              </a:schemeClr>
            </a:solidFill>
            <a:ln w="2970" cap="flat">
              <a:noFill/>
              <a:prstDash val="solid"/>
              <a:miter/>
            </a:ln>
          </p:spPr>
          <p:txBody>
            <a:bodyPr rtlCol="0" anchor="ctr"/>
            <a:lstStyle/>
            <a:p>
              <a:endParaRPr lang="LID4096"/>
            </a:p>
          </p:txBody>
        </p:sp>
      </p:grpSp>
      <p:cxnSp>
        <p:nvCxnSpPr>
          <p:cNvPr id="16" name="Conector recto de flecha 76">
            <a:extLst>
              <a:ext uri="{FF2B5EF4-FFF2-40B4-BE49-F238E27FC236}">
                <a16:creationId xmlns:a16="http://schemas.microsoft.com/office/drawing/2014/main" id="{B211083D-4BFA-2D70-5689-224698DF9434}"/>
              </a:ext>
            </a:extLst>
          </p:cNvPr>
          <p:cNvCxnSpPr>
            <a:cxnSpLocks/>
          </p:cNvCxnSpPr>
          <p:nvPr/>
        </p:nvCxnSpPr>
        <p:spPr>
          <a:xfrm flipV="1">
            <a:off x="786432" y="855684"/>
            <a:ext cx="5529701" cy="8307"/>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Forma libre: forma 65">
            <a:extLst>
              <a:ext uri="{FF2B5EF4-FFF2-40B4-BE49-F238E27FC236}">
                <a16:creationId xmlns:a16="http://schemas.microsoft.com/office/drawing/2014/main" id="{49068AA7-47E2-7513-9402-EA82C04E206F}"/>
              </a:ext>
            </a:extLst>
          </p:cNvPr>
          <p:cNvSpPr/>
          <p:nvPr/>
        </p:nvSpPr>
        <p:spPr>
          <a:xfrm>
            <a:off x="502817" y="265263"/>
            <a:ext cx="567229" cy="319634"/>
          </a:xfrm>
          <a:custGeom>
            <a:avLst/>
            <a:gdLst>
              <a:gd name="connsiteX0" fmla="*/ 283657 w 567229"/>
              <a:gd name="connsiteY0" fmla="*/ 258695 h 319634"/>
              <a:gd name="connsiteX1" fmla="*/ 40974 w 567229"/>
              <a:gd name="connsiteY1" fmla="*/ 258695 h 319634"/>
              <a:gd name="connsiteX2" fmla="*/ 30668 w 567229"/>
              <a:gd name="connsiteY2" fmla="*/ 268702 h 319634"/>
              <a:gd name="connsiteX3" fmla="*/ 30609 w 567229"/>
              <a:gd name="connsiteY3" fmla="*/ 281876 h 319634"/>
              <a:gd name="connsiteX4" fmla="*/ 37898 w 567229"/>
              <a:gd name="connsiteY4" fmla="*/ 289135 h 319634"/>
              <a:gd name="connsiteX5" fmla="*/ 92624 w 567229"/>
              <a:gd name="connsiteY5" fmla="*/ 289075 h 319634"/>
              <a:gd name="connsiteX6" fmla="*/ 97881 w 567229"/>
              <a:gd name="connsiteY6" fmla="*/ 297081 h 319634"/>
              <a:gd name="connsiteX7" fmla="*/ 94058 w 567229"/>
              <a:gd name="connsiteY7" fmla="*/ 313660 h 319634"/>
              <a:gd name="connsiteX8" fmla="*/ 88113 w 567229"/>
              <a:gd name="connsiteY8" fmla="*/ 319575 h 319634"/>
              <a:gd name="connsiteX9" fmla="*/ 17555 w 567229"/>
              <a:gd name="connsiteY9" fmla="*/ 319425 h 319634"/>
              <a:gd name="connsiteX10" fmla="*/ 348 w 567229"/>
              <a:gd name="connsiteY10" fmla="*/ 302189 h 319634"/>
              <a:gd name="connsiteX11" fmla="*/ 348 w 567229"/>
              <a:gd name="connsiteY11" fmla="*/ 244834 h 319634"/>
              <a:gd name="connsiteX12" fmla="*/ 14956 w 567229"/>
              <a:gd name="connsiteY12" fmla="*/ 228643 h 319634"/>
              <a:gd name="connsiteX13" fmla="*/ 22334 w 567229"/>
              <a:gd name="connsiteY13" fmla="*/ 221175 h 319634"/>
              <a:gd name="connsiteX14" fmla="*/ 57643 w 567229"/>
              <a:gd name="connsiteY14" fmla="*/ 64316 h 319634"/>
              <a:gd name="connsiteX15" fmla="*/ 139254 w 567229"/>
              <a:gd name="connsiteY15" fmla="*/ 120 h 319634"/>
              <a:gd name="connsiteX16" fmla="*/ 423490 w 567229"/>
              <a:gd name="connsiteY16" fmla="*/ 0 h 319634"/>
              <a:gd name="connsiteX17" fmla="*/ 516004 w 567229"/>
              <a:gd name="connsiteY17" fmla="*/ 74860 h 319634"/>
              <a:gd name="connsiteX18" fmla="*/ 537393 w 567229"/>
              <a:gd name="connsiteY18" fmla="*/ 172692 h 319634"/>
              <a:gd name="connsiteX19" fmla="*/ 547938 w 567229"/>
              <a:gd name="connsiteY19" fmla="*/ 221623 h 319634"/>
              <a:gd name="connsiteX20" fmla="*/ 554808 w 567229"/>
              <a:gd name="connsiteY20" fmla="*/ 229181 h 319634"/>
              <a:gd name="connsiteX21" fmla="*/ 566907 w 567229"/>
              <a:gd name="connsiteY21" fmla="*/ 244565 h 319634"/>
              <a:gd name="connsiteX22" fmla="*/ 566787 w 567229"/>
              <a:gd name="connsiteY22" fmla="*/ 303234 h 319634"/>
              <a:gd name="connsiteX23" fmla="*/ 548326 w 567229"/>
              <a:gd name="connsiteY23" fmla="*/ 319485 h 319634"/>
              <a:gd name="connsiteX24" fmla="*/ 314874 w 567229"/>
              <a:gd name="connsiteY24" fmla="*/ 319634 h 319634"/>
              <a:gd name="connsiteX25" fmla="*/ 305852 w 567229"/>
              <a:gd name="connsiteY25" fmla="*/ 311031 h 319634"/>
              <a:gd name="connsiteX26" fmla="*/ 301043 w 567229"/>
              <a:gd name="connsiteY26" fmla="*/ 294064 h 319634"/>
              <a:gd name="connsiteX27" fmla="*/ 304090 w 567229"/>
              <a:gd name="connsiteY27" fmla="*/ 289075 h 319634"/>
              <a:gd name="connsiteX28" fmla="*/ 309377 w 567229"/>
              <a:gd name="connsiteY28" fmla="*/ 289015 h 319634"/>
              <a:gd name="connsiteX29" fmla="*/ 526340 w 567229"/>
              <a:gd name="connsiteY29" fmla="*/ 289045 h 319634"/>
              <a:gd name="connsiteX30" fmla="*/ 536795 w 567229"/>
              <a:gd name="connsiteY30" fmla="*/ 278440 h 319634"/>
              <a:gd name="connsiteX31" fmla="*/ 517080 w 567229"/>
              <a:gd name="connsiteY31" fmla="*/ 258665 h 319634"/>
              <a:gd name="connsiteX32" fmla="*/ 283627 w 567229"/>
              <a:gd name="connsiteY32" fmla="*/ 258665 h 319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67229" h="319634">
                <a:moveTo>
                  <a:pt x="283657" y="258695"/>
                </a:moveTo>
                <a:cubicBezTo>
                  <a:pt x="202763" y="258695"/>
                  <a:pt x="121869" y="258695"/>
                  <a:pt x="40974" y="258695"/>
                </a:cubicBezTo>
                <a:cubicBezTo>
                  <a:pt x="34104" y="258695"/>
                  <a:pt x="30668" y="262031"/>
                  <a:pt x="30668" y="268702"/>
                </a:cubicBezTo>
                <a:cubicBezTo>
                  <a:pt x="30668" y="273093"/>
                  <a:pt x="30937" y="277514"/>
                  <a:pt x="30609" y="281876"/>
                </a:cubicBezTo>
                <a:cubicBezTo>
                  <a:pt x="30220" y="287372"/>
                  <a:pt x="32521" y="289194"/>
                  <a:pt x="37898" y="289135"/>
                </a:cubicBezTo>
                <a:cubicBezTo>
                  <a:pt x="56150" y="288926"/>
                  <a:pt x="74402" y="289045"/>
                  <a:pt x="92624" y="289075"/>
                </a:cubicBezTo>
                <a:cubicBezTo>
                  <a:pt x="101436" y="289075"/>
                  <a:pt x="101436" y="289135"/>
                  <a:pt x="97881" y="297081"/>
                </a:cubicBezTo>
                <a:cubicBezTo>
                  <a:pt x="95521" y="302338"/>
                  <a:pt x="94028" y="307865"/>
                  <a:pt x="94058" y="313660"/>
                </a:cubicBezTo>
                <a:cubicBezTo>
                  <a:pt x="94058" y="317812"/>
                  <a:pt x="92295" y="319604"/>
                  <a:pt x="88113" y="319575"/>
                </a:cubicBezTo>
                <a:cubicBezTo>
                  <a:pt x="64603" y="319485"/>
                  <a:pt x="41064" y="319694"/>
                  <a:pt x="17555" y="319425"/>
                </a:cubicBezTo>
                <a:cubicBezTo>
                  <a:pt x="7547" y="319306"/>
                  <a:pt x="617" y="312674"/>
                  <a:pt x="348" y="302189"/>
                </a:cubicBezTo>
                <a:cubicBezTo>
                  <a:pt x="-160" y="283071"/>
                  <a:pt x="-70" y="263952"/>
                  <a:pt x="348" y="244834"/>
                </a:cubicBezTo>
                <a:cubicBezTo>
                  <a:pt x="557" y="235992"/>
                  <a:pt x="6173" y="230017"/>
                  <a:pt x="14956" y="228643"/>
                </a:cubicBezTo>
                <a:cubicBezTo>
                  <a:pt x="19825" y="227896"/>
                  <a:pt x="21348" y="225656"/>
                  <a:pt x="22334" y="221175"/>
                </a:cubicBezTo>
                <a:cubicBezTo>
                  <a:pt x="33925" y="168869"/>
                  <a:pt x="45396" y="116503"/>
                  <a:pt x="57643" y="64316"/>
                </a:cubicBezTo>
                <a:cubicBezTo>
                  <a:pt x="66605" y="26109"/>
                  <a:pt x="100032" y="180"/>
                  <a:pt x="139254" y="120"/>
                </a:cubicBezTo>
                <a:cubicBezTo>
                  <a:pt x="234009" y="0"/>
                  <a:pt x="328735" y="210"/>
                  <a:pt x="423490" y="0"/>
                </a:cubicBezTo>
                <a:cubicBezTo>
                  <a:pt x="474034" y="-119"/>
                  <a:pt x="505728" y="25452"/>
                  <a:pt x="516004" y="74860"/>
                </a:cubicBezTo>
                <a:cubicBezTo>
                  <a:pt x="522785" y="107541"/>
                  <a:pt x="530253" y="140072"/>
                  <a:pt x="537393" y="172692"/>
                </a:cubicBezTo>
                <a:cubicBezTo>
                  <a:pt x="540948" y="189003"/>
                  <a:pt x="544562" y="205283"/>
                  <a:pt x="547938" y="221623"/>
                </a:cubicBezTo>
                <a:cubicBezTo>
                  <a:pt x="548774" y="225716"/>
                  <a:pt x="550507" y="228106"/>
                  <a:pt x="554808" y="229181"/>
                </a:cubicBezTo>
                <a:cubicBezTo>
                  <a:pt x="562575" y="231153"/>
                  <a:pt x="566787" y="236828"/>
                  <a:pt x="566907" y="244565"/>
                </a:cubicBezTo>
                <a:cubicBezTo>
                  <a:pt x="567235" y="264102"/>
                  <a:pt x="567474" y="283698"/>
                  <a:pt x="566787" y="303234"/>
                </a:cubicBezTo>
                <a:cubicBezTo>
                  <a:pt x="566399" y="314108"/>
                  <a:pt x="559498" y="319485"/>
                  <a:pt x="548326" y="319485"/>
                </a:cubicBezTo>
                <a:cubicBezTo>
                  <a:pt x="470509" y="319515"/>
                  <a:pt x="392691" y="319455"/>
                  <a:pt x="314874" y="319634"/>
                </a:cubicBezTo>
                <a:cubicBezTo>
                  <a:pt x="308392" y="319634"/>
                  <a:pt x="305703" y="317693"/>
                  <a:pt x="305852" y="311031"/>
                </a:cubicBezTo>
                <a:cubicBezTo>
                  <a:pt x="306002" y="305027"/>
                  <a:pt x="303821" y="299381"/>
                  <a:pt x="301043" y="294064"/>
                </a:cubicBezTo>
                <a:cubicBezTo>
                  <a:pt x="299221" y="290569"/>
                  <a:pt x="300565" y="289194"/>
                  <a:pt x="304090" y="289075"/>
                </a:cubicBezTo>
                <a:cubicBezTo>
                  <a:pt x="305852" y="289015"/>
                  <a:pt x="307615" y="289015"/>
                  <a:pt x="309377" y="289015"/>
                </a:cubicBezTo>
                <a:cubicBezTo>
                  <a:pt x="381698" y="289015"/>
                  <a:pt x="454019" y="289015"/>
                  <a:pt x="526340" y="289045"/>
                </a:cubicBezTo>
                <a:cubicBezTo>
                  <a:pt x="533309" y="289045"/>
                  <a:pt x="536795" y="285510"/>
                  <a:pt x="536795" y="278440"/>
                </a:cubicBezTo>
                <a:cubicBezTo>
                  <a:pt x="536816" y="265257"/>
                  <a:pt x="530244" y="258665"/>
                  <a:pt x="517080" y="258665"/>
                </a:cubicBezTo>
                <a:cubicBezTo>
                  <a:pt x="439262" y="258665"/>
                  <a:pt x="361445" y="258665"/>
                  <a:pt x="283627" y="258665"/>
                </a:cubicBezTo>
                <a:close/>
              </a:path>
            </a:pathLst>
          </a:custGeom>
          <a:solidFill>
            <a:srgbClr val="000000"/>
          </a:solidFill>
          <a:ln w="2970" cap="flat">
            <a:noFill/>
            <a:prstDash val="solid"/>
            <a:miter/>
          </a:ln>
        </p:spPr>
        <p:txBody>
          <a:bodyPr rtlCol="0" anchor="ctr"/>
          <a:lstStyle/>
          <a:p>
            <a:endParaRPr lang="LID4096"/>
          </a:p>
        </p:txBody>
      </p:sp>
      <p:grpSp>
        <p:nvGrpSpPr>
          <p:cNvPr id="21" name="Group 20">
            <a:extLst>
              <a:ext uri="{FF2B5EF4-FFF2-40B4-BE49-F238E27FC236}">
                <a16:creationId xmlns:a16="http://schemas.microsoft.com/office/drawing/2014/main" id="{91BE143C-3BCB-3820-8770-D72B1663BC06}"/>
              </a:ext>
            </a:extLst>
          </p:cNvPr>
          <p:cNvGrpSpPr/>
          <p:nvPr/>
        </p:nvGrpSpPr>
        <p:grpSpPr>
          <a:xfrm>
            <a:off x="10655300" y="-131233"/>
            <a:ext cx="1656567" cy="1612901"/>
            <a:chOff x="1540617" y="851075"/>
            <a:chExt cx="3268467" cy="3268467"/>
          </a:xfrm>
        </p:grpSpPr>
        <p:grpSp>
          <p:nvGrpSpPr>
            <p:cNvPr id="22" name="Google Shape;11;p2">
              <a:extLst>
                <a:ext uri="{FF2B5EF4-FFF2-40B4-BE49-F238E27FC236}">
                  <a16:creationId xmlns:a16="http://schemas.microsoft.com/office/drawing/2014/main" id="{7B0980CE-0758-80F0-0672-1F3A31D806C8}"/>
                </a:ext>
              </a:extLst>
            </p:cNvPr>
            <p:cNvGrpSpPr/>
            <p:nvPr/>
          </p:nvGrpSpPr>
          <p:grpSpPr>
            <a:xfrm>
              <a:off x="1540617" y="851075"/>
              <a:ext cx="3268467" cy="3268467"/>
              <a:chOff x="1155463" y="638306"/>
              <a:chExt cx="2451350" cy="2451350"/>
            </a:xfrm>
          </p:grpSpPr>
          <p:sp>
            <p:nvSpPr>
              <p:cNvPr id="26" name="Google Shape;12;p2">
                <a:extLst>
                  <a:ext uri="{FF2B5EF4-FFF2-40B4-BE49-F238E27FC236}">
                    <a16:creationId xmlns:a16="http://schemas.microsoft.com/office/drawing/2014/main" id="{9927E056-815A-7E5B-9D8E-3EA8DF1D2A88}"/>
                  </a:ext>
                </a:extLst>
              </p:cNvPr>
              <p:cNvSpPr/>
              <p:nvPr/>
            </p:nvSpPr>
            <p:spPr>
              <a:xfrm>
                <a:off x="1386084" y="868926"/>
                <a:ext cx="1989935" cy="1989935"/>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0000">
                  <a:alpha val="18820"/>
                </a:srgb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sp>
            <p:nvSpPr>
              <p:cNvPr id="27" name="Google Shape;13;p2">
                <a:extLst>
                  <a:ext uri="{FF2B5EF4-FFF2-40B4-BE49-F238E27FC236}">
                    <a16:creationId xmlns:a16="http://schemas.microsoft.com/office/drawing/2014/main" id="{B96958E3-0025-92E6-7BF1-96E5D6A1F525}"/>
                  </a:ext>
                </a:extLst>
              </p:cNvPr>
              <p:cNvSpPr/>
              <p:nvPr/>
            </p:nvSpPr>
            <p:spPr>
              <a:xfrm>
                <a:off x="1496232" y="979075"/>
                <a:ext cx="1769254" cy="1769254"/>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chemeClr val="tx1">
                  <a:lumMod val="85000"/>
                  <a:lumOff val="15000"/>
                </a:scheme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sp>
            <p:nvSpPr>
              <p:cNvPr id="28" name="Google Shape;14;p2">
                <a:extLst>
                  <a:ext uri="{FF2B5EF4-FFF2-40B4-BE49-F238E27FC236}">
                    <a16:creationId xmlns:a16="http://schemas.microsoft.com/office/drawing/2014/main" id="{98DFE719-1722-F68E-5BE2-2F39643DA826}"/>
                  </a:ext>
                </a:extLst>
              </p:cNvPr>
              <p:cNvSpPr/>
              <p:nvPr/>
            </p:nvSpPr>
            <p:spPr>
              <a:xfrm>
                <a:off x="1155463" y="638306"/>
                <a:ext cx="2451350" cy="2451350"/>
              </a:xfrm>
              <a:custGeom>
                <a:avLst>
                  <a:gd name="f11" fmla="val 495"/>
                </a:avLst>
                <a:gdLst>
                  <a:gd name="f1" fmla="val 21600000"/>
                  <a:gd name="f2" fmla="val 10800000"/>
                  <a:gd name="f3" fmla="val 5400000"/>
                  <a:gd name="f4" fmla="val 180"/>
                  <a:gd name="f5" fmla="val w"/>
                  <a:gd name="f6" fmla="val h"/>
                  <a:gd name="f7" fmla="val ss"/>
                  <a:gd name="f8" fmla="val 0"/>
                  <a:gd name="f9" fmla="*/ 5419351 1 1725033"/>
                  <a:gd name="f10" fmla="+- 0 0 21600000"/>
                  <a:gd name="f11" fmla="val 495"/>
                  <a:gd name="f12" fmla="+- 0 0 -360"/>
                  <a:gd name="f13" fmla="+- 0 0 -180"/>
                  <a:gd name="f14" fmla="abs f5"/>
                  <a:gd name="f15" fmla="abs f6"/>
                  <a:gd name="f16" fmla="abs f7"/>
                  <a:gd name="f17" fmla="val f8"/>
                  <a:gd name="f18" fmla="val f11"/>
                  <a:gd name="f19" fmla="+- 2700000 f3 0"/>
                  <a:gd name="f20" fmla="*/ f12 f2 1"/>
                  <a:gd name="f21" fmla="*/ f13 f2 1"/>
                  <a:gd name="f22" fmla="?: f14 f5 1"/>
                  <a:gd name="f23" fmla="?: f15 f6 1"/>
                  <a:gd name="f24" fmla="?: f16 f7 1"/>
                  <a:gd name="f25" fmla="*/ f19 f9 1"/>
                  <a:gd name="f26" fmla="*/ f20 1 f4"/>
                  <a:gd name="f27" fmla="*/ f21 1 f4"/>
                  <a:gd name="f28" fmla="*/ f22 1 21600"/>
                  <a:gd name="f29" fmla="*/ f23 1 21600"/>
                  <a:gd name="f30" fmla="*/ 21600 f22 1"/>
                  <a:gd name="f31" fmla="*/ 21600 f23 1"/>
                  <a:gd name="f32" fmla="*/ f25 1 f2"/>
                  <a:gd name="f33" fmla="+- f26 0 f3"/>
                  <a:gd name="f34" fmla="+- f27 0 f3"/>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2 1"/>
                  <a:gd name="f46" fmla="*/ f43 1 2"/>
                  <a:gd name="f47" fmla="*/ f44 1 2"/>
                  <a:gd name="f48" fmla="min f44 f43"/>
                  <a:gd name="f49" fmla="*/ f45 1 f9"/>
                  <a:gd name="f50" fmla="+- f17 f46 0"/>
                  <a:gd name="f51" fmla="+- f17 f47 0"/>
                  <a:gd name="f52" fmla="*/ f48 f18 1"/>
                  <a:gd name="f53" fmla="+- f49 0 f3"/>
                  <a:gd name="f54" fmla="*/ f47 f35 1"/>
                  <a:gd name="f55" fmla="*/ f46 f35 1"/>
                  <a:gd name="f56" fmla="*/ f52 1 100000"/>
                  <a:gd name="f57" fmla="cos 1 f53"/>
                  <a:gd name="f58" fmla="sin 1 f53"/>
                  <a:gd name="f59" fmla="*/ f50 f35 1"/>
                  <a:gd name="f60" fmla="+- f47 0 f56"/>
                  <a:gd name="f61" fmla="+- f46 0 f56"/>
                  <a:gd name="f62" fmla="+- 0 0 f57"/>
                  <a:gd name="f63" fmla="+- 0 0 f58"/>
                  <a:gd name="f64" fmla="*/ f56 f35 1"/>
                  <a:gd name="f65" fmla="+- 0 0 f62"/>
                  <a:gd name="f66" fmla="+- 0 0 f63"/>
                  <a:gd name="f67" fmla="*/ f60 f35 1"/>
                  <a:gd name="f68" fmla="*/ f61 f35 1"/>
                  <a:gd name="f69" fmla="*/ f65 f47 1"/>
                  <a:gd name="f70" fmla="*/ f66 f46 1"/>
                  <a:gd name="f71" fmla="+- f51 0 f69"/>
                  <a:gd name="f72" fmla="+- f51 f69 0"/>
                  <a:gd name="f73" fmla="+- f50 0 f70"/>
                  <a:gd name="f74" fmla="+- f50 f70 0"/>
                  <a:gd name="f75" fmla="*/ f71 f35 1"/>
                  <a:gd name="f76" fmla="*/ f73 f35 1"/>
                  <a:gd name="f77" fmla="*/ f72 f35 1"/>
                  <a:gd name="f78" fmla="*/ f74 f35 1"/>
                </a:gdLst>
                <a:ahLst/>
                <a:cxnLst>
                  <a:cxn ang="3cd4">
                    <a:pos x="hc" y="t"/>
                  </a:cxn>
                  <a:cxn ang="0">
                    <a:pos x="r" y="vc"/>
                  </a:cxn>
                  <a:cxn ang="cd4">
                    <a:pos x="hc" y="b"/>
                  </a:cxn>
                  <a:cxn ang="cd2">
                    <a:pos x="l" y="vc"/>
                  </a:cxn>
                  <a:cxn ang="f33">
                    <a:pos x="f75" y="f76"/>
                  </a:cxn>
                  <a:cxn ang="f34">
                    <a:pos x="f75" y="f78"/>
                  </a:cxn>
                  <a:cxn ang="f34">
                    <a:pos x="f77" y="f78"/>
                  </a:cxn>
                  <a:cxn ang="f33">
                    <a:pos x="f77" y="f76"/>
                  </a:cxn>
                </a:cxnLst>
                <a:rect l="f75" t="f76" r="f77" b="f78"/>
                <a:pathLst>
                  <a:path>
                    <a:moveTo>
                      <a:pt x="f42" y="f59"/>
                    </a:moveTo>
                    <a:arcTo wR="f54" hR="f55" stAng="f2" swAng="f1"/>
                    <a:close/>
                    <a:moveTo>
                      <a:pt x="f64" y="f59"/>
                    </a:moveTo>
                    <a:arcTo wR="f67" hR="f68" stAng="f2" swAng="f10"/>
                    <a:close/>
                  </a:path>
                </a:pathLst>
              </a:custGeom>
              <a:solidFill>
                <a:srgbClr val="000000">
                  <a:alpha val="6539"/>
                </a:srgb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grpSp>
        <p:pic>
          <p:nvPicPr>
            <p:cNvPr id="23" name="Imagen 19">
              <a:extLst>
                <a:ext uri="{FF2B5EF4-FFF2-40B4-BE49-F238E27FC236}">
                  <a16:creationId xmlns:a16="http://schemas.microsoft.com/office/drawing/2014/main" id="{80973B79-7CB3-F1E8-EEB1-42D2258D5831}"/>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2696695" y="1430822"/>
              <a:ext cx="955567" cy="955567"/>
            </a:xfrm>
            <a:prstGeom prst="rect">
              <a:avLst/>
            </a:prstGeom>
          </p:spPr>
        </p:pic>
        <p:pic>
          <p:nvPicPr>
            <p:cNvPr id="24" name="Picture 23">
              <a:extLst>
                <a:ext uri="{FF2B5EF4-FFF2-40B4-BE49-F238E27FC236}">
                  <a16:creationId xmlns:a16="http://schemas.microsoft.com/office/drawing/2014/main" id="{E8D9BD30-4EE2-F12B-76E7-660EE8B3C0C8}"/>
                </a:ext>
              </a:extLst>
            </p:cNvPr>
            <p:cNvPicPr>
              <a:picLocks noChangeAspect="1"/>
            </p:cNvPicPr>
            <p:nvPr/>
          </p:nvPicPr>
          <p:blipFill>
            <a:blip r:embed="rId8"/>
            <a:stretch>
              <a:fillRect/>
            </a:stretch>
          </p:blipFill>
          <p:spPr>
            <a:xfrm>
              <a:off x="2169306" y="2325658"/>
              <a:ext cx="1054778" cy="1053899"/>
            </a:xfrm>
            <a:prstGeom prst="rect">
              <a:avLst/>
            </a:prstGeom>
          </p:spPr>
        </p:pic>
        <p:pic>
          <p:nvPicPr>
            <p:cNvPr id="25" name="Picture 4" descr="Xbox Logo png transparent">
              <a:extLst>
                <a:ext uri="{FF2B5EF4-FFF2-40B4-BE49-F238E27FC236}">
                  <a16:creationId xmlns:a16="http://schemas.microsoft.com/office/drawing/2014/main" id="{9897DB42-40C7-E813-9786-2C97914388A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78181" y="2386389"/>
              <a:ext cx="886721" cy="876776"/>
            </a:xfrm>
            <a:prstGeom prst="rect">
              <a:avLst/>
            </a:prstGeom>
            <a:noFill/>
            <a:extLst>
              <a:ext uri="{909E8E84-426E-40DD-AFC4-6F175D3DCCD1}">
                <a14:hiddenFill xmlns:a14="http://schemas.microsoft.com/office/drawing/2010/main">
                  <a:solidFill>
                    <a:srgbClr val="FFFFFF"/>
                  </a:solidFill>
                </a14:hiddenFill>
              </a:ext>
            </a:extLst>
          </p:spPr>
        </p:pic>
      </p:grpSp>
      <p:pic>
        <p:nvPicPr>
          <p:cNvPr id="32" name="Graphic 31">
            <a:extLst>
              <a:ext uri="{FF2B5EF4-FFF2-40B4-BE49-F238E27FC236}">
                <a16:creationId xmlns:a16="http://schemas.microsoft.com/office/drawing/2014/main" id="{942DDB5D-6BE6-C0B8-3EF4-ED8FEB0C467F}"/>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10"/>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5913223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521B13-019B-D891-F218-F0321B9660D6}"/>
              </a:ext>
            </a:extLst>
          </p:cNvPr>
          <p:cNvSpPr>
            <a:spLocks noGrp="1"/>
          </p:cNvSpPr>
          <p:nvPr>
            <p:ph type="title"/>
          </p:nvPr>
        </p:nvSpPr>
        <p:spPr>
          <a:xfrm>
            <a:off x="1043631" y="809898"/>
            <a:ext cx="10173010" cy="1554480"/>
          </a:xfrm>
        </p:spPr>
        <p:txBody>
          <a:bodyPr anchor="ctr">
            <a:normAutofit/>
          </a:bodyPr>
          <a:lstStyle/>
          <a:p>
            <a:r>
              <a:rPr lang="en-US" sz="4800"/>
              <a:t>Links</a:t>
            </a:r>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8AFD4612-729B-72FD-614E-DBEDE05D628D}"/>
              </a:ext>
            </a:extLst>
          </p:cNvPr>
          <p:cNvGraphicFramePr>
            <a:graphicFrameLocks noGrp="1"/>
          </p:cNvGraphicFramePr>
          <p:nvPr>
            <p:ph idx="1"/>
            <p:extLst>
              <p:ext uri="{D42A27DB-BD31-4B8C-83A1-F6EECF244321}">
                <p14:modId xmlns:p14="http://schemas.microsoft.com/office/powerpoint/2010/main" val="519097230"/>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4" name="Group 3">
            <a:extLst>
              <a:ext uri="{FF2B5EF4-FFF2-40B4-BE49-F238E27FC236}">
                <a16:creationId xmlns:a16="http://schemas.microsoft.com/office/drawing/2014/main" id="{240B631A-2E8F-6121-11E3-1E39ED0CBA58}"/>
              </a:ext>
            </a:extLst>
          </p:cNvPr>
          <p:cNvGrpSpPr/>
          <p:nvPr/>
        </p:nvGrpSpPr>
        <p:grpSpPr>
          <a:xfrm>
            <a:off x="10655300" y="-131233"/>
            <a:ext cx="1656567" cy="1612901"/>
            <a:chOff x="1540617" y="851075"/>
            <a:chExt cx="3268467" cy="3268467"/>
          </a:xfrm>
        </p:grpSpPr>
        <p:grpSp>
          <p:nvGrpSpPr>
            <p:cNvPr id="6" name="Google Shape;11;p2">
              <a:extLst>
                <a:ext uri="{FF2B5EF4-FFF2-40B4-BE49-F238E27FC236}">
                  <a16:creationId xmlns:a16="http://schemas.microsoft.com/office/drawing/2014/main" id="{CAFF440D-912A-F101-58D6-1B1EFCB48DDF}"/>
                </a:ext>
              </a:extLst>
            </p:cNvPr>
            <p:cNvGrpSpPr/>
            <p:nvPr/>
          </p:nvGrpSpPr>
          <p:grpSpPr>
            <a:xfrm>
              <a:off x="1540617" y="851075"/>
              <a:ext cx="3268467" cy="3268467"/>
              <a:chOff x="1155463" y="638306"/>
              <a:chExt cx="2451350" cy="2451350"/>
            </a:xfrm>
          </p:grpSpPr>
          <p:sp>
            <p:nvSpPr>
              <p:cNvPr id="15" name="Google Shape;12;p2">
                <a:extLst>
                  <a:ext uri="{FF2B5EF4-FFF2-40B4-BE49-F238E27FC236}">
                    <a16:creationId xmlns:a16="http://schemas.microsoft.com/office/drawing/2014/main" id="{BCA01D72-924A-7907-E1BE-26F37AF11FF7}"/>
                  </a:ext>
                </a:extLst>
              </p:cNvPr>
              <p:cNvSpPr/>
              <p:nvPr/>
            </p:nvSpPr>
            <p:spPr>
              <a:xfrm>
                <a:off x="1386084" y="868926"/>
                <a:ext cx="1989935" cy="1989935"/>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rgbClr val="000000">
                  <a:alpha val="18820"/>
                </a:srgb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sp>
            <p:nvSpPr>
              <p:cNvPr id="17" name="Google Shape;13;p2">
                <a:extLst>
                  <a:ext uri="{FF2B5EF4-FFF2-40B4-BE49-F238E27FC236}">
                    <a16:creationId xmlns:a16="http://schemas.microsoft.com/office/drawing/2014/main" id="{2C21FF56-B4F5-CF7F-3705-B62AE94F76D9}"/>
                  </a:ext>
                </a:extLst>
              </p:cNvPr>
              <p:cNvSpPr/>
              <p:nvPr/>
            </p:nvSpPr>
            <p:spPr>
              <a:xfrm>
                <a:off x="1496232" y="979075"/>
                <a:ext cx="1769254" cy="1769254"/>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val f7"/>
                  <a:gd name="f15" fmla="+- 2700000 f2 0"/>
                  <a:gd name="f16" fmla="*/ f9 f1 1"/>
                  <a:gd name="f17" fmla="*/ f10 f1 1"/>
                  <a:gd name="f18" fmla="?: f11 f4 1"/>
                  <a:gd name="f19" fmla="?: f12 f5 1"/>
                  <a:gd name="f20" fmla="?: f13 f6 1"/>
                  <a:gd name="f21" fmla="*/ f15 f8 1"/>
                  <a:gd name="f22" fmla="*/ f16 1 f3"/>
                  <a:gd name="f23" fmla="*/ f17 1 f3"/>
                  <a:gd name="f24" fmla="*/ f18 1 21600"/>
                  <a:gd name="f25" fmla="*/ f19 1 21600"/>
                  <a:gd name="f26" fmla="*/ 21600 f18 1"/>
                  <a:gd name="f27" fmla="*/ 21600 f19 1"/>
                  <a:gd name="f28" fmla="*/ f21 1 f1"/>
                  <a:gd name="f29" fmla="+- f22 0 f2"/>
                  <a:gd name="f30" fmla="+- f23 0 f2"/>
                  <a:gd name="f31" fmla="min f25 f24"/>
                  <a:gd name="f32" fmla="*/ f26 1 f20"/>
                  <a:gd name="f33" fmla="*/ f27 1 f20"/>
                  <a:gd name="f34" fmla="+- 0 0 f28"/>
                  <a:gd name="f35" fmla="val f32"/>
                  <a:gd name="f36" fmla="val f33"/>
                  <a:gd name="f37" fmla="+- 0 0 f34"/>
                  <a:gd name="f38" fmla="*/ f14 f31 1"/>
                  <a:gd name="f39" fmla="+- f36 0 f14"/>
                  <a:gd name="f40" fmla="+- f35 0 f14"/>
                  <a:gd name="f41" fmla="*/ f37 f1 1"/>
                  <a:gd name="f42" fmla="*/ f39 1 2"/>
                  <a:gd name="f43" fmla="*/ f40 1 2"/>
                  <a:gd name="f44" fmla="*/ f41 1 f8"/>
                  <a:gd name="f45" fmla="+- f14 f42 0"/>
                  <a:gd name="f46" fmla="+- f14 f43 0"/>
                  <a:gd name="f47" fmla="+- f44 0 f2"/>
                  <a:gd name="f48" fmla="*/ f43 f31 1"/>
                  <a:gd name="f49" fmla="*/ f42 f31 1"/>
                  <a:gd name="f50" fmla="cos 1 f47"/>
                  <a:gd name="f51" fmla="sin 1 f47"/>
                  <a:gd name="f52" fmla="*/ f45 f31 1"/>
                  <a:gd name="f53" fmla="+- 0 0 f50"/>
                  <a:gd name="f54" fmla="+- 0 0 f51"/>
                  <a:gd name="f55" fmla="+- 0 0 f53"/>
                  <a:gd name="f56" fmla="+- 0 0 f54"/>
                  <a:gd name="f57" fmla="*/ f55 f43 1"/>
                  <a:gd name="f58" fmla="*/ f56 f42 1"/>
                  <a:gd name="f59" fmla="+- f46 0 f57"/>
                  <a:gd name="f60" fmla="+- f46 f57 0"/>
                  <a:gd name="f61" fmla="+- f45 0 f58"/>
                  <a:gd name="f62" fmla="+- f45 f58 0"/>
                  <a:gd name="f63" fmla="*/ f59 f31 1"/>
                  <a:gd name="f64" fmla="*/ f61 f31 1"/>
                  <a:gd name="f65" fmla="*/ f60 f31 1"/>
                  <a:gd name="f66" fmla="*/ f62 f31 1"/>
                </a:gdLst>
                <a:ahLst/>
                <a:cxnLst>
                  <a:cxn ang="3cd4">
                    <a:pos x="hc" y="t"/>
                  </a:cxn>
                  <a:cxn ang="0">
                    <a:pos x="r" y="vc"/>
                  </a:cxn>
                  <a:cxn ang="cd4">
                    <a:pos x="hc" y="b"/>
                  </a:cxn>
                  <a:cxn ang="cd2">
                    <a:pos x="l" y="vc"/>
                  </a:cxn>
                  <a:cxn ang="f29">
                    <a:pos x="f63" y="f64"/>
                  </a:cxn>
                  <a:cxn ang="f30">
                    <a:pos x="f63" y="f66"/>
                  </a:cxn>
                  <a:cxn ang="f30">
                    <a:pos x="f65" y="f66"/>
                  </a:cxn>
                  <a:cxn ang="f29">
                    <a:pos x="f65" y="f64"/>
                  </a:cxn>
                </a:cxnLst>
                <a:rect l="f63" t="f64" r="f65" b="f66"/>
                <a:pathLst>
                  <a:path>
                    <a:moveTo>
                      <a:pt x="f38" y="f52"/>
                    </a:moveTo>
                    <a:arcTo wR="f48" hR="f49" stAng="f1" swAng="f0"/>
                    <a:close/>
                  </a:path>
                </a:pathLst>
              </a:custGeom>
              <a:solidFill>
                <a:schemeClr val="tx1">
                  <a:lumMod val="85000"/>
                  <a:lumOff val="15000"/>
                </a:scheme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sp>
            <p:nvSpPr>
              <p:cNvPr id="19" name="Google Shape;14;p2">
                <a:extLst>
                  <a:ext uri="{FF2B5EF4-FFF2-40B4-BE49-F238E27FC236}">
                    <a16:creationId xmlns:a16="http://schemas.microsoft.com/office/drawing/2014/main" id="{E2739B9A-30FF-DCF2-67FF-86EFA9FEB5CB}"/>
                  </a:ext>
                </a:extLst>
              </p:cNvPr>
              <p:cNvSpPr/>
              <p:nvPr/>
            </p:nvSpPr>
            <p:spPr>
              <a:xfrm>
                <a:off x="1155463" y="638306"/>
                <a:ext cx="2451350" cy="2451350"/>
              </a:xfrm>
              <a:custGeom>
                <a:avLst>
                  <a:gd name="f11" fmla="val 495"/>
                </a:avLst>
                <a:gdLst>
                  <a:gd name="f1" fmla="val 21600000"/>
                  <a:gd name="f2" fmla="val 10800000"/>
                  <a:gd name="f3" fmla="val 5400000"/>
                  <a:gd name="f4" fmla="val 180"/>
                  <a:gd name="f5" fmla="val w"/>
                  <a:gd name="f6" fmla="val h"/>
                  <a:gd name="f7" fmla="val ss"/>
                  <a:gd name="f8" fmla="val 0"/>
                  <a:gd name="f9" fmla="*/ 5419351 1 1725033"/>
                  <a:gd name="f10" fmla="+- 0 0 21600000"/>
                  <a:gd name="f11" fmla="val 495"/>
                  <a:gd name="f12" fmla="+- 0 0 -360"/>
                  <a:gd name="f13" fmla="+- 0 0 -180"/>
                  <a:gd name="f14" fmla="abs f5"/>
                  <a:gd name="f15" fmla="abs f6"/>
                  <a:gd name="f16" fmla="abs f7"/>
                  <a:gd name="f17" fmla="val f8"/>
                  <a:gd name="f18" fmla="val f11"/>
                  <a:gd name="f19" fmla="+- 2700000 f3 0"/>
                  <a:gd name="f20" fmla="*/ f12 f2 1"/>
                  <a:gd name="f21" fmla="*/ f13 f2 1"/>
                  <a:gd name="f22" fmla="?: f14 f5 1"/>
                  <a:gd name="f23" fmla="?: f15 f6 1"/>
                  <a:gd name="f24" fmla="?: f16 f7 1"/>
                  <a:gd name="f25" fmla="*/ f19 f9 1"/>
                  <a:gd name="f26" fmla="*/ f20 1 f4"/>
                  <a:gd name="f27" fmla="*/ f21 1 f4"/>
                  <a:gd name="f28" fmla="*/ f22 1 21600"/>
                  <a:gd name="f29" fmla="*/ f23 1 21600"/>
                  <a:gd name="f30" fmla="*/ 21600 f22 1"/>
                  <a:gd name="f31" fmla="*/ 21600 f23 1"/>
                  <a:gd name="f32" fmla="*/ f25 1 f2"/>
                  <a:gd name="f33" fmla="+- f26 0 f3"/>
                  <a:gd name="f34" fmla="+- f27 0 f3"/>
                  <a:gd name="f35" fmla="min f29 f28"/>
                  <a:gd name="f36" fmla="*/ f30 1 f24"/>
                  <a:gd name="f37" fmla="*/ f31 1 f24"/>
                  <a:gd name="f38" fmla="+- 0 0 f32"/>
                  <a:gd name="f39" fmla="val f36"/>
                  <a:gd name="f40" fmla="val f37"/>
                  <a:gd name="f41" fmla="+- 0 0 f38"/>
                  <a:gd name="f42" fmla="*/ f17 f35 1"/>
                  <a:gd name="f43" fmla="+- f40 0 f17"/>
                  <a:gd name="f44" fmla="+- f39 0 f17"/>
                  <a:gd name="f45" fmla="*/ f41 f2 1"/>
                  <a:gd name="f46" fmla="*/ f43 1 2"/>
                  <a:gd name="f47" fmla="*/ f44 1 2"/>
                  <a:gd name="f48" fmla="min f44 f43"/>
                  <a:gd name="f49" fmla="*/ f45 1 f9"/>
                  <a:gd name="f50" fmla="+- f17 f46 0"/>
                  <a:gd name="f51" fmla="+- f17 f47 0"/>
                  <a:gd name="f52" fmla="*/ f48 f18 1"/>
                  <a:gd name="f53" fmla="+- f49 0 f3"/>
                  <a:gd name="f54" fmla="*/ f47 f35 1"/>
                  <a:gd name="f55" fmla="*/ f46 f35 1"/>
                  <a:gd name="f56" fmla="*/ f52 1 100000"/>
                  <a:gd name="f57" fmla="cos 1 f53"/>
                  <a:gd name="f58" fmla="sin 1 f53"/>
                  <a:gd name="f59" fmla="*/ f50 f35 1"/>
                  <a:gd name="f60" fmla="+- f47 0 f56"/>
                  <a:gd name="f61" fmla="+- f46 0 f56"/>
                  <a:gd name="f62" fmla="+- 0 0 f57"/>
                  <a:gd name="f63" fmla="+- 0 0 f58"/>
                  <a:gd name="f64" fmla="*/ f56 f35 1"/>
                  <a:gd name="f65" fmla="+- 0 0 f62"/>
                  <a:gd name="f66" fmla="+- 0 0 f63"/>
                  <a:gd name="f67" fmla="*/ f60 f35 1"/>
                  <a:gd name="f68" fmla="*/ f61 f35 1"/>
                  <a:gd name="f69" fmla="*/ f65 f47 1"/>
                  <a:gd name="f70" fmla="*/ f66 f46 1"/>
                  <a:gd name="f71" fmla="+- f51 0 f69"/>
                  <a:gd name="f72" fmla="+- f51 f69 0"/>
                  <a:gd name="f73" fmla="+- f50 0 f70"/>
                  <a:gd name="f74" fmla="+- f50 f70 0"/>
                  <a:gd name="f75" fmla="*/ f71 f35 1"/>
                  <a:gd name="f76" fmla="*/ f73 f35 1"/>
                  <a:gd name="f77" fmla="*/ f72 f35 1"/>
                  <a:gd name="f78" fmla="*/ f74 f35 1"/>
                </a:gdLst>
                <a:ahLst/>
                <a:cxnLst>
                  <a:cxn ang="3cd4">
                    <a:pos x="hc" y="t"/>
                  </a:cxn>
                  <a:cxn ang="0">
                    <a:pos x="r" y="vc"/>
                  </a:cxn>
                  <a:cxn ang="cd4">
                    <a:pos x="hc" y="b"/>
                  </a:cxn>
                  <a:cxn ang="cd2">
                    <a:pos x="l" y="vc"/>
                  </a:cxn>
                  <a:cxn ang="f33">
                    <a:pos x="f75" y="f76"/>
                  </a:cxn>
                  <a:cxn ang="f34">
                    <a:pos x="f75" y="f78"/>
                  </a:cxn>
                  <a:cxn ang="f34">
                    <a:pos x="f77" y="f78"/>
                  </a:cxn>
                  <a:cxn ang="f33">
                    <a:pos x="f77" y="f76"/>
                  </a:cxn>
                </a:cxnLst>
                <a:rect l="f75" t="f76" r="f77" b="f78"/>
                <a:pathLst>
                  <a:path>
                    <a:moveTo>
                      <a:pt x="f42" y="f59"/>
                    </a:moveTo>
                    <a:arcTo wR="f54" hR="f55" stAng="f2" swAng="f1"/>
                    <a:close/>
                    <a:moveTo>
                      <a:pt x="f64" y="f59"/>
                    </a:moveTo>
                    <a:arcTo wR="f67" hR="f68" stAng="f2" swAng="f10"/>
                    <a:close/>
                  </a:path>
                </a:pathLst>
              </a:custGeom>
              <a:solidFill>
                <a:srgbClr val="000000">
                  <a:alpha val="6539"/>
                </a:srgbClr>
              </a:solidFill>
              <a:ln cap="flat">
                <a:noFill/>
                <a:prstDash val="solid"/>
              </a:ln>
            </p:spPr>
            <p:txBody>
              <a:bodyPr vert="horz" wrap="square" lIns="121895" tIns="121895" rIns="121895" bIns="121895" anchor="ctr" anchorCtr="0" compatLnSpc="1">
                <a:noAutofit/>
              </a:bodyPr>
              <a:lstStyle>
                <a:defPPr/>
              </a:lstStyle>
              <a:p>
                <a:pPr defTabSz="1219170">
                  <a:defRPr sz="1800" b="0" i="0" u="none" strike="noStrike" kern="0" cap="none" spc="0" baseline="0">
                    <a:solidFill>
                      <a:srgbClr val="000000"/>
                    </a:solidFill>
                    <a:uFillTx/>
                  </a:defRPr>
                </a:pPr>
                <a:endParaRPr lang="es-PE" sz="1867" kern="0">
                  <a:solidFill>
                    <a:srgbClr val="000000"/>
                  </a:solidFill>
                  <a:latin typeface="Arial"/>
                  <a:ea typeface="Arial"/>
                  <a:cs typeface="Arial"/>
                </a:endParaRPr>
              </a:p>
            </p:txBody>
          </p:sp>
        </p:grpSp>
        <p:pic>
          <p:nvPicPr>
            <p:cNvPr id="7" name="Imagen 19">
              <a:extLst>
                <a:ext uri="{FF2B5EF4-FFF2-40B4-BE49-F238E27FC236}">
                  <a16:creationId xmlns:a16="http://schemas.microsoft.com/office/drawing/2014/main" id="{92F0CE93-6908-7D07-2C35-D9974789A9CD}"/>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2696695" y="1430822"/>
              <a:ext cx="955567" cy="955567"/>
            </a:xfrm>
            <a:prstGeom prst="rect">
              <a:avLst/>
            </a:prstGeom>
          </p:spPr>
        </p:pic>
        <p:pic>
          <p:nvPicPr>
            <p:cNvPr id="8" name="Picture 7">
              <a:extLst>
                <a:ext uri="{FF2B5EF4-FFF2-40B4-BE49-F238E27FC236}">
                  <a16:creationId xmlns:a16="http://schemas.microsoft.com/office/drawing/2014/main" id="{C5D8AB8F-85B1-3771-AF67-F7F9816B028E}"/>
                </a:ext>
              </a:extLst>
            </p:cNvPr>
            <p:cNvPicPr>
              <a:picLocks noChangeAspect="1"/>
            </p:cNvPicPr>
            <p:nvPr/>
          </p:nvPicPr>
          <p:blipFill>
            <a:blip r:embed="rId8"/>
            <a:stretch>
              <a:fillRect/>
            </a:stretch>
          </p:blipFill>
          <p:spPr>
            <a:xfrm>
              <a:off x="2169306" y="2325658"/>
              <a:ext cx="1054778" cy="1053899"/>
            </a:xfrm>
            <a:prstGeom prst="rect">
              <a:avLst/>
            </a:prstGeom>
          </p:spPr>
        </p:pic>
        <p:pic>
          <p:nvPicPr>
            <p:cNvPr id="10" name="Picture 4" descr="Xbox Logo png transparent">
              <a:extLst>
                <a:ext uri="{FF2B5EF4-FFF2-40B4-BE49-F238E27FC236}">
                  <a16:creationId xmlns:a16="http://schemas.microsoft.com/office/drawing/2014/main" id="{0A45FF56-FF2F-11BE-3D94-F98A7ECEC33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78181" y="2386389"/>
              <a:ext cx="886721" cy="876776"/>
            </a:xfrm>
            <a:prstGeom prst="rect">
              <a:avLst/>
            </a:prstGeom>
            <a:noFill/>
            <a:extLst>
              <a:ext uri="{909E8E84-426E-40DD-AFC4-6F175D3DCCD1}">
                <a14:hiddenFill xmlns:a14="http://schemas.microsoft.com/office/drawing/2010/main">
                  <a:solidFill>
                    <a:srgbClr val="FFFFFF"/>
                  </a:solidFill>
                </a14:hiddenFill>
              </a:ext>
            </a:extLst>
          </p:spPr>
        </p:pic>
      </p:grpSp>
      <p:pic>
        <p:nvPicPr>
          <p:cNvPr id="24" name="Graphic 23">
            <a:extLst>
              <a:ext uri="{FF2B5EF4-FFF2-40B4-BE49-F238E27FC236}">
                <a16:creationId xmlns:a16="http://schemas.microsoft.com/office/drawing/2014/main" id="{7AA08C2C-0716-517C-5930-750285A24819}"/>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10"/>
              </a:ext>
            </a:extLst>
          </a:blip>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4921238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434CB65E0477C4983A660DD765734D2" ma:contentTypeVersion="9" ma:contentTypeDescription="Create a new document." ma:contentTypeScope="" ma:versionID="33569d621270e1a413cf1376f459bb0d">
  <xsd:schema xmlns:xsd="http://www.w3.org/2001/XMLSchema" xmlns:xs="http://www.w3.org/2001/XMLSchema" xmlns:p="http://schemas.microsoft.com/office/2006/metadata/properties" xmlns:ns3="42cf99fd-093f-499d-a458-4db3f6162f9d" xmlns:ns4="4ff8fea9-eaa4-4601-881d-b836eef81469" targetNamespace="http://schemas.microsoft.com/office/2006/metadata/properties" ma:root="true" ma:fieldsID="2807c3a0c54b7ccc426f06ec589415b1" ns3:_="" ns4:_="">
    <xsd:import namespace="42cf99fd-093f-499d-a458-4db3f6162f9d"/>
    <xsd:import namespace="4ff8fea9-eaa4-4601-881d-b836eef81469"/>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ObjectDetectorVersions" minOccurs="0"/>
                <xsd:element ref="ns3:MediaServiceSearchProperties" minOccurs="0"/>
                <xsd:element ref="ns3:_activity"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cf99fd-093f-499d-a458-4db3f6162f9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_activity" ma:index="15" nillable="true" ma:displayName="_activity" ma:hidden="true" ma:internalName="_activity">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ff8fea9-eaa4-4601-881d-b836eef8146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42cf99fd-093f-499d-a458-4db3f6162f9d" xsi:nil="true"/>
  </documentManagement>
</p:properties>
</file>

<file path=customXml/itemProps1.xml><?xml version="1.0" encoding="utf-8"?>
<ds:datastoreItem xmlns:ds="http://schemas.openxmlformats.org/officeDocument/2006/customXml" ds:itemID="{CF9E463A-9957-473F-90A0-8EEB883E4B8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2cf99fd-093f-499d-a458-4db3f6162f9d"/>
    <ds:schemaRef ds:uri="4ff8fea9-eaa4-4601-881d-b836eef8146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A98F30A-16A2-4248-B82B-9BEFB42A1BEC}">
  <ds:schemaRefs>
    <ds:schemaRef ds:uri="http://schemas.microsoft.com/sharepoint/v3/contenttype/forms"/>
  </ds:schemaRefs>
</ds:datastoreItem>
</file>

<file path=customXml/itemProps3.xml><?xml version="1.0" encoding="utf-8"?>
<ds:datastoreItem xmlns:ds="http://schemas.openxmlformats.org/officeDocument/2006/customXml" ds:itemID="{0624F9A9-F849-41E4-BFBE-3E43DBEDFF12}">
  <ds:schemaRefs>
    <ds:schemaRef ds:uri="http://purl.org/dc/elements/1.1/"/>
    <ds:schemaRef ds:uri="http://schemas.openxmlformats.org/package/2006/metadata/core-properties"/>
    <ds:schemaRef ds:uri="4ff8fea9-eaa4-4601-881d-b836eef81469"/>
    <ds:schemaRef ds:uri="http://purl.org/dc/dcmitype/"/>
    <ds:schemaRef ds:uri="42cf99fd-093f-499d-a458-4db3f6162f9d"/>
    <ds:schemaRef ds:uri="http://purl.org/dc/terms/"/>
    <ds:schemaRef ds:uri="http://schemas.microsoft.com/office/2006/documentManagement/types"/>
    <ds:schemaRef ds:uri="http://schemas.microsoft.com/office/infopath/2007/PartnerControls"/>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213</TotalTime>
  <Words>704</Words>
  <Application>Microsoft Office PowerPoint</Application>
  <PresentationFormat>Widescreen</PresentationFormat>
  <Paragraphs>80</Paragraphs>
  <Slides>15</Slides>
  <Notes>3</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Aptos Display</vt:lpstr>
      <vt:lpstr>Arial</vt:lpstr>
      <vt:lpstr>Century Gothic</vt:lpstr>
      <vt:lpstr>FZShuTi</vt:lpstr>
      <vt:lpstr>Office Theme</vt:lpstr>
      <vt:lpstr>Game Dashboard Created and Designed by Cassius Kemp  Video Url: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Home Screen</vt:lpstr>
      <vt:lpstr>Steam View</vt:lpstr>
      <vt:lpstr>PlayStation View</vt:lpstr>
      <vt:lpstr>Xbox View</vt:lpstr>
      <vt:lpstr>PowerPoint Presentation</vt:lpstr>
      <vt:lpstr>Links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Kemp, Cassius</dc:creator>
  <cp:lastModifiedBy>Kemp, Cassius</cp:lastModifiedBy>
  <cp:revision>2</cp:revision>
  <dcterms:created xsi:type="dcterms:W3CDTF">2026-05-04T02:24:54Z</dcterms:created>
  <dcterms:modified xsi:type="dcterms:W3CDTF">2026-05-04T05:58:26Z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0x010100A434CB65E0477C4983A660DD765734D2</vt:lpwstr>
  </property>
</Properties>
</file>